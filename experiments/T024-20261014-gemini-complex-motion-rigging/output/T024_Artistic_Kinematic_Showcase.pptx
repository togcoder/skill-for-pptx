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Bg:Sky_Canvas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>
            <a:gsLst>
              <a:gs pos="0">
                <a:srgbClr val="091124"/>
              </a:gs>
              <a:gs pos="30000">
                <a:srgbClr val="1A2340"/>
              </a:gs>
              <a:gs pos="58000">
                <a:srgbClr val="563859"/>
              </a:gs>
              <a:gs pos="82000">
                <a:srgbClr val="C4664E"/>
              </a:gs>
              <a:gs pos="100000">
                <a:srgbClr val="F4A261"/>
              </a:gs>
            </a:gsLst>
            <a:lin ang="5400000" scaled="1"/>
          </a:gradFill>
          <a:ln w="0">
            <a:noFill/>
          </a:ln>
        </p:spPr>
        <p:style>
          <a:lnRef idx="0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itle:S1_Main"/>
          <p:cNvSpPr txBox="1"/>
          <p:nvPr/>
        </p:nvSpPr>
        <p:spPr>
          <a:xfrm>
            <a:off x="457200" y="237744"/>
            <a:ext cx="11247120" cy="40233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500" b="1">
                <a:solidFill>
                  <a:srgbClr val="FFF8F0"/>
                </a:solidFill>
                <a:latin typeface="DejaVu Sans"/>
              </a:rPr>
              <a:t>MÂY TRÔI NƯỚC CHẢY · PHÂN TẦNG VẬN TỐC PARALLAX &amp; GIAO THOA SÓNG (5.4s)</a:t>
            </a:r>
          </a:p>
        </p:txBody>
      </p:sp>
      <p:sp>
        <p:nvSpPr>
          <p:cNvPr id="4" name="Title:S1_Sub"/>
          <p:cNvSpPr txBox="1"/>
          <p:nvPr/>
        </p:nvSpPr>
        <p:spPr>
          <a:xfrm>
            <a:off x="457200" y="640080"/>
            <a:ext cx="11247120" cy="31089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980" b="0">
                <a:solidFill>
                  <a:srgbClr val="FDE2C4"/>
                </a:solidFill>
                <a:latin typeface="DejaVu Sans"/>
              </a:rPr>
              <a:t>Nhịp độ đa tầng: Mây trôi chậm theo chiều sâu (0.65x) · Sóng nước giao thoa ngược pha (1.0x) · Thuyền buồm 9 bộ phận lướt êm · Hạc vỗ cánh &amp; Ánh nước lấp lánh (1.5x)</a:t>
            </a:r>
          </a:p>
        </p:txBody>
      </p:sp>
      <p:sp>
        <p:nvSpPr>
          <p:cNvPr id="5" name="Scene:Sun_HaloOuter"/>
          <p:cNvSpPr/>
          <p:nvPr/>
        </p:nvSpPr>
        <p:spPr>
          <a:xfrm>
            <a:off x="7726679" y="868680"/>
            <a:ext cx="2377440" cy="2377440"/>
          </a:xfrm>
          <a:prstGeom prst="ellipse">
            <a:avLst/>
          </a:prstGeom>
          <a:solidFill>
            <a:srgbClr val="F4A261">
              <a:alpha val="20000"/>
            </a:srgbClr>
          </a:solidFill>
          <a:ln w="0">
            <a:noFill/>
          </a:ln>
        </p:spPr>
        <p:style>
          <a:lnRef idx="0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Scene:Sun_HaloInner"/>
          <p:cNvSpPr/>
          <p:nvPr/>
        </p:nvSpPr>
        <p:spPr>
          <a:xfrm>
            <a:off x="8065008" y="1207008"/>
            <a:ext cx="1700784" cy="1700784"/>
          </a:xfrm>
          <a:prstGeom prst="ellipse">
            <a:avLst/>
          </a:prstGeom>
          <a:solidFill>
            <a:srgbClr val="FFB703">
              <a:alpha val="36000"/>
            </a:srgbClr>
          </a:solidFill>
          <a:ln w="0">
            <a:noFill/>
          </a:ln>
        </p:spPr>
        <p:style>
          <a:lnRef idx="0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Scene:Sun_Core"/>
          <p:cNvSpPr/>
          <p:nvPr/>
        </p:nvSpPr>
        <p:spPr>
          <a:xfrm>
            <a:off x="8375904" y="1517904"/>
            <a:ext cx="1078992" cy="1078992"/>
          </a:xfrm>
          <a:prstGeom prst="ellipse">
            <a:avLst/>
          </a:prstGeom>
          <a:gradFill>
            <a:gsLst>
              <a:gs pos="0">
                <a:srgbClr val="FFF3B0">
                  <a:alpha val="98000"/>
                </a:srgbClr>
              </a:gs>
              <a:gs pos="60000">
                <a:srgbClr val="FFB703">
                  <a:alpha val="95000"/>
                </a:srgbClr>
              </a:gs>
              <a:gs pos="100000">
                <a:srgbClr val="FB8500">
                  <a:alpha val="92000"/>
                </a:srgbClr>
              </a:gs>
            </a:gsLst>
            <a:lin ang="5400000" scaled="1"/>
          </a:gradFill>
          <a:ln w="0">
            <a:noFill/>
          </a:ln>
        </p:spPr>
        <p:style>
          <a:lnRef idx="0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Bg:Mountain_Far"/>
          <p:cNvSpPr/>
          <p:nvPr/>
        </p:nvSpPr>
        <p:spPr>
          <a:xfrm>
            <a:off x="0" y="2103120"/>
            <a:ext cx="12191695" cy="2606040"/>
          </a:xfrm>
          <a:custGeom>
            <a:avLst/>
            <a:gdLst/>
            <a:ahLst/>
            <a:cxnLst/>
            <a:rect l="0" t="0" r="r" b="b"/>
            <a:pathLst>
              <a:path w="1000" h="1000">
                <a:moveTo>
                  <a:pt x="0" y="1000"/>
                </a:moveTo>
                <a:lnTo>
                  <a:pt x="0" y="620"/>
                </a:lnTo>
                <a:cubicBezTo>
                  <a:pt x="45" y="620"/>
                  <a:pt x="95" y="320"/>
                  <a:pt x="140" y="320"/>
                </a:cubicBezTo>
                <a:cubicBezTo>
                  <a:pt x="190" y="320"/>
                  <a:pt x="240" y="510"/>
                  <a:pt x="290" y="510"/>
                </a:cubicBezTo>
                <a:cubicBezTo>
                  <a:pt x="350" y="510"/>
                  <a:pt x="400" y="150"/>
                  <a:pt x="460" y="150"/>
                </a:cubicBezTo>
                <a:cubicBezTo>
                  <a:pt x="520" y="150"/>
                  <a:pt x="570" y="460"/>
                  <a:pt x="630" y="460"/>
                </a:cubicBezTo>
                <a:cubicBezTo>
                  <a:pt x="685" y="460"/>
                  <a:pt x="735" y="300"/>
                  <a:pt x="790" y="300"/>
                </a:cubicBezTo>
                <a:cubicBezTo>
                  <a:pt x="825" y="300"/>
                  <a:pt x="875" y="470"/>
                  <a:pt x="910" y="470"/>
                </a:cubicBezTo>
                <a:cubicBezTo>
                  <a:pt x="930" y="470"/>
                  <a:pt x="980" y="360"/>
                  <a:pt x="1000" y="360"/>
                </a:cubicBezTo>
                <a:lnTo>
                  <a:pt x="1000" y="1000"/>
                </a:lnTo>
                <a:close/>
              </a:path>
            </a:pathLst>
          </a:custGeom>
          <a:gradFill>
            <a:gsLst>
              <a:gs pos="0">
                <a:srgbClr val="4A3E63">
                  <a:alpha val="82000"/>
                </a:srgbClr>
              </a:gs>
              <a:gs pos="100000">
                <a:srgbClr val="2B2D42">
                  <a:alpha val="92000"/>
                </a:srgbClr>
              </a:gs>
            </a:gsLst>
            <a:lin ang="5400000" scaled="1"/>
          </a:gradFill>
          <a:ln w="0">
            <a:noFill/>
          </a:ln>
        </p:spPr>
        <p:style>
          <a:lnRef idx="0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Scene:Cloud1_Main"/>
          <p:cNvSpPr/>
          <p:nvPr/>
        </p:nvSpPr>
        <p:spPr>
          <a:xfrm>
            <a:off x="731520" y="1170432"/>
            <a:ext cx="2423160" cy="822960"/>
          </a:xfrm>
          <a:custGeom>
            <a:avLst/>
            <a:gdLst/>
            <a:ahLst/>
            <a:cxnLst/>
            <a:rect l="0" t="0" r="r" b="b"/>
            <a:pathLst>
              <a:path w="1000" h="1000">
                <a:moveTo>
                  <a:pt x="110" y="780"/>
                </a:moveTo>
                <a:cubicBezTo>
                  <a:pt x="20" y="780"/>
                  <a:pt x="5" y="580"/>
                  <a:pt x="95" y="510"/>
                </a:cubicBezTo>
                <a:cubicBezTo>
                  <a:pt x="90" y="340"/>
                  <a:pt x="230" y="230"/>
                  <a:pt x="370" y="290"/>
                </a:cubicBezTo>
                <a:cubicBezTo>
                  <a:pt x="430" y="110"/>
                  <a:pt x="650" y="90"/>
                  <a:pt x="740" y="260"/>
                </a:cubicBezTo>
                <a:cubicBezTo>
                  <a:pt x="860" y="220"/>
                  <a:pt x="975" y="340"/>
                  <a:pt x="940" y="490"/>
                </a:cubicBezTo>
                <a:cubicBezTo>
                  <a:pt x="1010" y="570"/>
                  <a:pt x="980" y="780"/>
                  <a:pt x="870" y="780"/>
                </a:cubicBezTo>
                <a:cubicBezTo>
                  <a:pt x="640" y="810"/>
                  <a:pt x="340" y="810"/>
                  <a:pt x="110" y="780"/>
                </a:cubicBezTo>
                <a:close/>
              </a:path>
            </a:pathLst>
          </a:custGeom>
          <a:gradFill>
            <a:gsLst>
              <a:gs pos="0">
                <a:srgbClr val="FFF1E6">
                  <a:alpha val="88000"/>
                </a:srgbClr>
              </a:gs>
              <a:gs pos="65000">
                <a:srgbClr val="FCD5CE">
                  <a:alpha val="78000"/>
                </a:srgbClr>
              </a:gs>
              <a:gs pos="100000">
                <a:srgbClr val="E5989B">
                  <a:alpha val="65000"/>
                </a:srgbClr>
              </a:gs>
            </a:gsLst>
            <a:lin ang="5400000" scaled="1"/>
          </a:gradFill>
          <a:ln w="0">
            <a:noFill/>
          </a:ln>
        </p:spPr>
        <p:style>
          <a:lnRef idx="0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Scene:Cloud1_Highlight"/>
          <p:cNvSpPr/>
          <p:nvPr/>
        </p:nvSpPr>
        <p:spPr>
          <a:xfrm>
            <a:off x="1167688" y="1367942"/>
            <a:ext cx="1308506" cy="444398"/>
          </a:xfrm>
          <a:custGeom>
            <a:avLst/>
            <a:gdLst/>
            <a:ahLst/>
            <a:cxnLst/>
            <a:rect l="0" t="0" r="r" b="b"/>
            <a:pathLst>
              <a:path w="1000" h="1000">
                <a:moveTo>
                  <a:pt x="90" y="760"/>
                </a:moveTo>
                <a:cubicBezTo>
                  <a:pt x="15" y="750"/>
                  <a:pt x="10" y="540"/>
                  <a:pt x="120" y="480"/>
                </a:cubicBezTo>
                <a:cubicBezTo>
                  <a:pt x="160" y="280"/>
                  <a:pt x="340" y="180"/>
                  <a:pt x="490" y="270"/>
                </a:cubicBezTo>
                <a:cubicBezTo>
                  <a:pt x="580" y="130"/>
                  <a:pt x="780" y="160"/>
                  <a:pt x="830" y="340"/>
                </a:cubicBezTo>
                <a:cubicBezTo>
                  <a:pt x="950" y="360"/>
                  <a:pt x="995" y="550"/>
                  <a:pt x="910" y="700"/>
                </a:cubicBezTo>
                <a:cubicBezTo>
                  <a:pt x="880" y="780"/>
                  <a:pt x="720" y="790"/>
                  <a:pt x="520" y="780"/>
                </a:cubicBezTo>
                <a:cubicBezTo>
                  <a:pt x="320" y="790"/>
                  <a:pt x="170" y="780"/>
                  <a:pt x="90" y="760"/>
                </a:cubicBezTo>
                <a:close/>
              </a:path>
            </a:pathLst>
          </a:custGeom>
          <a:solidFill>
            <a:srgbClr val="FFF8F0">
              <a:alpha val="62000"/>
            </a:srgbClr>
          </a:solidFill>
          <a:ln w="0">
            <a:noFill/>
          </a:ln>
        </p:spPr>
        <p:style>
          <a:lnRef idx="0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Scene:Cloud2_Main"/>
          <p:cNvSpPr/>
          <p:nvPr/>
        </p:nvSpPr>
        <p:spPr>
          <a:xfrm>
            <a:off x="3977639" y="987552"/>
            <a:ext cx="2788920" cy="932688"/>
          </a:xfrm>
          <a:custGeom>
            <a:avLst/>
            <a:gdLst/>
            <a:ahLst/>
            <a:cxnLst/>
            <a:rect l="0" t="0" r="r" b="b"/>
            <a:pathLst>
              <a:path w="1000" h="1000">
                <a:moveTo>
                  <a:pt x="90" y="760"/>
                </a:moveTo>
                <a:cubicBezTo>
                  <a:pt x="15" y="750"/>
                  <a:pt x="10" y="540"/>
                  <a:pt x="120" y="480"/>
                </a:cubicBezTo>
                <a:cubicBezTo>
                  <a:pt x="160" y="280"/>
                  <a:pt x="340" y="180"/>
                  <a:pt x="490" y="270"/>
                </a:cubicBezTo>
                <a:cubicBezTo>
                  <a:pt x="580" y="130"/>
                  <a:pt x="780" y="160"/>
                  <a:pt x="830" y="340"/>
                </a:cubicBezTo>
                <a:cubicBezTo>
                  <a:pt x="950" y="360"/>
                  <a:pt x="995" y="550"/>
                  <a:pt x="910" y="700"/>
                </a:cubicBezTo>
                <a:cubicBezTo>
                  <a:pt x="880" y="780"/>
                  <a:pt x="720" y="790"/>
                  <a:pt x="520" y="780"/>
                </a:cubicBezTo>
                <a:cubicBezTo>
                  <a:pt x="320" y="790"/>
                  <a:pt x="170" y="780"/>
                  <a:pt x="90" y="760"/>
                </a:cubicBezTo>
                <a:close/>
              </a:path>
            </a:pathLst>
          </a:custGeom>
          <a:gradFill>
            <a:gsLst>
              <a:gs pos="0">
                <a:srgbClr val="FFF8F0">
                  <a:alpha val="88000"/>
                </a:srgbClr>
              </a:gs>
              <a:gs pos="60000">
                <a:srgbClr val="F8EDEB">
                  <a:alpha val="76000"/>
                </a:srgbClr>
              </a:gs>
              <a:gs pos="100000">
                <a:srgbClr val="FFB5A7">
                  <a:alpha val="62000"/>
                </a:srgbClr>
              </a:gs>
            </a:gsLst>
            <a:lin ang="5400000" scaled="1"/>
          </a:gradFill>
          <a:ln w="0">
            <a:noFill/>
          </a:ln>
        </p:spPr>
        <p:style>
          <a:lnRef idx="0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Scene:Cloud2_Highlight"/>
          <p:cNvSpPr/>
          <p:nvPr/>
        </p:nvSpPr>
        <p:spPr>
          <a:xfrm>
            <a:off x="4479645" y="1211397"/>
            <a:ext cx="1506016" cy="503651"/>
          </a:xfrm>
          <a:custGeom>
            <a:avLst/>
            <a:gdLst/>
            <a:ahLst/>
            <a:cxnLst/>
            <a:rect l="0" t="0" r="r" b="b"/>
            <a:pathLst>
              <a:path w="1000" h="1000">
                <a:moveTo>
                  <a:pt x="110" y="780"/>
                </a:moveTo>
                <a:cubicBezTo>
                  <a:pt x="20" y="780"/>
                  <a:pt x="5" y="580"/>
                  <a:pt x="95" y="510"/>
                </a:cubicBezTo>
                <a:cubicBezTo>
                  <a:pt x="90" y="340"/>
                  <a:pt x="230" y="230"/>
                  <a:pt x="370" y="290"/>
                </a:cubicBezTo>
                <a:cubicBezTo>
                  <a:pt x="430" y="110"/>
                  <a:pt x="650" y="90"/>
                  <a:pt x="740" y="260"/>
                </a:cubicBezTo>
                <a:cubicBezTo>
                  <a:pt x="860" y="220"/>
                  <a:pt x="975" y="340"/>
                  <a:pt x="940" y="490"/>
                </a:cubicBezTo>
                <a:cubicBezTo>
                  <a:pt x="1010" y="570"/>
                  <a:pt x="980" y="780"/>
                  <a:pt x="870" y="780"/>
                </a:cubicBezTo>
                <a:cubicBezTo>
                  <a:pt x="640" y="810"/>
                  <a:pt x="340" y="810"/>
                  <a:pt x="110" y="780"/>
                </a:cubicBezTo>
                <a:close/>
              </a:path>
            </a:pathLst>
          </a:custGeom>
          <a:solidFill>
            <a:srgbClr val="FFF8F0">
              <a:alpha val="62000"/>
            </a:srgbClr>
          </a:solidFill>
          <a:ln w="0">
            <a:noFill/>
          </a:ln>
        </p:spPr>
        <p:style>
          <a:lnRef idx="0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Scene:Cloud3_Main"/>
          <p:cNvSpPr/>
          <p:nvPr/>
        </p:nvSpPr>
        <p:spPr>
          <a:xfrm>
            <a:off x="2057400" y="2267712"/>
            <a:ext cx="3017520" cy="768096"/>
          </a:xfrm>
          <a:custGeom>
            <a:avLst/>
            <a:gdLst/>
            <a:ahLst/>
            <a:cxnLst/>
            <a:rect l="0" t="0" r="r" b="b"/>
            <a:pathLst>
              <a:path w="1000" h="1000">
                <a:moveTo>
                  <a:pt x="110" y="780"/>
                </a:moveTo>
                <a:cubicBezTo>
                  <a:pt x="20" y="780"/>
                  <a:pt x="5" y="580"/>
                  <a:pt x="95" y="510"/>
                </a:cubicBezTo>
                <a:cubicBezTo>
                  <a:pt x="90" y="340"/>
                  <a:pt x="230" y="230"/>
                  <a:pt x="370" y="290"/>
                </a:cubicBezTo>
                <a:cubicBezTo>
                  <a:pt x="430" y="110"/>
                  <a:pt x="650" y="90"/>
                  <a:pt x="740" y="260"/>
                </a:cubicBezTo>
                <a:cubicBezTo>
                  <a:pt x="860" y="220"/>
                  <a:pt x="975" y="340"/>
                  <a:pt x="940" y="490"/>
                </a:cubicBezTo>
                <a:cubicBezTo>
                  <a:pt x="1010" y="570"/>
                  <a:pt x="980" y="780"/>
                  <a:pt x="870" y="780"/>
                </a:cubicBezTo>
                <a:cubicBezTo>
                  <a:pt x="640" y="810"/>
                  <a:pt x="340" y="810"/>
                  <a:pt x="110" y="780"/>
                </a:cubicBezTo>
                <a:close/>
              </a:path>
            </a:pathLst>
          </a:custGeom>
          <a:gradFill>
            <a:gsLst>
              <a:gs pos="0">
                <a:srgbClr val="FFE5D9">
                  <a:alpha val="78000"/>
                </a:srgbClr>
              </a:gs>
              <a:gs pos="100000">
                <a:srgbClr val="D8E2DC">
                  <a:alpha val="45000"/>
                </a:srgbClr>
              </a:gs>
            </a:gsLst>
            <a:lin ang="5400000" scaled="1"/>
          </a:gradFill>
          <a:ln w="0">
            <a:noFill/>
          </a:ln>
        </p:spPr>
        <p:style>
          <a:lnRef idx="0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Scene:Cloud3_Highlight"/>
          <p:cNvSpPr/>
          <p:nvPr/>
        </p:nvSpPr>
        <p:spPr>
          <a:xfrm>
            <a:off x="2600553" y="2452055"/>
            <a:ext cx="1629460" cy="414771"/>
          </a:xfrm>
          <a:custGeom>
            <a:avLst/>
            <a:gdLst/>
            <a:ahLst/>
            <a:cxnLst/>
            <a:rect l="0" t="0" r="r" b="b"/>
            <a:pathLst>
              <a:path w="1000" h="1000">
                <a:moveTo>
                  <a:pt x="90" y="760"/>
                </a:moveTo>
                <a:cubicBezTo>
                  <a:pt x="15" y="750"/>
                  <a:pt x="10" y="540"/>
                  <a:pt x="120" y="480"/>
                </a:cubicBezTo>
                <a:cubicBezTo>
                  <a:pt x="160" y="280"/>
                  <a:pt x="340" y="180"/>
                  <a:pt x="490" y="270"/>
                </a:cubicBezTo>
                <a:cubicBezTo>
                  <a:pt x="580" y="130"/>
                  <a:pt x="780" y="160"/>
                  <a:pt x="830" y="340"/>
                </a:cubicBezTo>
                <a:cubicBezTo>
                  <a:pt x="950" y="360"/>
                  <a:pt x="995" y="550"/>
                  <a:pt x="910" y="700"/>
                </a:cubicBezTo>
                <a:cubicBezTo>
                  <a:pt x="880" y="780"/>
                  <a:pt x="720" y="790"/>
                  <a:pt x="520" y="780"/>
                </a:cubicBezTo>
                <a:cubicBezTo>
                  <a:pt x="320" y="790"/>
                  <a:pt x="170" y="780"/>
                  <a:pt x="90" y="760"/>
                </a:cubicBezTo>
                <a:close/>
              </a:path>
            </a:pathLst>
          </a:custGeom>
          <a:solidFill>
            <a:srgbClr val="FFF8F0">
              <a:alpha val="62000"/>
            </a:srgbClr>
          </a:solidFill>
          <a:ln w="0">
            <a:noFill/>
          </a:ln>
        </p:spPr>
        <p:style>
          <a:lnRef idx="0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Scene:Cloud4_Main"/>
          <p:cNvSpPr/>
          <p:nvPr/>
        </p:nvSpPr>
        <p:spPr>
          <a:xfrm>
            <a:off x="6720840" y="1920240"/>
            <a:ext cx="2560320" cy="804672"/>
          </a:xfrm>
          <a:custGeom>
            <a:avLst/>
            <a:gdLst/>
            <a:ahLst/>
            <a:cxnLst/>
            <a:rect l="0" t="0" r="r" b="b"/>
            <a:pathLst>
              <a:path w="1000" h="1000">
                <a:moveTo>
                  <a:pt x="90" y="760"/>
                </a:moveTo>
                <a:cubicBezTo>
                  <a:pt x="15" y="750"/>
                  <a:pt x="10" y="540"/>
                  <a:pt x="120" y="480"/>
                </a:cubicBezTo>
                <a:cubicBezTo>
                  <a:pt x="160" y="280"/>
                  <a:pt x="340" y="180"/>
                  <a:pt x="490" y="270"/>
                </a:cubicBezTo>
                <a:cubicBezTo>
                  <a:pt x="580" y="130"/>
                  <a:pt x="780" y="160"/>
                  <a:pt x="830" y="340"/>
                </a:cubicBezTo>
                <a:cubicBezTo>
                  <a:pt x="950" y="360"/>
                  <a:pt x="995" y="550"/>
                  <a:pt x="910" y="700"/>
                </a:cubicBezTo>
                <a:cubicBezTo>
                  <a:pt x="880" y="780"/>
                  <a:pt x="720" y="790"/>
                  <a:pt x="520" y="780"/>
                </a:cubicBezTo>
                <a:cubicBezTo>
                  <a:pt x="320" y="790"/>
                  <a:pt x="170" y="780"/>
                  <a:pt x="90" y="760"/>
                </a:cubicBezTo>
                <a:close/>
              </a:path>
            </a:pathLst>
          </a:custGeom>
          <a:gradFill>
            <a:gsLst>
              <a:gs pos="0">
                <a:srgbClr val="FFF3B0">
                  <a:alpha val="82000"/>
                </a:srgbClr>
              </a:gs>
              <a:gs pos="50000">
                <a:srgbClr val="F4A261">
                  <a:alpha val="72000"/>
                </a:srgbClr>
              </a:gs>
              <a:gs pos="100000">
                <a:srgbClr val="E76F51">
                  <a:alpha val="55000"/>
                </a:srgbClr>
              </a:gs>
            </a:gsLst>
            <a:lin ang="5400000" scaled="1"/>
          </a:gradFill>
          <a:ln w="0">
            <a:noFill/>
          </a:ln>
        </p:spPr>
        <p:style>
          <a:lnRef idx="0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Scene:Cloud4_Highlight"/>
          <p:cNvSpPr/>
          <p:nvPr/>
        </p:nvSpPr>
        <p:spPr>
          <a:xfrm>
            <a:off x="7181697" y="2113361"/>
            <a:ext cx="1382572" cy="434522"/>
          </a:xfrm>
          <a:custGeom>
            <a:avLst/>
            <a:gdLst/>
            <a:ahLst/>
            <a:cxnLst/>
            <a:rect l="0" t="0" r="r" b="b"/>
            <a:pathLst>
              <a:path w="1000" h="1000">
                <a:moveTo>
                  <a:pt x="110" y="780"/>
                </a:moveTo>
                <a:cubicBezTo>
                  <a:pt x="20" y="780"/>
                  <a:pt x="5" y="580"/>
                  <a:pt x="95" y="510"/>
                </a:cubicBezTo>
                <a:cubicBezTo>
                  <a:pt x="90" y="340"/>
                  <a:pt x="230" y="230"/>
                  <a:pt x="370" y="290"/>
                </a:cubicBezTo>
                <a:cubicBezTo>
                  <a:pt x="430" y="110"/>
                  <a:pt x="650" y="90"/>
                  <a:pt x="740" y="260"/>
                </a:cubicBezTo>
                <a:cubicBezTo>
                  <a:pt x="860" y="220"/>
                  <a:pt x="975" y="340"/>
                  <a:pt x="940" y="490"/>
                </a:cubicBezTo>
                <a:cubicBezTo>
                  <a:pt x="1010" y="570"/>
                  <a:pt x="980" y="780"/>
                  <a:pt x="870" y="780"/>
                </a:cubicBezTo>
                <a:cubicBezTo>
                  <a:pt x="640" y="810"/>
                  <a:pt x="340" y="810"/>
                  <a:pt x="110" y="780"/>
                </a:cubicBezTo>
                <a:close/>
              </a:path>
            </a:pathLst>
          </a:custGeom>
          <a:solidFill>
            <a:srgbClr val="FFF8F0">
              <a:alpha val="62000"/>
            </a:srgbClr>
          </a:solidFill>
          <a:ln w="0">
            <a:noFill/>
          </a:ln>
        </p:spPr>
        <p:style>
          <a:lnRef idx="0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Scene:Cloud5_Main"/>
          <p:cNvSpPr/>
          <p:nvPr/>
        </p:nvSpPr>
        <p:spPr>
          <a:xfrm>
            <a:off x="8321040" y="1280160"/>
            <a:ext cx="2057400" cy="694944"/>
          </a:xfrm>
          <a:custGeom>
            <a:avLst/>
            <a:gdLst/>
            <a:ahLst/>
            <a:cxnLst/>
            <a:rect l="0" t="0" r="r" b="b"/>
            <a:pathLst>
              <a:path w="1000" h="1000">
                <a:moveTo>
                  <a:pt x="110" y="780"/>
                </a:moveTo>
                <a:cubicBezTo>
                  <a:pt x="20" y="780"/>
                  <a:pt x="5" y="580"/>
                  <a:pt x="95" y="510"/>
                </a:cubicBezTo>
                <a:cubicBezTo>
                  <a:pt x="90" y="340"/>
                  <a:pt x="230" y="230"/>
                  <a:pt x="370" y="290"/>
                </a:cubicBezTo>
                <a:cubicBezTo>
                  <a:pt x="430" y="110"/>
                  <a:pt x="650" y="90"/>
                  <a:pt x="740" y="260"/>
                </a:cubicBezTo>
                <a:cubicBezTo>
                  <a:pt x="860" y="220"/>
                  <a:pt x="975" y="340"/>
                  <a:pt x="940" y="490"/>
                </a:cubicBezTo>
                <a:cubicBezTo>
                  <a:pt x="1010" y="570"/>
                  <a:pt x="980" y="780"/>
                  <a:pt x="870" y="780"/>
                </a:cubicBezTo>
                <a:cubicBezTo>
                  <a:pt x="640" y="810"/>
                  <a:pt x="340" y="810"/>
                  <a:pt x="110" y="780"/>
                </a:cubicBezTo>
                <a:close/>
              </a:path>
            </a:pathLst>
          </a:custGeom>
          <a:gradFill>
            <a:gsLst>
              <a:gs pos="0">
                <a:srgbClr val="FFF1E6">
                  <a:alpha val="84000"/>
                </a:srgbClr>
              </a:gs>
              <a:gs pos="100000">
                <a:srgbClr val="E5989B">
                  <a:alpha val="58000"/>
                </a:srgbClr>
              </a:gs>
            </a:gsLst>
            <a:lin ang="5400000" scaled="1"/>
          </a:gradFill>
          <a:ln w="0">
            <a:noFill/>
          </a:ln>
        </p:spPr>
        <p:style>
          <a:lnRef idx="0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Scene:Cloud5_Highlight"/>
          <p:cNvSpPr/>
          <p:nvPr/>
        </p:nvSpPr>
        <p:spPr>
          <a:xfrm>
            <a:off x="8691372" y="1446946"/>
            <a:ext cx="1110996" cy="375269"/>
          </a:xfrm>
          <a:custGeom>
            <a:avLst/>
            <a:gdLst/>
            <a:ahLst/>
            <a:cxnLst/>
            <a:rect l="0" t="0" r="r" b="b"/>
            <a:pathLst>
              <a:path w="1000" h="1000">
                <a:moveTo>
                  <a:pt x="90" y="760"/>
                </a:moveTo>
                <a:cubicBezTo>
                  <a:pt x="15" y="750"/>
                  <a:pt x="10" y="540"/>
                  <a:pt x="120" y="480"/>
                </a:cubicBezTo>
                <a:cubicBezTo>
                  <a:pt x="160" y="280"/>
                  <a:pt x="340" y="180"/>
                  <a:pt x="490" y="270"/>
                </a:cubicBezTo>
                <a:cubicBezTo>
                  <a:pt x="580" y="130"/>
                  <a:pt x="780" y="160"/>
                  <a:pt x="830" y="340"/>
                </a:cubicBezTo>
                <a:cubicBezTo>
                  <a:pt x="950" y="360"/>
                  <a:pt x="995" y="550"/>
                  <a:pt x="910" y="700"/>
                </a:cubicBezTo>
                <a:cubicBezTo>
                  <a:pt x="880" y="780"/>
                  <a:pt x="720" y="790"/>
                  <a:pt x="520" y="780"/>
                </a:cubicBezTo>
                <a:cubicBezTo>
                  <a:pt x="320" y="790"/>
                  <a:pt x="170" y="780"/>
                  <a:pt x="90" y="760"/>
                </a:cubicBezTo>
                <a:close/>
              </a:path>
            </a:pathLst>
          </a:custGeom>
          <a:solidFill>
            <a:srgbClr val="FFF8F0">
              <a:alpha val="62000"/>
            </a:srgbClr>
          </a:solidFill>
          <a:ln w="0">
            <a:noFill/>
          </a:ln>
        </p:spPr>
        <p:style>
          <a:lnRef idx="0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Bg:Mountain_Mid1"/>
          <p:cNvSpPr/>
          <p:nvPr/>
        </p:nvSpPr>
        <p:spPr>
          <a:xfrm>
            <a:off x="0" y="2578608"/>
            <a:ext cx="12191695" cy="2331720"/>
          </a:xfrm>
          <a:custGeom>
            <a:avLst/>
            <a:gdLst/>
            <a:ahLst/>
            <a:cxnLst/>
            <a:rect l="0" t="0" r="r" b="b"/>
            <a:pathLst>
              <a:path w="1000" h="1000">
                <a:moveTo>
                  <a:pt x="0" y="1000"/>
                </a:moveTo>
                <a:lnTo>
                  <a:pt x="0" y="620"/>
                </a:lnTo>
                <a:cubicBezTo>
                  <a:pt x="45" y="620"/>
                  <a:pt x="95" y="430"/>
                  <a:pt x="140" y="430"/>
                </a:cubicBezTo>
                <a:cubicBezTo>
                  <a:pt x="190" y="430"/>
                  <a:pt x="240" y="510"/>
                  <a:pt x="290" y="510"/>
                </a:cubicBezTo>
                <a:cubicBezTo>
                  <a:pt x="350" y="510"/>
                  <a:pt x="400" y="250"/>
                  <a:pt x="460" y="250"/>
                </a:cubicBezTo>
                <a:cubicBezTo>
                  <a:pt x="520" y="250"/>
                  <a:pt x="570" y="460"/>
                  <a:pt x="630" y="460"/>
                </a:cubicBezTo>
                <a:cubicBezTo>
                  <a:pt x="685" y="460"/>
                  <a:pt x="735" y="210"/>
                  <a:pt x="790" y="210"/>
                </a:cubicBezTo>
                <a:cubicBezTo>
                  <a:pt x="825" y="210"/>
                  <a:pt x="875" y="470"/>
                  <a:pt x="910" y="470"/>
                </a:cubicBezTo>
                <a:cubicBezTo>
                  <a:pt x="930" y="470"/>
                  <a:pt x="980" y="360"/>
                  <a:pt x="1000" y="360"/>
                </a:cubicBezTo>
                <a:lnTo>
                  <a:pt x="1000" y="1000"/>
                </a:lnTo>
                <a:close/>
              </a:path>
            </a:pathLst>
          </a:custGeom>
          <a:gradFill>
            <a:gsLst>
              <a:gs pos="0">
                <a:srgbClr val="354F52">
                  <a:alpha val="88000"/>
                </a:srgbClr>
              </a:gs>
              <a:gs pos="100000">
                <a:srgbClr val="1B263B">
                  <a:alpha val="96000"/>
                </a:srgbClr>
              </a:gs>
            </a:gsLst>
            <a:lin ang="5400000" scaled="1"/>
          </a:gradFill>
          <a:ln w="0">
            <a:noFill/>
          </a:ln>
        </p:spPr>
        <p:style>
          <a:lnRef idx="0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Bg:Mountain_Near"/>
          <p:cNvSpPr/>
          <p:nvPr/>
        </p:nvSpPr>
        <p:spPr>
          <a:xfrm>
            <a:off x="0" y="3090672"/>
            <a:ext cx="12191695" cy="1965960"/>
          </a:xfrm>
          <a:custGeom>
            <a:avLst/>
            <a:gdLst/>
            <a:ahLst/>
            <a:cxnLst/>
            <a:rect l="0" t="0" r="r" b="b"/>
            <a:pathLst>
              <a:path w="1000" h="1000">
                <a:moveTo>
                  <a:pt x="0" y="1000"/>
                </a:moveTo>
                <a:lnTo>
                  <a:pt x="0" y="620"/>
                </a:lnTo>
                <a:cubicBezTo>
                  <a:pt x="45" y="620"/>
                  <a:pt x="95" y="320"/>
                  <a:pt x="140" y="320"/>
                </a:cubicBezTo>
                <a:cubicBezTo>
                  <a:pt x="190" y="320"/>
                  <a:pt x="240" y="510"/>
                  <a:pt x="290" y="510"/>
                </a:cubicBezTo>
                <a:cubicBezTo>
                  <a:pt x="350" y="510"/>
                  <a:pt x="400" y="150"/>
                  <a:pt x="460" y="150"/>
                </a:cubicBezTo>
                <a:cubicBezTo>
                  <a:pt x="520" y="150"/>
                  <a:pt x="570" y="460"/>
                  <a:pt x="630" y="460"/>
                </a:cubicBezTo>
                <a:cubicBezTo>
                  <a:pt x="685" y="460"/>
                  <a:pt x="735" y="300"/>
                  <a:pt x="790" y="300"/>
                </a:cubicBezTo>
                <a:cubicBezTo>
                  <a:pt x="825" y="300"/>
                  <a:pt x="875" y="470"/>
                  <a:pt x="910" y="470"/>
                </a:cubicBezTo>
                <a:cubicBezTo>
                  <a:pt x="930" y="470"/>
                  <a:pt x="980" y="360"/>
                  <a:pt x="1000" y="360"/>
                </a:cubicBezTo>
                <a:lnTo>
                  <a:pt x="1000" y="1000"/>
                </a:lnTo>
                <a:close/>
              </a:path>
            </a:pathLst>
          </a:custGeom>
          <a:gradFill>
            <a:gsLst>
              <a:gs pos="0">
                <a:srgbClr val="264653">
                  <a:alpha val="94000"/>
                </a:srgbClr>
              </a:gs>
              <a:gs pos="100000">
                <a:srgbClr val="0F2027">
                  <a:alpha val="98000"/>
                </a:srgbClr>
              </a:gs>
            </a:gsLst>
            <a:lin ang="5400000" scaled="1"/>
          </a:gradFill>
          <a:ln w="0">
            <a:noFill/>
          </a:ln>
        </p:spPr>
        <p:style>
          <a:lnRef idx="0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Scene:Bird1_Main"/>
          <p:cNvSpPr/>
          <p:nvPr/>
        </p:nvSpPr>
        <p:spPr>
          <a:xfrm>
            <a:off x="1783080" y="1645920"/>
            <a:ext cx="585216" cy="320040"/>
          </a:xfrm>
          <a:custGeom>
            <a:avLst/>
            <a:gdLst/>
            <a:ahLst/>
            <a:cxnLst/>
            <a:rect l="0" t="0" r="r" b="b"/>
            <a:pathLst>
              <a:path w="1000" h="1000">
                <a:moveTo>
                  <a:pt x="30" y="600"/>
                </a:moveTo>
                <a:cubicBezTo>
                  <a:pt x="180" y="180"/>
                  <a:pt x="380" y="90"/>
                  <a:pt x="500" y="410"/>
                </a:cubicBezTo>
                <a:cubicBezTo>
                  <a:pt x="620" y="90"/>
                  <a:pt x="820" y="180"/>
                  <a:pt x="970" y="600"/>
                </a:cubicBezTo>
                <a:cubicBezTo>
                  <a:pt x="780" y="390"/>
                  <a:pt x="610" y="440"/>
                  <a:pt x="500" y="700"/>
                </a:cubicBezTo>
                <a:cubicBezTo>
                  <a:pt x="390" y="440"/>
                  <a:pt x="220" y="390"/>
                  <a:pt x="30" y="600"/>
                </a:cubicBezTo>
                <a:close/>
              </a:path>
            </a:pathLst>
          </a:custGeom>
          <a:solidFill>
            <a:srgbClr val="1D2D44">
              <a:alpha val="94000"/>
            </a:srgbClr>
          </a:solidFill>
          <a:ln w="0">
            <a:noFill/>
          </a:ln>
        </p:spPr>
        <p:style>
          <a:lnRef idx="0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Scene:Bird1_WingTip"/>
          <p:cNvSpPr/>
          <p:nvPr/>
        </p:nvSpPr>
        <p:spPr>
          <a:xfrm>
            <a:off x="1870862" y="1684324"/>
            <a:ext cx="409651" cy="176022"/>
          </a:xfrm>
          <a:custGeom>
            <a:avLst/>
            <a:gdLst/>
            <a:ahLst/>
            <a:cxnLst/>
            <a:rect l="0" t="0" r="r" b="b"/>
            <a:pathLst>
              <a:path w="1000" h="1000">
                <a:moveTo>
                  <a:pt x="30" y="600"/>
                </a:moveTo>
                <a:cubicBezTo>
                  <a:pt x="180" y="180"/>
                  <a:pt x="380" y="90"/>
                  <a:pt x="500" y="410"/>
                </a:cubicBezTo>
                <a:cubicBezTo>
                  <a:pt x="620" y="90"/>
                  <a:pt x="820" y="180"/>
                  <a:pt x="970" y="600"/>
                </a:cubicBezTo>
                <a:cubicBezTo>
                  <a:pt x="780" y="390"/>
                  <a:pt x="610" y="440"/>
                  <a:pt x="500" y="700"/>
                </a:cubicBezTo>
                <a:cubicBezTo>
                  <a:pt x="390" y="440"/>
                  <a:pt x="220" y="390"/>
                  <a:pt x="30" y="600"/>
                </a:cubicBezTo>
                <a:close/>
              </a:path>
            </a:pathLst>
          </a:custGeom>
          <a:solidFill>
            <a:srgbClr val="FDE2C4">
              <a:alpha val="55000"/>
            </a:srgbClr>
          </a:solidFill>
          <a:ln w="0">
            <a:noFill/>
          </a:ln>
        </p:spPr>
        <p:style>
          <a:lnRef idx="0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Scene:Bird2_Main"/>
          <p:cNvSpPr/>
          <p:nvPr/>
        </p:nvSpPr>
        <p:spPr>
          <a:xfrm>
            <a:off x="2514600" y="1426464"/>
            <a:ext cx="493776" cy="265176"/>
          </a:xfrm>
          <a:custGeom>
            <a:avLst/>
            <a:gdLst/>
            <a:ahLst/>
            <a:cxnLst/>
            <a:rect l="0" t="0" r="r" b="b"/>
            <a:pathLst>
              <a:path w="1000" h="1000">
                <a:moveTo>
                  <a:pt x="30" y="600"/>
                </a:moveTo>
                <a:cubicBezTo>
                  <a:pt x="180" y="180"/>
                  <a:pt x="380" y="90"/>
                  <a:pt x="500" y="410"/>
                </a:cubicBezTo>
                <a:cubicBezTo>
                  <a:pt x="620" y="90"/>
                  <a:pt x="820" y="180"/>
                  <a:pt x="970" y="600"/>
                </a:cubicBezTo>
                <a:cubicBezTo>
                  <a:pt x="780" y="390"/>
                  <a:pt x="610" y="440"/>
                  <a:pt x="500" y="700"/>
                </a:cubicBezTo>
                <a:cubicBezTo>
                  <a:pt x="390" y="440"/>
                  <a:pt x="220" y="390"/>
                  <a:pt x="30" y="600"/>
                </a:cubicBezTo>
                <a:close/>
              </a:path>
            </a:pathLst>
          </a:custGeom>
          <a:solidFill>
            <a:srgbClr val="1D2D44">
              <a:alpha val="94000"/>
            </a:srgbClr>
          </a:solidFill>
          <a:ln w="0">
            <a:noFill/>
          </a:ln>
        </p:spPr>
        <p:style>
          <a:lnRef idx="0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Scene:Bird2_WingTip"/>
          <p:cNvSpPr/>
          <p:nvPr/>
        </p:nvSpPr>
        <p:spPr>
          <a:xfrm>
            <a:off x="2588666" y="1458285"/>
            <a:ext cx="345643" cy="145846"/>
          </a:xfrm>
          <a:custGeom>
            <a:avLst/>
            <a:gdLst/>
            <a:ahLst/>
            <a:cxnLst/>
            <a:rect l="0" t="0" r="r" b="b"/>
            <a:pathLst>
              <a:path w="1000" h="1000">
                <a:moveTo>
                  <a:pt x="30" y="600"/>
                </a:moveTo>
                <a:cubicBezTo>
                  <a:pt x="180" y="180"/>
                  <a:pt x="380" y="90"/>
                  <a:pt x="500" y="410"/>
                </a:cubicBezTo>
                <a:cubicBezTo>
                  <a:pt x="620" y="90"/>
                  <a:pt x="820" y="180"/>
                  <a:pt x="970" y="600"/>
                </a:cubicBezTo>
                <a:cubicBezTo>
                  <a:pt x="780" y="390"/>
                  <a:pt x="610" y="440"/>
                  <a:pt x="500" y="700"/>
                </a:cubicBezTo>
                <a:cubicBezTo>
                  <a:pt x="390" y="440"/>
                  <a:pt x="220" y="390"/>
                  <a:pt x="30" y="600"/>
                </a:cubicBezTo>
                <a:close/>
              </a:path>
            </a:pathLst>
          </a:custGeom>
          <a:solidFill>
            <a:srgbClr val="FDE2C4">
              <a:alpha val="55000"/>
            </a:srgbClr>
          </a:solidFill>
          <a:ln w="0">
            <a:noFill/>
          </a:ln>
        </p:spPr>
        <p:style>
          <a:lnRef idx="0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Scene:Bird3_Main"/>
          <p:cNvSpPr/>
          <p:nvPr/>
        </p:nvSpPr>
        <p:spPr>
          <a:xfrm>
            <a:off x="3127248" y="1719072"/>
            <a:ext cx="438912" cy="237744"/>
          </a:xfrm>
          <a:custGeom>
            <a:avLst/>
            <a:gdLst/>
            <a:ahLst/>
            <a:cxnLst/>
            <a:rect l="0" t="0" r="r" b="b"/>
            <a:pathLst>
              <a:path w="1000" h="1000">
                <a:moveTo>
                  <a:pt x="30" y="600"/>
                </a:moveTo>
                <a:cubicBezTo>
                  <a:pt x="180" y="180"/>
                  <a:pt x="380" y="90"/>
                  <a:pt x="500" y="410"/>
                </a:cubicBezTo>
                <a:cubicBezTo>
                  <a:pt x="620" y="90"/>
                  <a:pt x="820" y="180"/>
                  <a:pt x="970" y="600"/>
                </a:cubicBezTo>
                <a:cubicBezTo>
                  <a:pt x="780" y="390"/>
                  <a:pt x="610" y="440"/>
                  <a:pt x="500" y="700"/>
                </a:cubicBezTo>
                <a:cubicBezTo>
                  <a:pt x="390" y="440"/>
                  <a:pt x="220" y="390"/>
                  <a:pt x="30" y="600"/>
                </a:cubicBezTo>
                <a:close/>
              </a:path>
            </a:pathLst>
          </a:custGeom>
          <a:solidFill>
            <a:srgbClr val="1D2D44">
              <a:alpha val="94000"/>
            </a:srgbClr>
          </a:solidFill>
          <a:ln w="0">
            <a:noFill/>
          </a:ln>
        </p:spPr>
        <p:style>
          <a:lnRef idx="0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Scene:Bird3_WingTip"/>
          <p:cNvSpPr/>
          <p:nvPr/>
        </p:nvSpPr>
        <p:spPr>
          <a:xfrm>
            <a:off x="3193084" y="1747601"/>
            <a:ext cx="307238" cy="130759"/>
          </a:xfrm>
          <a:custGeom>
            <a:avLst/>
            <a:gdLst/>
            <a:ahLst/>
            <a:cxnLst/>
            <a:rect l="0" t="0" r="r" b="b"/>
            <a:pathLst>
              <a:path w="1000" h="1000">
                <a:moveTo>
                  <a:pt x="30" y="600"/>
                </a:moveTo>
                <a:cubicBezTo>
                  <a:pt x="180" y="180"/>
                  <a:pt x="380" y="90"/>
                  <a:pt x="500" y="410"/>
                </a:cubicBezTo>
                <a:cubicBezTo>
                  <a:pt x="620" y="90"/>
                  <a:pt x="820" y="180"/>
                  <a:pt x="970" y="600"/>
                </a:cubicBezTo>
                <a:cubicBezTo>
                  <a:pt x="780" y="390"/>
                  <a:pt x="610" y="440"/>
                  <a:pt x="500" y="700"/>
                </a:cubicBezTo>
                <a:cubicBezTo>
                  <a:pt x="390" y="440"/>
                  <a:pt x="220" y="390"/>
                  <a:pt x="30" y="600"/>
                </a:cubicBezTo>
                <a:close/>
              </a:path>
            </a:pathLst>
          </a:custGeom>
          <a:solidFill>
            <a:srgbClr val="FDE2C4">
              <a:alpha val="55000"/>
            </a:srgbClr>
          </a:solidFill>
          <a:ln w="0">
            <a:noFill/>
          </a:ln>
        </p:spPr>
        <p:style>
          <a:lnRef idx="0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Bg:Water_DeepBase"/>
          <p:cNvSpPr/>
          <p:nvPr/>
        </p:nvSpPr>
        <p:spPr>
          <a:xfrm>
            <a:off x="0" y="4407408"/>
            <a:ext cx="12191695" cy="2450592"/>
          </a:xfrm>
          <a:prstGeom prst="rect">
            <a:avLst/>
          </a:prstGeom>
          <a:gradFill>
            <a:gsLst>
              <a:gs pos="0">
                <a:srgbClr val="1D4E56">
                  <a:alpha val="95000"/>
                </a:srgbClr>
              </a:gs>
              <a:gs pos="100000">
                <a:srgbClr val="07131D"/>
              </a:gs>
            </a:gsLst>
            <a:lin ang="5400000" scaled="1"/>
          </a:gradFill>
          <a:ln w="0">
            <a:noFill/>
          </a:ln>
        </p:spPr>
        <p:style>
          <a:lnRef idx="0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Scene:Wave1_Horizon"/>
          <p:cNvSpPr/>
          <p:nvPr/>
        </p:nvSpPr>
        <p:spPr>
          <a:xfrm>
            <a:off x="320040" y="4315968"/>
            <a:ext cx="11548872" cy="2514600"/>
          </a:xfrm>
          <a:custGeom>
            <a:avLst/>
            <a:gdLst/>
            <a:ahLst/>
            <a:cxnLst/>
            <a:rect l="0" t="0" r="r" b="b"/>
            <a:pathLst>
              <a:path w="1000" h="1000">
                <a:moveTo>
                  <a:pt x="0" y="1000"/>
                </a:moveTo>
                <a:lnTo>
                  <a:pt x="0" y="480"/>
                </a:lnTo>
                <a:cubicBezTo>
                  <a:pt x="36" y="480"/>
                  <a:pt x="64" y="200"/>
                  <a:pt x="100" y="200"/>
                </a:cubicBezTo>
                <a:cubicBezTo>
                  <a:pt x="136" y="200"/>
                  <a:pt x="164" y="480"/>
                  <a:pt x="200" y="480"/>
                </a:cubicBezTo>
                <a:cubicBezTo>
                  <a:pt x="236" y="480"/>
                  <a:pt x="264" y="760"/>
                  <a:pt x="300" y="760"/>
                </a:cubicBezTo>
                <a:cubicBezTo>
                  <a:pt x="336" y="760"/>
                  <a:pt x="364" y="480"/>
                  <a:pt x="400" y="480"/>
                </a:cubicBezTo>
                <a:cubicBezTo>
                  <a:pt x="436" y="480"/>
                  <a:pt x="464" y="200"/>
                  <a:pt x="500" y="200"/>
                </a:cubicBezTo>
                <a:cubicBezTo>
                  <a:pt x="536" y="200"/>
                  <a:pt x="564" y="480"/>
                  <a:pt x="600" y="480"/>
                </a:cubicBezTo>
                <a:cubicBezTo>
                  <a:pt x="636" y="480"/>
                  <a:pt x="664" y="760"/>
                  <a:pt x="700" y="760"/>
                </a:cubicBezTo>
                <a:cubicBezTo>
                  <a:pt x="736" y="760"/>
                  <a:pt x="764" y="480"/>
                  <a:pt x="800" y="480"/>
                </a:cubicBezTo>
                <a:cubicBezTo>
                  <a:pt x="836" y="480"/>
                  <a:pt x="864" y="200"/>
                  <a:pt x="900" y="200"/>
                </a:cubicBezTo>
                <a:cubicBezTo>
                  <a:pt x="936" y="200"/>
                  <a:pt x="964" y="480"/>
                  <a:pt x="1000" y="480"/>
                </a:cubicBezTo>
                <a:lnTo>
                  <a:pt x="1000" y="1000"/>
                </a:lnTo>
                <a:close/>
              </a:path>
            </a:pathLst>
          </a:custGeom>
          <a:gradFill>
            <a:gsLst>
              <a:gs pos="0">
                <a:srgbClr val="2A9D8F">
                  <a:alpha val="82000"/>
                </a:srgbClr>
              </a:gs>
              <a:gs pos="50000">
                <a:srgbClr val="1D4E56">
                  <a:alpha val="90000"/>
                </a:srgbClr>
              </a:gs>
              <a:gs pos="100000">
                <a:srgbClr val="0B1D26">
                  <a:alpha val="96000"/>
                </a:srgbClr>
              </a:gs>
            </a:gsLst>
            <a:lin ang="5400000" scaled="1"/>
          </a:gradFill>
          <a:ln w="0">
            <a:noFill/>
          </a:ln>
        </p:spPr>
        <p:style>
          <a:lnRef idx="0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Scene:Wave2_UpperMid"/>
          <p:cNvSpPr/>
          <p:nvPr/>
        </p:nvSpPr>
        <p:spPr>
          <a:xfrm>
            <a:off x="320040" y="4608576"/>
            <a:ext cx="11548872" cy="2221992"/>
          </a:xfrm>
          <a:custGeom>
            <a:avLst/>
            <a:gdLst/>
            <a:ahLst/>
            <a:cxnLst/>
            <a:rect l="0" t="0" r="r" b="b"/>
            <a:pathLst>
              <a:path w="1000" h="1000">
                <a:moveTo>
                  <a:pt x="0" y="1000"/>
                </a:moveTo>
                <a:lnTo>
                  <a:pt x="0" y="480"/>
                </a:lnTo>
                <a:cubicBezTo>
                  <a:pt x="45" y="480"/>
                  <a:pt x="80" y="760"/>
                  <a:pt x="125" y="760"/>
                </a:cubicBezTo>
                <a:cubicBezTo>
                  <a:pt x="170" y="760"/>
                  <a:pt x="205" y="480"/>
                  <a:pt x="250" y="480"/>
                </a:cubicBezTo>
                <a:cubicBezTo>
                  <a:pt x="295" y="480"/>
                  <a:pt x="330" y="200"/>
                  <a:pt x="375" y="200"/>
                </a:cubicBezTo>
                <a:cubicBezTo>
                  <a:pt x="420" y="200"/>
                  <a:pt x="455" y="480"/>
                  <a:pt x="500" y="480"/>
                </a:cubicBezTo>
                <a:cubicBezTo>
                  <a:pt x="545" y="480"/>
                  <a:pt x="580" y="760"/>
                  <a:pt x="625" y="760"/>
                </a:cubicBezTo>
                <a:cubicBezTo>
                  <a:pt x="670" y="760"/>
                  <a:pt x="705" y="480"/>
                  <a:pt x="750" y="480"/>
                </a:cubicBezTo>
                <a:cubicBezTo>
                  <a:pt x="795" y="480"/>
                  <a:pt x="830" y="200"/>
                  <a:pt x="875" y="200"/>
                </a:cubicBezTo>
                <a:cubicBezTo>
                  <a:pt x="920" y="200"/>
                  <a:pt x="955" y="480"/>
                  <a:pt x="1000" y="480"/>
                </a:cubicBezTo>
                <a:lnTo>
                  <a:pt x="1000" y="1000"/>
                </a:lnTo>
                <a:close/>
              </a:path>
            </a:pathLst>
          </a:custGeom>
          <a:gradFill>
            <a:gsLst>
              <a:gs pos="0">
                <a:srgbClr val="E9C46A">
                  <a:alpha val="65000"/>
                </a:srgbClr>
              </a:gs>
              <a:gs pos="35000">
                <a:srgbClr val="2A9D8F">
                  <a:alpha val="85000"/>
                </a:srgbClr>
              </a:gs>
              <a:gs pos="100000">
                <a:srgbClr val="123542">
                  <a:alpha val="95000"/>
                </a:srgbClr>
              </a:gs>
            </a:gsLst>
            <a:lin ang="5400000" scaled="1"/>
          </a:gradFill>
          <a:ln w="0">
            <a:noFill/>
          </a:ln>
        </p:spPr>
        <p:style>
          <a:lnRef idx="0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Scene:Wave3_Center"/>
          <p:cNvSpPr/>
          <p:nvPr/>
        </p:nvSpPr>
        <p:spPr>
          <a:xfrm>
            <a:off x="320040" y="4901184"/>
            <a:ext cx="11548872" cy="1929384"/>
          </a:xfrm>
          <a:custGeom>
            <a:avLst/>
            <a:gdLst/>
            <a:ahLst/>
            <a:cxnLst/>
            <a:rect l="0" t="0" r="r" b="b"/>
            <a:pathLst>
              <a:path w="1000" h="1000">
                <a:moveTo>
                  <a:pt x="0" y="1000"/>
                </a:moveTo>
                <a:lnTo>
                  <a:pt x="0" y="480"/>
                </a:lnTo>
                <a:cubicBezTo>
                  <a:pt x="36" y="480"/>
                  <a:pt x="64" y="200"/>
                  <a:pt x="100" y="200"/>
                </a:cubicBezTo>
                <a:cubicBezTo>
                  <a:pt x="136" y="200"/>
                  <a:pt x="164" y="480"/>
                  <a:pt x="200" y="480"/>
                </a:cubicBezTo>
                <a:cubicBezTo>
                  <a:pt x="236" y="480"/>
                  <a:pt x="264" y="760"/>
                  <a:pt x="300" y="760"/>
                </a:cubicBezTo>
                <a:cubicBezTo>
                  <a:pt x="336" y="760"/>
                  <a:pt x="364" y="480"/>
                  <a:pt x="400" y="480"/>
                </a:cubicBezTo>
                <a:cubicBezTo>
                  <a:pt x="436" y="480"/>
                  <a:pt x="464" y="200"/>
                  <a:pt x="500" y="200"/>
                </a:cubicBezTo>
                <a:cubicBezTo>
                  <a:pt x="536" y="200"/>
                  <a:pt x="564" y="480"/>
                  <a:pt x="600" y="480"/>
                </a:cubicBezTo>
                <a:cubicBezTo>
                  <a:pt x="636" y="480"/>
                  <a:pt x="664" y="760"/>
                  <a:pt x="700" y="760"/>
                </a:cubicBezTo>
                <a:cubicBezTo>
                  <a:pt x="736" y="760"/>
                  <a:pt x="764" y="480"/>
                  <a:pt x="800" y="480"/>
                </a:cubicBezTo>
                <a:cubicBezTo>
                  <a:pt x="836" y="480"/>
                  <a:pt x="864" y="200"/>
                  <a:pt x="900" y="200"/>
                </a:cubicBezTo>
                <a:cubicBezTo>
                  <a:pt x="936" y="200"/>
                  <a:pt x="964" y="480"/>
                  <a:pt x="1000" y="480"/>
                </a:cubicBezTo>
                <a:lnTo>
                  <a:pt x="1000" y="1000"/>
                </a:lnTo>
                <a:close/>
              </a:path>
            </a:pathLst>
          </a:custGeom>
          <a:gradFill>
            <a:gsLst>
              <a:gs pos="0">
                <a:srgbClr val="48CAE4">
                  <a:alpha val="74000"/>
                </a:srgbClr>
              </a:gs>
              <a:gs pos="45000">
                <a:srgbClr val="0077B6">
                  <a:alpha val="88000"/>
                </a:srgbClr>
              </a:gs>
              <a:gs pos="100000">
                <a:srgbClr val="03045E">
                  <a:alpha val="96000"/>
                </a:srgbClr>
              </a:gs>
            </a:gsLst>
            <a:lin ang="5400000" scaled="1"/>
          </a:gradFill>
          <a:ln w="0">
            <a:noFill/>
          </a:ln>
        </p:spPr>
        <p:style>
          <a:lnRef idx="0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Scene:Wave4_LowerMid"/>
          <p:cNvSpPr/>
          <p:nvPr/>
        </p:nvSpPr>
        <p:spPr>
          <a:xfrm>
            <a:off x="320040" y="5230368"/>
            <a:ext cx="11548872" cy="1600200"/>
          </a:xfrm>
          <a:custGeom>
            <a:avLst/>
            <a:gdLst/>
            <a:ahLst/>
            <a:cxnLst/>
            <a:rect l="0" t="0" r="r" b="b"/>
            <a:pathLst>
              <a:path w="1000" h="1000">
                <a:moveTo>
                  <a:pt x="0" y="1000"/>
                </a:moveTo>
                <a:lnTo>
                  <a:pt x="0" y="480"/>
                </a:lnTo>
                <a:cubicBezTo>
                  <a:pt x="45" y="480"/>
                  <a:pt x="80" y="760"/>
                  <a:pt x="125" y="760"/>
                </a:cubicBezTo>
                <a:cubicBezTo>
                  <a:pt x="170" y="760"/>
                  <a:pt x="205" y="480"/>
                  <a:pt x="250" y="480"/>
                </a:cubicBezTo>
                <a:cubicBezTo>
                  <a:pt x="295" y="480"/>
                  <a:pt x="330" y="200"/>
                  <a:pt x="375" y="200"/>
                </a:cubicBezTo>
                <a:cubicBezTo>
                  <a:pt x="420" y="200"/>
                  <a:pt x="455" y="480"/>
                  <a:pt x="500" y="480"/>
                </a:cubicBezTo>
                <a:cubicBezTo>
                  <a:pt x="545" y="480"/>
                  <a:pt x="580" y="760"/>
                  <a:pt x="625" y="760"/>
                </a:cubicBezTo>
                <a:cubicBezTo>
                  <a:pt x="670" y="760"/>
                  <a:pt x="705" y="480"/>
                  <a:pt x="750" y="480"/>
                </a:cubicBezTo>
                <a:cubicBezTo>
                  <a:pt x="795" y="480"/>
                  <a:pt x="830" y="200"/>
                  <a:pt x="875" y="200"/>
                </a:cubicBezTo>
                <a:cubicBezTo>
                  <a:pt x="920" y="200"/>
                  <a:pt x="955" y="480"/>
                  <a:pt x="1000" y="480"/>
                </a:cubicBezTo>
                <a:lnTo>
                  <a:pt x="1000" y="1000"/>
                </a:lnTo>
                <a:close/>
              </a:path>
            </a:pathLst>
          </a:custGeom>
          <a:gradFill>
            <a:gsLst>
              <a:gs pos="0">
                <a:srgbClr val="F4A261">
                  <a:alpha val="68000"/>
                </a:srgbClr>
              </a:gs>
              <a:gs pos="35000">
                <a:srgbClr val="1A759F">
                  <a:alpha val="88000"/>
                </a:srgbClr>
              </a:gs>
              <a:gs pos="100000">
                <a:srgbClr val="0A2239">
                  <a:alpha val="96000"/>
                </a:srgbClr>
              </a:gs>
            </a:gsLst>
            <a:lin ang="5400000" scaled="1"/>
          </a:gradFill>
          <a:ln w="0">
            <a:noFill/>
          </a:ln>
        </p:spPr>
        <p:style>
          <a:lnRef idx="0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Scene:Boat_Hull"/>
          <p:cNvSpPr/>
          <p:nvPr/>
        </p:nvSpPr>
        <p:spPr>
          <a:xfrm>
            <a:off x="2148840" y="4709160"/>
            <a:ext cx="2194560" cy="676656"/>
          </a:xfrm>
          <a:custGeom>
            <a:avLst/>
            <a:gdLst/>
            <a:ahLst/>
            <a:cxnLst/>
            <a:rect l="0" t="0" r="r" b="b"/>
            <a:pathLst>
              <a:path w="1000" h="1000">
                <a:moveTo>
                  <a:pt x="15" y="310"/>
                </a:moveTo>
                <a:cubicBezTo>
                  <a:pt x="180" y="450"/>
                  <a:pt x="820" y="450"/>
                  <a:pt x="985" y="200"/>
                </a:cubicBezTo>
                <a:cubicBezTo>
                  <a:pt x="930" y="690"/>
                  <a:pt x="790" y="930"/>
                  <a:pt x="510" y="950"/>
                </a:cubicBezTo>
                <a:cubicBezTo>
                  <a:pt x="230" y="930"/>
                  <a:pt x="85" y="720"/>
                  <a:pt x="15" y="310"/>
                </a:cubicBezTo>
                <a:close/>
              </a:path>
            </a:pathLst>
          </a:custGeom>
          <a:gradFill>
            <a:gsLst>
              <a:gs pos="0">
                <a:srgbClr val="9C6644">
                  <a:alpha val="98000"/>
                </a:srgbClr>
              </a:gs>
              <a:gs pos="55000">
                <a:srgbClr val="582F0E">
                  <a:alpha val="99000"/>
                </a:srgbClr>
              </a:gs>
              <a:gs pos="100000">
                <a:srgbClr val="381D0A"/>
              </a:gs>
            </a:gsLst>
            <a:lin ang="5400000" scaled="1"/>
          </a:gradFill>
          <a:ln w="0">
            <a:noFill/>
          </a:ln>
        </p:spPr>
        <p:style>
          <a:lnRef idx="0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Scene:Boat_Gunwale"/>
          <p:cNvSpPr/>
          <p:nvPr/>
        </p:nvSpPr>
        <p:spPr>
          <a:xfrm>
            <a:off x="2359152" y="4901184"/>
            <a:ext cx="1755648" cy="54864"/>
          </a:xfrm>
          <a:prstGeom prst="rect">
            <a:avLst/>
          </a:prstGeom>
          <a:solidFill>
            <a:srgbClr val="E9C46A">
              <a:alpha val="88000"/>
            </a:srgbClr>
          </a:solidFill>
          <a:ln w="0">
            <a:noFill/>
          </a:ln>
        </p:spPr>
        <p:style>
          <a:lnRef idx="0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Scene:Boat_Cabin"/>
          <p:cNvSpPr/>
          <p:nvPr/>
        </p:nvSpPr>
        <p:spPr>
          <a:xfrm>
            <a:off x="2670048" y="4443984"/>
            <a:ext cx="877824" cy="384048"/>
          </a:xfrm>
          <a:prstGeom prst="roundRect">
            <a:avLst/>
          </a:prstGeom>
          <a:gradFill>
            <a:gsLst>
              <a:gs pos="0">
                <a:srgbClr val="D4A373">
                  <a:alpha val="96000"/>
                </a:srgbClr>
              </a:gs>
              <a:gs pos="100000">
                <a:srgbClr val="7F4F24">
                  <a:alpha val="98000"/>
                </a:srgbClr>
              </a:gs>
            </a:gsLst>
            <a:lin ang="5400000" scaled="1"/>
          </a:gradFill>
          <a:ln w="0">
            <a:noFill/>
          </a:ln>
        </p:spPr>
        <p:style>
          <a:lnRef idx="0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Scene:Boat_Window"/>
          <p:cNvSpPr/>
          <p:nvPr/>
        </p:nvSpPr>
        <p:spPr>
          <a:xfrm>
            <a:off x="2944368" y="4535424"/>
            <a:ext cx="329184" cy="182880"/>
          </a:xfrm>
          <a:prstGeom prst="roundRect">
            <a:avLst/>
          </a:prstGeom>
          <a:solidFill>
            <a:srgbClr val="FFE599">
              <a:alpha val="95000"/>
            </a:srgbClr>
          </a:solidFill>
          <a:ln w="0">
            <a:noFill/>
          </a:ln>
        </p:spPr>
        <p:style>
          <a:lnRef idx="0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Scene:Boat_Mast"/>
          <p:cNvSpPr/>
          <p:nvPr/>
        </p:nvSpPr>
        <p:spPr>
          <a:xfrm>
            <a:off x="3163824" y="3429000"/>
            <a:ext cx="54864" cy="1353312"/>
          </a:xfrm>
          <a:prstGeom prst="rect">
            <a:avLst/>
          </a:prstGeom>
          <a:solidFill>
            <a:srgbClr val="582F0E">
              <a:alpha val="98000"/>
            </a:srgbClr>
          </a:solidFill>
          <a:ln w="0">
            <a:noFill/>
          </a:ln>
        </p:spPr>
        <p:style>
          <a:lnRef idx="0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Scene:Boat_Sail"/>
          <p:cNvSpPr/>
          <p:nvPr/>
        </p:nvSpPr>
        <p:spPr>
          <a:xfrm>
            <a:off x="3182112" y="3456432"/>
            <a:ext cx="932688" cy="1298448"/>
          </a:xfrm>
          <a:custGeom>
            <a:avLst/>
            <a:gdLst/>
            <a:ahLst/>
            <a:cxnLst/>
            <a:rect l="0" t="0" r="r" b="b"/>
            <a:pathLst>
              <a:path w="1000" h="1000">
                <a:moveTo>
                  <a:pt x="170" y="960"/>
                </a:moveTo>
                <a:cubicBezTo>
                  <a:pt x="75" y="640"/>
                  <a:pt x="85" y="260"/>
                  <a:pt x="275" y="35"/>
                </a:cubicBezTo>
                <a:cubicBezTo>
                  <a:pt x="650" y="130"/>
                  <a:pt x="930" y="410"/>
                  <a:pt x="885" y="885"/>
                </a:cubicBezTo>
                <a:cubicBezTo>
                  <a:pt x="640" y="835"/>
                  <a:pt x="380" y="890"/>
                  <a:pt x="170" y="960"/>
                </a:cubicBezTo>
                <a:close/>
              </a:path>
            </a:pathLst>
          </a:custGeom>
          <a:gradFill>
            <a:gsLst>
              <a:gs pos="0">
                <a:srgbClr val="FFF3B0">
                  <a:alpha val="94000"/>
                </a:srgbClr>
              </a:gs>
              <a:gs pos="50000">
                <a:srgbClr val="E9C46A">
                  <a:alpha val="90000"/>
                </a:srgbClr>
              </a:gs>
              <a:gs pos="100000">
                <a:srgbClr val="D4A373">
                  <a:alpha val="86000"/>
                </a:srgbClr>
              </a:gs>
            </a:gsLst>
            <a:lin ang="2700000" scaled="1"/>
          </a:gradFill>
          <a:ln w="0">
            <a:noFill/>
          </a:ln>
        </p:spPr>
        <p:style>
          <a:lnRef idx="0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Scene:Boat_Batten1"/>
          <p:cNvSpPr/>
          <p:nvPr/>
        </p:nvSpPr>
        <p:spPr>
          <a:xfrm>
            <a:off x="3246120" y="3794760"/>
            <a:ext cx="713232" cy="32004"/>
          </a:xfrm>
          <a:prstGeom prst="rect">
            <a:avLst/>
          </a:prstGeom>
          <a:solidFill>
            <a:srgbClr val="8D5524">
              <a:alpha val="82000"/>
            </a:srgbClr>
          </a:solidFill>
          <a:ln w="0">
            <a:noFill/>
          </a:ln>
        </p:spPr>
        <p:style>
          <a:lnRef idx="0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Scene:Boat_Batten2"/>
          <p:cNvSpPr/>
          <p:nvPr/>
        </p:nvSpPr>
        <p:spPr>
          <a:xfrm>
            <a:off x="3246120" y="4133087"/>
            <a:ext cx="713232" cy="32004"/>
          </a:xfrm>
          <a:prstGeom prst="rect">
            <a:avLst/>
          </a:prstGeom>
          <a:solidFill>
            <a:srgbClr val="8D5524">
              <a:alpha val="82000"/>
            </a:srgbClr>
          </a:solidFill>
          <a:ln w="0">
            <a:noFill/>
          </a:ln>
        </p:spPr>
        <p:style>
          <a:lnRef idx="0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Scene:Boat_Batten3"/>
          <p:cNvSpPr/>
          <p:nvPr/>
        </p:nvSpPr>
        <p:spPr>
          <a:xfrm>
            <a:off x="3246120" y="4462272"/>
            <a:ext cx="713232" cy="32004"/>
          </a:xfrm>
          <a:prstGeom prst="rect">
            <a:avLst/>
          </a:prstGeom>
          <a:solidFill>
            <a:srgbClr val="8D5524">
              <a:alpha val="82000"/>
            </a:srgbClr>
          </a:solidFill>
          <a:ln w="0">
            <a:noFill/>
          </a:ln>
        </p:spPr>
        <p:style>
          <a:lnRef idx="0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Scene:Boat_Lantern"/>
          <p:cNvSpPr/>
          <p:nvPr/>
        </p:nvSpPr>
        <p:spPr>
          <a:xfrm>
            <a:off x="4096512" y="4572000"/>
            <a:ext cx="219456" cy="219456"/>
          </a:xfrm>
          <a:prstGeom prst="ellipse">
            <a:avLst/>
          </a:prstGeom>
          <a:solidFill>
            <a:srgbClr val="FFD166">
              <a:alpha val="98000"/>
            </a:srgbClr>
          </a:solidFill>
          <a:ln w="19050">
            <a:solidFill>
              <a:srgbClr val="FFF3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Scene:Wave5_Foreground"/>
          <p:cNvSpPr/>
          <p:nvPr/>
        </p:nvSpPr>
        <p:spPr>
          <a:xfrm>
            <a:off x="320040" y="5577840"/>
            <a:ext cx="11548872" cy="1243584"/>
          </a:xfrm>
          <a:custGeom>
            <a:avLst/>
            <a:gdLst/>
            <a:ahLst/>
            <a:cxnLst/>
            <a:rect l="0" t="0" r="r" b="b"/>
            <a:pathLst>
              <a:path w="1000" h="1000">
                <a:moveTo>
                  <a:pt x="0" y="1000"/>
                </a:moveTo>
                <a:lnTo>
                  <a:pt x="0" y="480"/>
                </a:lnTo>
                <a:cubicBezTo>
                  <a:pt x="36" y="480"/>
                  <a:pt x="64" y="200"/>
                  <a:pt x="100" y="200"/>
                </a:cubicBezTo>
                <a:cubicBezTo>
                  <a:pt x="136" y="200"/>
                  <a:pt x="164" y="480"/>
                  <a:pt x="200" y="480"/>
                </a:cubicBezTo>
                <a:cubicBezTo>
                  <a:pt x="236" y="480"/>
                  <a:pt x="264" y="760"/>
                  <a:pt x="300" y="760"/>
                </a:cubicBezTo>
                <a:cubicBezTo>
                  <a:pt x="336" y="760"/>
                  <a:pt x="364" y="480"/>
                  <a:pt x="400" y="480"/>
                </a:cubicBezTo>
                <a:cubicBezTo>
                  <a:pt x="436" y="480"/>
                  <a:pt x="464" y="200"/>
                  <a:pt x="500" y="200"/>
                </a:cubicBezTo>
                <a:cubicBezTo>
                  <a:pt x="536" y="200"/>
                  <a:pt x="564" y="480"/>
                  <a:pt x="600" y="480"/>
                </a:cubicBezTo>
                <a:cubicBezTo>
                  <a:pt x="636" y="480"/>
                  <a:pt x="664" y="760"/>
                  <a:pt x="700" y="760"/>
                </a:cubicBezTo>
                <a:cubicBezTo>
                  <a:pt x="736" y="760"/>
                  <a:pt x="764" y="480"/>
                  <a:pt x="800" y="480"/>
                </a:cubicBezTo>
                <a:cubicBezTo>
                  <a:pt x="836" y="480"/>
                  <a:pt x="864" y="200"/>
                  <a:pt x="900" y="200"/>
                </a:cubicBezTo>
                <a:cubicBezTo>
                  <a:pt x="936" y="200"/>
                  <a:pt x="964" y="480"/>
                  <a:pt x="1000" y="480"/>
                </a:cubicBezTo>
                <a:lnTo>
                  <a:pt x="1000" y="1000"/>
                </a:lnTo>
                <a:close/>
              </a:path>
            </a:pathLst>
          </a:custGeom>
          <a:gradFill>
            <a:gsLst>
              <a:gs pos="0">
                <a:srgbClr val="90E0EF">
                  <a:alpha val="74000"/>
                </a:srgbClr>
              </a:gs>
              <a:gs pos="40000">
                <a:srgbClr val="0096C7">
                  <a:alpha val="88000"/>
                </a:srgbClr>
              </a:gs>
              <a:gs pos="100000">
                <a:srgbClr val="0B132B">
                  <a:alpha val="98000"/>
                </a:srgbClr>
              </a:gs>
            </a:gsLst>
            <a:lin ang="5400000" scaled="1"/>
          </a:gradFill>
          <a:ln w="0">
            <a:noFill/>
          </a:ln>
        </p:spPr>
        <p:style>
          <a:lnRef idx="0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Scene:Shimmer1_Glint"/>
          <p:cNvSpPr/>
          <p:nvPr/>
        </p:nvSpPr>
        <p:spPr>
          <a:xfrm>
            <a:off x="7726679" y="4800600"/>
            <a:ext cx="777240" cy="82296"/>
          </a:xfrm>
          <a:prstGeom prst="diamond">
            <a:avLst/>
          </a:prstGeom>
          <a:solidFill>
            <a:srgbClr val="FFE599">
              <a:alpha val="78000"/>
            </a:srgbClr>
          </a:solidFill>
          <a:ln w="0">
            <a:noFill/>
          </a:ln>
        </p:spPr>
        <p:style>
          <a:lnRef idx="0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Scene:Shimmer2_Glint"/>
          <p:cNvSpPr/>
          <p:nvPr/>
        </p:nvSpPr>
        <p:spPr>
          <a:xfrm>
            <a:off x="8183879" y="5102352"/>
            <a:ext cx="1005840" cy="82296"/>
          </a:xfrm>
          <a:prstGeom prst="diamond">
            <a:avLst/>
          </a:prstGeom>
          <a:solidFill>
            <a:srgbClr val="FFE599">
              <a:alpha val="78000"/>
            </a:srgbClr>
          </a:solidFill>
          <a:ln w="0">
            <a:noFill/>
          </a:ln>
        </p:spPr>
        <p:style>
          <a:lnRef idx="0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Scene:Shimmer3_Glint"/>
          <p:cNvSpPr/>
          <p:nvPr/>
        </p:nvSpPr>
        <p:spPr>
          <a:xfrm>
            <a:off x="7863840" y="5413248"/>
            <a:ext cx="868680" cy="82296"/>
          </a:xfrm>
          <a:prstGeom prst="diamond">
            <a:avLst/>
          </a:prstGeom>
          <a:solidFill>
            <a:srgbClr val="FFE599">
              <a:alpha val="78000"/>
            </a:srgbClr>
          </a:solidFill>
          <a:ln w="0">
            <a:noFill/>
          </a:ln>
        </p:spPr>
        <p:style>
          <a:lnRef idx="0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Scene:Shimmer4_Glint"/>
          <p:cNvSpPr/>
          <p:nvPr/>
        </p:nvSpPr>
        <p:spPr>
          <a:xfrm>
            <a:off x="8412480" y="5742432"/>
            <a:ext cx="685800" cy="82296"/>
          </a:xfrm>
          <a:prstGeom prst="diamond">
            <a:avLst/>
          </a:prstGeom>
          <a:solidFill>
            <a:srgbClr val="FFE599">
              <a:alpha val="78000"/>
            </a:srgbClr>
          </a:solidFill>
          <a:ln w="0">
            <a:noFill/>
          </a:ln>
        </p:spPr>
        <p:style>
          <a:lnRef idx="0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Scene:Petal1_Lantern"/>
          <p:cNvSpPr/>
          <p:nvPr/>
        </p:nvSpPr>
        <p:spPr>
          <a:xfrm>
            <a:off x="5806440" y="5440680"/>
            <a:ext cx="256032" cy="182880"/>
          </a:xfrm>
          <a:prstGeom prst="ellipse">
            <a:avLst/>
          </a:prstGeom>
          <a:gradFill>
            <a:gsLst>
              <a:gs pos="0">
                <a:srgbClr val="FFF3B0">
                  <a:alpha val="98000"/>
                </a:srgbClr>
              </a:gs>
              <a:gs pos="60000">
                <a:srgbClr val="FF9F1C">
                  <a:alpha val="90000"/>
                </a:srgbClr>
              </a:gs>
              <a:gs pos="100000">
                <a:srgbClr val="E71D36">
                  <a:alpha val="85000"/>
                </a:srgbClr>
              </a:gs>
            </a:gsLst>
            <a:lin ang="5400000" scaled="1"/>
          </a:gradFill>
          <a:ln w="0">
            <a:noFill/>
          </a:ln>
        </p:spPr>
        <p:style>
          <a:lnRef idx="0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Scene:Petal2_Lantern"/>
          <p:cNvSpPr/>
          <p:nvPr/>
        </p:nvSpPr>
        <p:spPr>
          <a:xfrm>
            <a:off x="7086600" y="5669280"/>
            <a:ext cx="256032" cy="182880"/>
          </a:xfrm>
          <a:prstGeom prst="ellipse">
            <a:avLst/>
          </a:prstGeom>
          <a:gradFill>
            <a:gsLst>
              <a:gs pos="0">
                <a:srgbClr val="FFF3B0">
                  <a:alpha val="98000"/>
                </a:srgbClr>
              </a:gs>
              <a:gs pos="60000">
                <a:srgbClr val="FF9F1C">
                  <a:alpha val="90000"/>
                </a:srgbClr>
              </a:gs>
              <a:gs pos="100000">
                <a:srgbClr val="E71D36">
                  <a:alpha val="85000"/>
                </a:srgbClr>
              </a:gs>
            </a:gsLst>
            <a:lin ang="5400000" scaled="1"/>
          </a:gradFill>
          <a:ln w="0">
            <a:noFill/>
          </a:ln>
        </p:spPr>
        <p:style>
          <a:lnRef idx="0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Scene:Petal3_Lantern"/>
          <p:cNvSpPr/>
          <p:nvPr/>
        </p:nvSpPr>
        <p:spPr>
          <a:xfrm>
            <a:off x="8275320" y="5321808"/>
            <a:ext cx="256032" cy="182880"/>
          </a:xfrm>
          <a:prstGeom prst="ellipse">
            <a:avLst/>
          </a:prstGeom>
          <a:gradFill>
            <a:gsLst>
              <a:gs pos="0">
                <a:srgbClr val="FFF3B0">
                  <a:alpha val="98000"/>
                </a:srgbClr>
              </a:gs>
              <a:gs pos="60000">
                <a:srgbClr val="FF9F1C">
                  <a:alpha val="90000"/>
                </a:srgbClr>
              </a:gs>
              <a:gs pos="100000">
                <a:srgbClr val="E71D36">
                  <a:alpha val="85000"/>
                </a:srgbClr>
              </a:gs>
            </a:gsLst>
            <a:lin ang="5400000" scaled="1"/>
          </a:gradFill>
          <a:ln w="0">
            <a:noFill/>
          </a:ln>
        </p:spPr>
        <p:style>
          <a:lnRef idx="0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175 -0.002156 E" pathEditMode="relative" rAng="0" ptsTypes="AA">
                                      <p:cBhvr>
                                        <p:cTn id="6" dur="338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7" presetID="6" presetClass="emph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8" dur="338" fill="hold"/>
                                        <p:tgtEl>
                                          <p:spTgt spid="7"/>
                                        </p:tgtEl>
                                      </p:cBhvr>
                                      <p:by x="102680" y="102680"/>
                                    </p:animScale>
                                  </p:childTnLst>
                                </p:cTn>
                              </p:par>
                              <p:par>
                                <p:cTn id="9" presetID="0" presetClass="pat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54 0.000839 E" pathEditMode="relative" rAng="0" ptsTypes="AA">
                                      <p:cBhvr>
                                        <p:cTn id="10" dur="338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11" presetID="6" presetClass="emph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12" dur="338" fill="hold"/>
                                        <p:tgtEl>
                                          <p:spTgt spid="9"/>
                                        </p:tgtEl>
                                      </p:cBhvr>
                                      <p:by x="101170" y="101170"/>
                                    </p:animScale>
                                  </p:childTnLst>
                                </p:cTn>
                              </p:par>
                              <p:par>
                                <p:cTn id="13" presetID="0" presetClass="pat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72 -0.005653 E" pathEditMode="relative" rAng="0" ptsTypes="AA">
                                      <p:cBhvr>
                                        <p:cTn id="14" dur="338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15" presetID="6" presetClass="emph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16" dur="338" fill="hold"/>
                                        <p:tgtEl>
                                          <p:spTgt spid="11"/>
                                        </p:tgtEl>
                                      </p:cBhvr>
                                      <p:by x="100440" y="100440"/>
                                    </p:animScale>
                                  </p:childTnLst>
                                </p:cTn>
                              </p:par>
                              <p:par>
                                <p:cTn id="17" presetID="0" presetClass="pat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009 -0.007171 E" pathEditMode="relative" rAng="0" ptsTypes="AA">
                                      <p:cBhvr>
                                        <p:cTn id="18" dur="338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19" presetID="6" presetClass="emph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20" dur="338" fill="hold"/>
                                        <p:tgtEl>
                                          <p:spTgt spid="13"/>
                                        </p:tgtEl>
                                      </p:cBhvr>
                                      <p:by x="99580" y="99580"/>
                                    </p:animScale>
                                  </p:childTnLst>
                                </p:cTn>
                              </p:par>
                              <p:par>
                                <p:cTn id="21" presetID="0" presetClass="pat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36 0.000483 E" pathEditMode="relative" rAng="0" ptsTypes="AA">
                                      <p:cBhvr>
                                        <p:cTn id="22" dur="338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23" presetID="6" presetClass="emph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24" dur="338" fill="hold"/>
                                        <p:tgtEl>
                                          <p:spTgt spid="15"/>
                                        </p:tgtEl>
                                      </p:cBhvr>
                                      <p:by x="98850" y="98850"/>
                                    </p:animScale>
                                  </p:childTnLst>
                                </p:cTn>
                              </p:par>
                              <p:par>
                                <p:cTn id="25" presetID="0" presetClass="pat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54 0.004895 E" pathEditMode="relative" rAng="0" ptsTypes="AA">
                                      <p:cBhvr>
                                        <p:cTn id="26" dur="338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27" presetID="6" presetClass="emph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28" dur="338" fill="hold"/>
                                        <p:tgtEl>
                                          <p:spTgt spid="17"/>
                                        </p:tgtEl>
                                      </p:cBhvr>
                                      <p:by x="98490" y="98490"/>
                                    </p:animScale>
                                  </p:childTnLst>
                                </p:cTn>
                              </p:par>
                              <p:par>
                                <p:cTn id="29" presetID="0" presetClass="pat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14659 -0.002916 E" pathEditMode="relative" rAng="0" ptsTypes="AA">
                                      <p:cBhvr>
                                        <p:cTn id="30" dur="338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31" presetID="6" presetClass="emph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32" dur="338" fill="hold"/>
                                        <p:tgtEl>
                                          <p:spTgt spid="28"/>
                                        </p:tgtEl>
                                      </p:cBhvr>
                                      <p:by x="101540" y="101540"/>
                                    </p:animScale>
                                  </p:childTnLst>
                                </p:cTn>
                              </p:par>
                              <p:par>
                                <p:cTn id="33" presetID="8" presetClass="emph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Rot by="54780">
                                      <p:cBhvr>
                                        <p:cTn id="34" dur="338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5" presetID="0" presetClass="pat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00202 -0.008283 E" pathEditMode="relative" rAng="0" ptsTypes="AA">
                                      <p:cBhvr>
                                        <p:cTn id="36" dur="338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37" presetID="6" presetClass="emph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38" dur="338" fill="hold"/>
                                        <p:tgtEl>
                                          <p:spTgt spid="29"/>
                                        </p:tgtEl>
                                      </p:cBhvr>
                                      <p:by x="100190" y="100190"/>
                                    </p:animScale>
                                  </p:childTnLst>
                                </p:cTn>
                              </p:par>
                              <p:par>
                                <p:cTn id="39" presetID="8" presetClass="emph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Rot by="-6600">
                                      <p:cBhvr>
                                        <p:cTn id="40" dur="338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41" presetID="0" presetClass="pat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01645 -0.005521 E" pathEditMode="relative" rAng="0" ptsTypes="AA">
                                      <p:cBhvr>
                                        <p:cTn id="42" dur="338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43" presetID="6" presetClass="emph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44" dur="338" fill="hold"/>
                                        <p:tgtEl>
                                          <p:spTgt spid="30"/>
                                        </p:tgtEl>
                                      </p:cBhvr>
                                      <p:by x="98640" y="98640"/>
                                    </p:animScale>
                                  </p:childTnLst>
                                </p:cTn>
                              </p:par>
                              <p:par>
                                <p:cTn id="45" presetID="8" presetClass="emph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Rot by="-48180">
                                      <p:cBhvr>
                                        <p:cTn id="46" dur="338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47" presetID="0" presetClass="pat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20649 0.004203 E" pathEditMode="relative" rAng="0" ptsTypes="AA">
                                      <p:cBhvr>
                                        <p:cTn id="48" dur="338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49" presetID="6" presetClass="emph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50" dur="338" fill="hold"/>
                                        <p:tgtEl>
                                          <p:spTgt spid="31"/>
                                        </p:tgtEl>
                                      </p:cBhvr>
                                      <p:by x="98460" y="98460"/>
                                    </p:animScale>
                                  </p:childTnLst>
                                </p:cTn>
                              </p:par>
                              <p:par>
                                <p:cTn id="51" presetID="8" presetClass="emph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Rot by="54540">
                                      <p:cBhvr>
                                        <p:cTn id="52" dur="338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53" presetID="0" presetClass="pat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001415 0.006281 E" pathEditMode="relative" rAng="0" ptsTypes="AA">
                                      <p:cBhvr>
                                        <p:cTn id="54" dur="338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55" presetID="6" presetClass="emph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56" dur="338" fill="hold"/>
                                        <p:tgtEl>
                                          <p:spTgt spid="42"/>
                                        </p:tgtEl>
                                      </p:cBhvr>
                                      <p:by x="99830" y="99830"/>
                                    </p:animScale>
                                  </p:childTnLst>
                                </p:cTn>
                              </p:par>
                              <p:par>
                                <p:cTn id="57" presetID="8" presetClass="emph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Rot by="-6120">
                                      <p:cBhvr>
                                        <p:cTn id="58" dur="338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59" presetID="0" presetClass="pat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9489 -0.002372 E" pathEditMode="relative" rAng="0" ptsTypes="AA">
                                      <p:cBhvr>
                                        <p:cTn id="60" dur="338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61" presetID="8" presetClass="emph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Rot by="-156180">
                                      <p:cBhvr>
                                        <p:cTn id="62" dur="338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63" presetID="0" presetClass="pat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177 -0.003024 E" pathEditMode="relative" rAng="0" ptsTypes="AA">
                                      <p:cBhvr>
                                        <p:cTn id="64" dur="338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65" presetID="6" presetClass="emph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66" dur="338" fill="hold"/>
                                        <p:tgtEl>
                                          <p:spTgt spid="21"/>
                                        </p:tgtEl>
                                      </p:cBhvr>
                                      <p:by x="98630" y="98630"/>
                                    </p:animScale>
                                  </p:childTnLst>
                                </p:cTn>
                              </p:par>
                              <p:par>
                                <p:cTn id="67" presetID="8" presetClass="emph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Rot by="274080">
                                      <p:cBhvr>
                                        <p:cTn id="68" dur="338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69" presetID="0" presetClass="pat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192 0.0061 E" pathEditMode="relative" rAng="0" ptsTypes="AA">
                                      <p:cBhvr>
                                        <p:cTn id="70" dur="338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71" presetID="6" presetClass="emph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72" dur="338" fill="hold"/>
                                        <p:tgtEl>
                                          <p:spTgt spid="23"/>
                                        </p:tgtEl>
                                      </p:cBhvr>
                                      <p:by x="104000" y="104000"/>
                                    </p:animScale>
                                  </p:childTnLst>
                                </p:cTn>
                              </p:par>
                              <p:par>
                                <p:cTn id="73" presetID="8" presetClass="emph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Rot by="224040">
                                      <p:cBhvr>
                                        <p:cTn id="74" dur="338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75" presetID="0" presetClass="pat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207 0.0106 E" pathEditMode="relative" rAng="0" ptsTypes="AA">
                                      <p:cBhvr>
                                        <p:cTn id="76" dur="338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77" presetID="6" presetClass="emph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78" dur="338" fill="hold"/>
                                        <p:tgtEl>
                                          <p:spTgt spid="25"/>
                                        </p:tgtEl>
                                      </p:cBhvr>
                                      <p:by x="106650" y="106650"/>
                                    </p:animScale>
                                  </p:childTnLst>
                                </p:cTn>
                              </p:par>
                              <p:par>
                                <p:cTn id="79" presetID="8" presetClass="emph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Rot by="21600">
                                      <p:cBhvr>
                                        <p:cTn id="80" dur="338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81" presetID="0" presetClass="pat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6506 -0.005779 E" pathEditMode="relative" rAng="0" ptsTypes="AA">
                                      <p:cBhvr>
                                        <p:cTn id="82" dur="338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83" presetID="6" presetClass="emph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84" dur="338" fill="hold"/>
                                        <p:tgtEl>
                                          <p:spTgt spid="43"/>
                                        </p:tgtEl>
                                      </p:cBhvr>
                                      <p:by x="121270" y="121270"/>
                                    </p:animScale>
                                  </p:childTnLst>
                                </p:cTn>
                              </p:par>
                              <p:par>
                                <p:cTn id="85" presetID="0" presetClass="pat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016483 -0.003461 E" pathEditMode="relative" rAng="0" ptsTypes="AA">
                                      <p:cBhvr>
                                        <p:cTn id="86" dur="338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87" presetID="6" presetClass="emph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88" dur="338" fill="hold"/>
                                        <p:tgtEl>
                                          <p:spTgt spid="44"/>
                                        </p:tgtEl>
                                      </p:cBhvr>
                                      <p:by x="100290" y="100290"/>
                                    </p:animScale>
                                  </p:childTnLst>
                                </p:cTn>
                              </p:par>
                              <p:par>
                                <p:cTn id="89" presetID="0" presetClass="pat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015324 0.003927 E" pathEditMode="relative" rAng="0" ptsTypes="AA">
                                      <p:cBhvr>
                                        <p:cTn id="90" dur="338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91" presetID="6" presetClass="emph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92" dur="338" fill="hold"/>
                                        <p:tgtEl>
                                          <p:spTgt spid="45"/>
                                        </p:tgtEl>
                                      </p:cBhvr>
                                      <p:by x="78880" y="78880"/>
                                    </p:animScale>
                                  </p:childTnLst>
                                </p:cTn>
                              </p:par>
                              <p:par>
                                <p:cTn id="93" presetID="0" presetClass="pat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8285 0.005562 E" pathEditMode="relative" rAng="0" ptsTypes="AA">
                                      <p:cBhvr>
                                        <p:cTn id="94" dur="338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95" presetID="6" presetClass="emph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96" dur="338" fill="hold"/>
                                        <p:tgtEl>
                                          <p:spTgt spid="46"/>
                                        </p:tgtEl>
                                      </p:cBhvr>
                                      <p:by x="88410" y="88410"/>
                                    </p:animScale>
                                  </p:childTnLst>
                                </p:cTn>
                              </p:par>
                              <p:par>
                                <p:cTn id="97" presetID="0" presetClass="pat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6358 0.003749 E" pathEditMode="relative" rAng="0" ptsTypes="AA">
                                      <p:cBhvr>
                                        <p:cTn id="98" dur="338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99" presetID="8" presetClass="emph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Rot by="-145140">
                                      <p:cBhvr>
                                        <p:cTn id="100" dur="338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01" presetID="0" presetClass="pat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7497 -0.002521 E" pathEditMode="relative" rAng="0" ptsTypes="AA">
                                      <p:cBhvr>
                                        <p:cTn id="102" dur="338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103" presetID="8" presetClass="emph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Rot by="-155520">
                                      <p:cBhvr>
                                        <p:cTn id="104" dur="338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05" presetID="0" presetClass="pat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5219 -0.0077 E" pathEditMode="relative" rAng="0" ptsTypes="AA">
                                      <p:cBhvr>
                                        <p:cTn id="106" dur="338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107" presetID="8" presetClass="emph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Rot by="-92760">
                                      <p:cBhvr>
                                        <p:cTn id="108" dur="338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09" presetID="0" presetClass="path" presetSubtype="0" fill="hold" grpId="0" nodeType="withEffect">
                                  <p:stCondLst>
                                    <p:cond delay="20"/>
                                  </p:stCondLst>
                                  <p:childTnLst>
                                    <p:animMotion origin="layout" path="M 0 0 L 0.00175 -0.002156 E" pathEditMode="relative" rAng="0" ptsTypes="AA">
                                      <p:cBhvr>
                                        <p:cTn id="110" dur="338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111" presetID="6" presetClass="emph" presetSubtype="0" fill="hold" grpId="1" nodeType="withEffect">
                                  <p:stCondLst>
                                    <p:cond delay="20"/>
                                  </p:stCondLst>
                                  <p:childTnLst>
                                    <p:animScale>
                                      <p:cBhvr>
                                        <p:cTn id="112" dur="338" fill="hold"/>
                                        <p:tgtEl>
                                          <p:spTgt spid="5"/>
                                        </p:tgtEl>
                                      </p:cBhvr>
                                      <p:by x="102680" y="102680"/>
                                    </p:animScale>
                                  </p:childTnLst>
                                </p:cTn>
                              </p:par>
                              <p:par>
                                <p:cTn id="113" presetID="0" presetClass="path" presetSubtype="0" fill="hold" grpId="0" nodeType="withEffect">
                                  <p:stCondLst>
                                    <p:cond delay="20"/>
                                  </p:stCondLst>
                                  <p:childTnLst>
                                    <p:animMotion origin="layout" path="M 0 0 L 0.005284 0.000853 E" pathEditMode="relative" rAng="0" ptsTypes="AA">
                                      <p:cBhvr>
                                        <p:cTn id="114" dur="338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115" presetID="6" presetClass="emph" presetSubtype="0" fill="hold" grpId="1" nodeType="withEffect">
                                  <p:stCondLst>
                                    <p:cond delay="20"/>
                                  </p:stCondLst>
                                  <p:childTnLst>
                                    <p:animScale>
                                      <p:cBhvr>
                                        <p:cTn id="116" dur="338" fill="hold"/>
                                        <p:tgtEl>
                                          <p:spTgt spid="10"/>
                                        </p:tgtEl>
                                      </p:cBhvr>
                                      <p:by x="101170" y="101170"/>
                                    </p:animScale>
                                  </p:childTnLst>
                                </p:cTn>
                              </p:par>
                              <p:par>
                                <p:cTn id="117" presetID="0" presetClass="path" presetSubtype="0" fill="hold" grpId="0" nodeType="withEffect">
                                  <p:stCondLst>
                                    <p:cond delay="20"/>
                                  </p:stCondLst>
                                  <p:childTnLst>
                                    <p:animMotion origin="layout" path="M 0 0 L 0.00715 -0.005647 E" pathEditMode="relative" rAng="0" ptsTypes="AA">
                                      <p:cBhvr>
                                        <p:cTn id="118" dur="338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119" presetID="6" presetClass="emph" presetSubtype="0" fill="hold" grpId="1" nodeType="withEffect">
                                  <p:stCondLst>
                                    <p:cond delay="20"/>
                                  </p:stCondLst>
                                  <p:childTnLst>
                                    <p:animScale>
                                      <p:cBhvr>
                                        <p:cTn id="120" dur="338" fill="hold"/>
                                        <p:tgtEl>
                                          <p:spTgt spid="12"/>
                                        </p:tgtEl>
                                      </p:cBhvr>
                                      <p:by x="100440" y="100440"/>
                                    </p:animScale>
                                  </p:childTnLst>
                                </p:cTn>
                              </p:par>
                              <p:par>
                                <p:cTn id="121" presetID="0" presetClass="path" presetSubtype="0" fill="hold" grpId="0" nodeType="withEffect">
                                  <p:stCondLst>
                                    <p:cond delay="20"/>
                                  </p:stCondLst>
                                  <p:childTnLst>
                                    <p:animMotion origin="layout" path="M 0 0 L -0.008948 -0.007176 E" pathEditMode="relative" rAng="0" ptsTypes="AA">
                                      <p:cBhvr>
                                        <p:cTn id="122" dur="338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123" presetID="6" presetClass="emph" presetSubtype="0" fill="hold" grpId="1" nodeType="withEffect">
                                  <p:stCondLst>
                                    <p:cond delay="20"/>
                                  </p:stCondLst>
                                  <p:childTnLst>
                                    <p:animScale>
                                      <p:cBhvr>
                                        <p:cTn id="124" dur="338" fill="hold"/>
                                        <p:tgtEl>
                                          <p:spTgt spid="14"/>
                                        </p:tgtEl>
                                      </p:cBhvr>
                                      <p:by x="99580" y="99580"/>
                                    </p:animScale>
                                  </p:childTnLst>
                                </p:cTn>
                              </p:par>
                              <p:par>
                                <p:cTn id="125" presetID="0" presetClass="path" presetSubtype="0" fill="hold" grpId="0" nodeType="withEffect">
                                  <p:stCondLst>
                                    <p:cond delay="20"/>
                                  </p:stCondLst>
                                  <p:childTnLst>
                                    <p:animMotion origin="layout" path="M 0 0 L 0.003721 0.00047 E" pathEditMode="relative" rAng="0" ptsTypes="AA">
                                      <p:cBhvr>
                                        <p:cTn id="126" dur="338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127" presetID="6" presetClass="emph" presetSubtype="0" fill="hold" grpId="1" nodeType="withEffect">
                                  <p:stCondLst>
                                    <p:cond delay="20"/>
                                  </p:stCondLst>
                                  <p:childTnLst>
                                    <p:animScale>
                                      <p:cBhvr>
                                        <p:cTn id="128" dur="338" fill="hold"/>
                                        <p:tgtEl>
                                          <p:spTgt spid="16"/>
                                        </p:tgtEl>
                                      </p:cBhvr>
                                      <p:by x="98850" y="98850"/>
                                    </p:animScale>
                                  </p:childTnLst>
                                </p:cTn>
                              </p:par>
                              <p:par>
                                <p:cTn id="129" presetID="0" presetClass="path" presetSubtype="0" fill="hold" grpId="0" nodeType="withEffect">
                                  <p:stCondLst>
                                    <p:cond delay="20"/>
                                  </p:stCondLst>
                                  <p:childTnLst>
                                    <p:animMotion origin="layout" path="M 0 0 L 0.005527 0.00488 E" pathEditMode="relative" rAng="0" ptsTypes="AA">
                                      <p:cBhvr>
                                        <p:cTn id="130" dur="338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131" presetID="6" presetClass="emph" presetSubtype="0" fill="hold" grpId="1" nodeType="withEffect">
                                  <p:stCondLst>
                                    <p:cond delay="20"/>
                                  </p:stCondLst>
                                  <p:childTnLst>
                                    <p:animScale>
                                      <p:cBhvr>
                                        <p:cTn id="132" dur="338" fill="hold"/>
                                        <p:tgtEl>
                                          <p:spTgt spid="18"/>
                                        </p:tgtEl>
                                      </p:cBhvr>
                                      <p:by x="98490" y="98490"/>
                                    </p:animScale>
                                  </p:childTnLst>
                                </p:cTn>
                              </p:par>
                              <p:par>
                                <p:cTn id="133" presetID="0" presetClass="path" presetSubtype="0" fill="hold" grpId="0" nodeType="withEffect">
                                  <p:stCondLst>
                                    <p:cond delay="20"/>
                                  </p:stCondLst>
                                  <p:childTnLst>
                                    <p:animMotion origin="layout" path="M 0 0 L 0.008703 -0.00232 E" pathEditMode="relative" rAng="0" ptsTypes="AA">
                                      <p:cBhvr>
                                        <p:cTn id="134" dur="338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135" presetID="8" presetClass="emph" presetSubtype="0" fill="hold" grpId="1" nodeType="withEffect">
                                  <p:stCondLst>
                                    <p:cond delay="20"/>
                                  </p:stCondLst>
                                  <p:childTnLst>
                                    <p:animRot by="-156180">
                                      <p:cBhvr>
                                        <p:cTn id="136" dur="338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37" presetID="0" presetClass="path" presetSubtype="0" fill="hold" grpId="0" nodeType="withEffect">
                                  <p:stCondLst>
                                    <p:cond delay="20"/>
                                  </p:stCondLst>
                                  <p:childTnLst>
                                    <p:animMotion origin="layout" path="M 0 0 L 0.018085 -0.002942 E" pathEditMode="relative" rAng="0" ptsTypes="AA">
                                      <p:cBhvr>
                                        <p:cTn id="138" dur="338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139" presetID="6" presetClass="emph" presetSubtype="0" fill="hold" grpId="1" nodeType="withEffect">
                                  <p:stCondLst>
                                    <p:cond delay="20"/>
                                  </p:stCondLst>
                                  <p:childTnLst>
                                    <p:animScale>
                                      <p:cBhvr>
                                        <p:cTn id="140" dur="338" fill="hold"/>
                                        <p:tgtEl>
                                          <p:spTgt spid="22"/>
                                        </p:tgtEl>
                                      </p:cBhvr>
                                      <p:by x="98630" y="98630"/>
                                    </p:animScale>
                                  </p:childTnLst>
                                </p:cTn>
                              </p:par>
                              <p:par>
                                <p:cTn id="141" presetID="8" presetClass="emph" presetSubtype="0" fill="hold" grpId="2" nodeType="withEffect">
                                  <p:stCondLst>
                                    <p:cond delay="20"/>
                                  </p:stCondLst>
                                  <p:childTnLst>
                                    <p:animRot by="274080">
                                      <p:cBhvr>
                                        <p:cTn id="142" dur="338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43" presetID="0" presetClass="path" presetSubtype="0" fill="hold" grpId="0" nodeType="withEffect">
                                  <p:stCondLst>
                                    <p:cond delay="20"/>
                                  </p:stCondLst>
                                  <p:childTnLst>
                                    <p:animMotion origin="layout" path="M 0 0 L 0.019475 0.005946 E" pathEditMode="relative" rAng="0" ptsTypes="AA">
                                      <p:cBhvr>
                                        <p:cTn id="144" dur="338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145" presetID="6" presetClass="emph" presetSubtype="0" fill="hold" grpId="1" nodeType="withEffect">
                                  <p:stCondLst>
                                    <p:cond delay="20"/>
                                  </p:stCondLst>
                                  <p:childTnLst>
                                    <p:animScale>
                                      <p:cBhvr>
                                        <p:cTn id="146" dur="338" fill="hold"/>
                                        <p:tgtEl>
                                          <p:spTgt spid="24"/>
                                        </p:tgtEl>
                                      </p:cBhvr>
                                      <p:by x="104000" y="104000"/>
                                    </p:animScale>
                                  </p:childTnLst>
                                </p:cTn>
                              </p:par>
                              <p:par>
                                <p:cTn id="147" presetID="8" presetClass="emph" presetSubtype="0" fill="hold" grpId="2" nodeType="withEffect">
                                  <p:stCondLst>
                                    <p:cond delay="20"/>
                                  </p:stCondLst>
                                  <p:childTnLst>
                                    <p:animRot by="224040">
                                      <p:cBhvr>
                                        <p:cTn id="148" dur="338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49" presetID="0" presetClass="path" presetSubtype="0" fill="hold" grpId="0" nodeType="withEffect">
                                  <p:stCondLst>
                                    <p:cond delay="20"/>
                                  </p:stCondLst>
                                  <p:childTnLst>
                                    <p:animMotion origin="layout" path="M 0 0 L 0.020724 0.010358 E" pathEditMode="relative" rAng="0" ptsTypes="AA">
                                      <p:cBhvr>
                                        <p:cTn id="150" dur="338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151" presetID="6" presetClass="emph" presetSubtype="0" fill="hold" grpId="1" nodeType="withEffect">
                                  <p:stCondLst>
                                    <p:cond delay="20"/>
                                  </p:stCondLst>
                                  <p:childTnLst>
                                    <p:animScale>
                                      <p:cBhvr>
                                        <p:cTn id="152" dur="338" fill="hold"/>
                                        <p:tgtEl>
                                          <p:spTgt spid="26"/>
                                        </p:tgtEl>
                                      </p:cBhvr>
                                      <p:by x="106650" y="106650"/>
                                    </p:animScale>
                                  </p:childTnLst>
                                </p:cTn>
                              </p:par>
                              <p:par>
                                <p:cTn id="153" presetID="8" presetClass="emph" presetSubtype="0" fill="hold" grpId="2" nodeType="withEffect">
                                  <p:stCondLst>
                                    <p:cond delay="20"/>
                                  </p:stCondLst>
                                  <p:childTnLst>
                                    <p:animRot by="21600">
                                      <p:cBhvr>
                                        <p:cTn id="154" dur="338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55" presetID="0" presetClass="path" presetSubtype="0" fill="hold" grpId="0" nodeType="withEffect">
                                  <p:stCondLst>
                                    <p:cond delay="40"/>
                                  </p:stCondLst>
                                  <p:childTnLst>
                                    <p:animMotion origin="layout" path="M 0 0 L 0.00175 -0.002156 E" pathEditMode="relative" rAng="0" ptsTypes="AA">
                                      <p:cBhvr>
                                        <p:cTn id="156" dur="338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157" presetID="6" presetClass="emph" presetSubtype="0" fill="hold" grpId="1" nodeType="withEffect">
                                  <p:stCondLst>
                                    <p:cond delay="40"/>
                                  </p:stCondLst>
                                  <p:childTnLst>
                                    <p:animScale>
                                      <p:cBhvr>
                                        <p:cTn id="158" dur="338" fill="hold"/>
                                        <p:tgtEl>
                                          <p:spTgt spid="6"/>
                                        </p:tgtEl>
                                      </p:cBhvr>
                                      <p:by x="102680" y="102680"/>
                                    </p:animScale>
                                  </p:childTnLst>
                                </p:cTn>
                              </p:par>
                              <p:par>
                                <p:cTn id="159" presetID="0" presetClass="path" presetSubtype="0" fill="hold" grpId="0" nodeType="withEffect">
                                  <p:stCondLst>
                                    <p:cond delay="40"/>
                                  </p:stCondLst>
                                  <p:childTnLst>
                                    <p:animMotion origin="layout" path="M 0 0 L 0.006986 -0.005893 E" pathEditMode="relative" rAng="0" ptsTypes="AA">
                                      <p:cBhvr>
                                        <p:cTn id="160" dur="338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161" presetID="8" presetClass="emph" presetSubtype="0" fill="hold" grpId="1" nodeType="withEffect">
                                  <p:stCondLst>
                                    <p:cond delay="40"/>
                                  </p:stCondLst>
                                  <p:childTnLst>
                                    <p:animRot by="-156180">
                                      <p:cBhvr>
                                        <p:cTn id="162" dur="338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63" presetID="0" presetClass="path" presetSubtype="0" fill="hold" grpId="0" nodeType="withEffect">
                                  <p:stCondLst>
                                    <p:cond delay="60"/>
                                  </p:stCondLst>
                                  <p:childTnLst>
                                    <p:animMotion origin="layout" path="M 0 0 L 0.006776 -0.001799 E" pathEditMode="relative" rAng="0" ptsTypes="AA">
                                      <p:cBhvr>
                                        <p:cTn id="164" dur="338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165" presetID="8" presetClass="emph" presetSubtype="0" fill="hold" grpId="1" nodeType="withEffect">
                                  <p:stCondLst>
                                    <p:cond delay="60"/>
                                  </p:stCondLst>
                                  <p:childTnLst>
                                    <p:animRot by="-156180">
                                      <p:cBhvr>
                                        <p:cTn id="166" dur="338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67" presetID="0" presetClass="path" presetSubtype="0" fill="hold" grpId="0" nodeType="withEffect">
                                  <p:stCondLst>
                                    <p:cond delay="80"/>
                                  </p:stCondLst>
                                  <p:childTnLst>
                                    <p:animMotion origin="layout" path="M 0 0 L 0.006715 -0.001797 E" pathEditMode="relative" rAng="0" ptsTypes="AA">
                                      <p:cBhvr>
                                        <p:cTn id="168" dur="338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169" presetID="8" presetClass="emph" presetSubtype="0" fill="hold" grpId="1" nodeType="withEffect">
                                  <p:stCondLst>
                                    <p:cond delay="80"/>
                                  </p:stCondLst>
                                  <p:childTnLst>
                                    <p:animRot by="-156180">
                                      <p:cBhvr>
                                        <p:cTn id="170" dur="338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71" presetID="0" presetClass="path" presetSubtype="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animMotion origin="layout" path="M 0 0 L 0.003257 -0.002026 E" pathEditMode="relative" rAng="0" ptsTypes="AA">
                                      <p:cBhvr>
                                        <p:cTn id="172" dur="338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173" presetID="8" presetClass="emph" presetSubtype="0" fill="hold" grpId="1" nodeType="withEffect">
                                  <p:stCondLst>
                                    <p:cond delay="100"/>
                                  </p:stCondLst>
                                  <p:childTnLst>
                                    <p:animRot by="-156180">
                                      <p:cBhvr>
                                        <p:cTn id="174" dur="338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75" presetID="0" presetClass="path" presetSubtype="0" fill="hold" grpId="0" nodeType="withEffect">
                                  <p:stCondLst>
                                    <p:cond delay="120"/>
                                  </p:stCondLst>
                                  <p:childTnLst>
                                    <p:animMotion origin="layout" path="M 0 0 L 0.003218 -0.003729 E" pathEditMode="relative" rAng="0" ptsTypes="AA">
                                      <p:cBhvr>
                                        <p:cTn id="176" dur="338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177" presetID="8" presetClass="emph" presetSubtype="0" fill="hold" grpId="1" nodeType="withEffect">
                                  <p:stCondLst>
                                    <p:cond delay="120"/>
                                  </p:stCondLst>
                                  <p:childTnLst>
                                    <p:animRot by="-156180">
                                      <p:cBhvr>
                                        <p:cTn id="178" dur="338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79" presetID="0" presetClass="path" presetSubtype="0" fill="hold" grpId="0" nodeType="withEffect">
                                  <p:stCondLst>
                                    <p:cond delay="140"/>
                                  </p:stCondLst>
                                  <p:childTnLst>
                                    <p:animMotion origin="layout" path="M 0 0 L 0.001269 -0.003514 E" pathEditMode="relative" rAng="0" ptsTypes="AA">
                                      <p:cBhvr>
                                        <p:cTn id="180" dur="338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181" presetID="8" presetClass="emph" presetSubtype="0" fill="hold" grpId="1" nodeType="withEffect">
                                  <p:stCondLst>
                                    <p:cond delay="140"/>
                                  </p:stCondLst>
                                  <p:childTnLst>
                                    <p:animRot by="-156180">
                                      <p:cBhvr>
                                        <p:cTn id="182" dur="338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83" presetID="0" presetClass="path" presetSubtype="0" fill="hold" grpId="0" nodeType="withEffect">
                                  <p:stCondLst>
                                    <p:cond delay="160"/>
                                  </p:stCondLst>
                                  <p:childTnLst>
                                    <p:animMotion origin="layout" path="M 0 0 L 0.00351 -0.003565 E" pathEditMode="relative" rAng="0" ptsTypes="AA">
                                      <p:cBhvr>
                                        <p:cTn id="184" dur="338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185" presetID="8" presetClass="emph" presetSubtype="0" fill="hold" grpId="1" nodeType="withEffect">
                                  <p:stCondLst>
                                    <p:cond delay="160"/>
                                  </p:stCondLst>
                                  <p:childTnLst>
                                    <p:animRot by="-156180">
                                      <p:cBhvr>
                                        <p:cTn id="186" dur="338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87" presetID="0" presetClass="path" presetSubtype="0" fill="hold" grpId="0" nodeType="withEffect">
                                  <p:stCondLst>
                                    <p:cond delay="180"/>
                                  </p:stCondLst>
                                  <p:childTnLst>
                                    <p:animMotion origin="layout" path="M 0 0 L 0.00569 -0.003615 E" pathEditMode="relative" rAng="0" ptsTypes="AA">
                                      <p:cBhvr>
                                        <p:cTn id="188" dur="338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189" presetID="8" presetClass="emph" presetSubtype="0" fill="hold" grpId="1" nodeType="withEffect">
                                  <p:stCondLst>
                                    <p:cond delay="180"/>
                                  </p:stCondLst>
                                  <p:childTnLst>
                                    <p:animRot by="-156180">
                                      <p:cBhvr>
                                        <p:cTn id="190" dur="338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91" presetID="0" presetClass="path" presetSubtype="0" fill="hold" grpId="2" nodeType="withEffect">
                                  <p:stCondLst>
                                    <p:cond delay="338"/>
                                  </p:stCondLst>
                                  <p:childTnLst>
                                    <p:animMotion origin="layout" path="M 0.00175 -0.002156 L 0.0035 -0.004292 E" pathEditMode="relative" rAng="0" ptsTypes="AA">
                                      <p:cBhvr>
                                        <p:cTn id="192" dur="337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193" presetID="6" presetClass="emph" presetSubtype="0" fill="hold" grpId="3" nodeType="withEffect">
                                  <p:stCondLst>
                                    <p:cond delay="338"/>
                                  </p:stCondLst>
                                  <p:childTnLst>
                                    <p:animScale>
                                      <p:cBhvr>
                                        <p:cTn id="194" dur="337" fill="hold"/>
                                        <p:tgtEl>
                                          <p:spTgt spid="7"/>
                                        </p:tgtEl>
                                      </p:cBhvr>
                                      <p:by x="102211" y="102211"/>
                                    </p:animScale>
                                  </p:childTnLst>
                                </p:cTn>
                              </p:par>
                              <p:par>
                                <p:cTn id="195" presetID="0" presetClass="path" presetSubtype="0" fill="hold" grpId="2" nodeType="withEffect">
                                  <p:stCondLst>
                                    <p:cond delay="338"/>
                                  </p:stCondLst>
                                  <p:childTnLst>
                                    <p:animMotion origin="layout" path="M 0.0054 0.000839 L 0.0108 -0.000883 E" pathEditMode="relative" rAng="0" ptsTypes="AA">
                                      <p:cBhvr>
                                        <p:cTn id="196" dur="337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197" presetID="6" presetClass="emph" presetSubtype="0" fill="hold" grpId="3" nodeType="withEffect">
                                  <p:stCondLst>
                                    <p:cond delay="338"/>
                                  </p:stCondLst>
                                  <p:childTnLst>
                                    <p:animScale>
                                      <p:cBhvr>
                                        <p:cTn id="198" dur="337" fill="hold"/>
                                        <p:tgtEl>
                                          <p:spTgt spid="9"/>
                                        </p:tgtEl>
                                      </p:cBhvr>
                                      <p:by x="100860" y="100860"/>
                                    </p:animScale>
                                  </p:childTnLst>
                                </p:cTn>
                              </p:par>
                              <p:par>
                                <p:cTn id="199" presetID="0" presetClass="path" presetSubtype="0" fill="hold" grpId="2" nodeType="withEffect">
                                  <p:stCondLst>
                                    <p:cond delay="338"/>
                                  </p:stCondLst>
                                  <p:childTnLst>
                                    <p:animMotion origin="layout" path="M 0.0072 -0.005653 L 0.0144 -0.012421 E" pathEditMode="relative" rAng="0" ptsTypes="AA">
                                      <p:cBhvr>
                                        <p:cTn id="200" dur="337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201" presetID="6" presetClass="emph" presetSubtype="0" fill="hold" grpId="3" nodeType="withEffect">
                                  <p:stCondLst>
                                    <p:cond delay="338"/>
                                  </p:stCondLst>
                                  <p:childTnLst>
                                    <p:animScale>
                                      <p:cBhvr>
                                        <p:cTn id="202" dur="337" fill="hold"/>
                                        <p:tgtEl>
                                          <p:spTgt spid="11"/>
                                        </p:tgtEl>
                                      </p:cBhvr>
                                      <p:by x="100060" y="100060"/>
                                    </p:animScale>
                                  </p:childTnLst>
                                </p:cTn>
                              </p:par>
                              <p:par>
                                <p:cTn id="203" presetID="0" presetClass="path" presetSubtype="0" fill="hold" grpId="2" nodeType="withEffect">
                                  <p:stCondLst>
                                    <p:cond delay="338"/>
                                  </p:stCondLst>
                                  <p:childTnLst>
                                    <p:animMotion origin="layout" path="M -0.009 -0.007171 L -0.018 -0.011213 E" pathEditMode="relative" rAng="0" ptsTypes="AA">
                                      <p:cBhvr>
                                        <p:cTn id="204" dur="337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205" presetID="6" presetClass="emph" presetSubtype="0" fill="hold" grpId="3" nodeType="withEffect">
                                  <p:stCondLst>
                                    <p:cond delay="338"/>
                                  </p:stCondLst>
                                  <p:childTnLst>
                                    <p:animScale>
                                      <p:cBhvr>
                                        <p:cTn id="206" dur="337" fill="hold"/>
                                        <p:tgtEl>
                                          <p:spTgt spid="13"/>
                                        </p:tgtEl>
                                      </p:cBhvr>
                                      <p:by x="99207" y="99207"/>
                                    </p:animScale>
                                  </p:childTnLst>
                                </p:cTn>
                              </p:par>
                              <p:par>
                                <p:cTn id="207" presetID="0" presetClass="path" presetSubtype="0" fill="hold" grpId="2" nodeType="withEffect">
                                  <p:stCondLst>
                                    <p:cond delay="338"/>
                                  </p:stCondLst>
                                  <p:childTnLst>
                                    <p:animMotion origin="layout" path="M 0.0036 0.000483 L 0.0072 0.002546 E" pathEditMode="relative" rAng="0" ptsTypes="AA">
                                      <p:cBhvr>
                                        <p:cTn id="208" dur="337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209" presetID="6" presetClass="emph" presetSubtype="0" fill="hold" grpId="3" nodeType="withEffect">
                                  <p:stCondLst>
                                    <p:cond delay="338"/>
                                  </p:stCondLst>
                                  <p:childTnLst>
                                    <p:animScale>
                                      <p:cBhvr>
                                        <p:cTn id="210" dur="337" fill="hold"/>
                                        <p:tgtEl>
                                          <p:spTgt spid="15"/>
                                        </p:tgtEl>
                                      </p:cBhvr>
                                      <p:by x="98614" y="98614"/>
                                    </p:animScale>
                                  </p:childTnLst>
                                </p:cTn>
                              </p:par>
                              <p:par>
                                <p:cTn id="211" presetID="0" presetClass="path" presetSubtype="0" fill="hold" grpId="2" nodeType="withEffect">
                                  <p:stCondLst>
                                    <p:cond delay="338"/>
                                  </p:stCondLst>
                                  <p:childTnLst>
                                    <p:animMotion origin="layout" path="M 0.0054 0.004895 L 0.0108 0.009848 E" pathEditMode="relative" rAng="0" ptsTypes="AA">
                                      <p:cBhvr>
                                        <p:cTn id="212" dur="337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213" presetID="6" presetClass="emph" presetSubtype="0" fill="hold" grpId="3" nodeType="withEffect">
                                  <p:stCondLst>
                                    <p:cond delay="338"/>
                                  </p:stCondLst>
                                  <p:childTnLst>
                                    <p:animScale>
                                      <p:cBhvr>
                                        <p:cTn id="214" dur="337" fill="hold"/>
                                        <p:tgtEl>
                                          <p:spTgt spid="17"/>
                                        </p:tgtEl>
                                      </p:cBhvr>
                                      <p:by x="98457" y="98457"/>
                                    </p:animScale>
                                  </p:childTnLst>
                                </p:cTn>
                              </p:par>
                              <p:par>
                                <p:cTn id="215" presetID="0" presetClass="path" presetSubtype="0" fill="hold" grpId="3" nodeType="withEffect">
                                  <p:stCondLst>
                                    <p:cond delay="338"/>
                                  </p:stCondLst>
                                  <p:childTnLst>
                                    <p:animMotion origin="layout" path="M 0.014659 -0.002916 L 0.020526 -0.00973 E" pathEditMode="relative" rAng="0" ptsTypes="AA">
                                      <p:cBhvr>
                                        <p:cTn id="216" dur="337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217" presetID="6" presetClass="emph" presetSubtype="0" fill="hold" grpId="4" nodeType="withEffect">
                                  <p:stCondLst>
                                    <p:cond delay="338"/>
                                  </p:stCondLst>
                                  <p:childTnLst>
                                    <p:animScale>
                                      <p:cBhvr>
                                        <p:cTn id="218" dur="337" fill="hold"/>
                                        <p:tgtEl>
                                          <p:spTgt spid="28"/>
                                        </p:tgtEl>
                                      </p:cBhvr>
                                      <p:by x="100611" y="100611"/>
                                    </p:animScale>
                                  </p:childTnLst>
                                </p:cTn>
                              </p:par>
                              <p:par>
                                <p:cTn id="219" presetID="8" presetClass="emph" presetSubtype="0" fill="hold" grpId="5" nodeType="withEffect">
                                  <p:stCondLst>
                                    <p:cond delay="338"/>
                                  </p:stCondLst>
                                  <p:childTnLst>
                                    <p:animRot by="21900">
                                      <p:cBhvr>
                                        <p:cTn id="220" dur="337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221" presetID="0" presetClass="path" presetSubtype="0" fill="hold" grpId="3" nodeType="withEffect">
                                  <p:stCondLst>
                                    <p:cond delay="338"/>
                                  </p:stCondLst>
                                  <p:childTnLst>
                                    <p:animMotion origin="layout" path="M -0.00202 -0.008283 L 0.009332 -0.014795 E" pathEditMode="relative" rAng="0" ptsTypes="AA">
                                      <p:cBhvr>
                                        <p:cTn id="222" dur="337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223" presetID="6" presetClass="emph" presetSubtype="0" fill="hold" grpId="4" nodeType="withEffect">
                                  <p:stCondLst>
                                    <p:cond delay="338"/>
                                  </p:stCondLst>
                                  <p:childTnLst>
                                    <p:animScale>
                                      <p:cBhvr>
                                        <p:cTn id="224" dur="337" fill="hold"/>
                                        <p:tgtEl>
                                          <p:spTgt spid="29"/>
                                        </p:tgtEl>
                                      </p:cBhvr>
                                      <p:by x="98952" y="98952"/>
                                    </p:animScale>
                                  </p:childTnLst>
                                </p:cTn>
                              </p:par>
                              <p:par>
                                <p:cTn id="225" presetID="8" presetClass="emph" presetSubtype="0" fill="hold" grpId="5" nodeType="withEffect">
                                  <p:stCondLst>
                                    <p:cond delay="338"/>
                                  </p:stCondLst>
                                  <p:childTnLst>
                                    <p:animRot by="37260">
                                      <p:cBhvr>
                                        <p:cTn id="226" dur="337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227" presetID="0" presetClass="path" presetSubtype="0" fill="hold" grpId="3" nodeType="withEffect">
                                  <p:stCondLst>
                                    <p:cond delay="338"/>
                                  </p:stCondLst>
                                  <p:childTnLst>
                                    <p:animMotion origin="layout" path="M -0.01645 -0.005521 L -0.0366 -0.004094 E" pathEditMode="relative" rAng="0" ptsTypes="AA">
                                      <p:cBhvr>
                                        <p:cTn id="228" dur="337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229" presetID="6" presetClass="emph" presetSubtype="0" fill="hold" grpId="4" nodeType="withEffect">
                                  <p:stCondLst>
                                    <p:cond delay="338"/>
                                  </p:stCondLst>
                                  <p:childTnLst>
                                    <p:animScale>
                                      <p:cBhvr>
                                        <p:cTn id="230" dur="337" fill="hold"/>
                                        <p:tgtEl>
                                          <p:spTgt spid="30"/>
                                        </p:tgtEl>
                                      </p:cBhvr>
                                      <p:by x="98317" y="98317"/>
                                    </p:animScale>
                                  </p:childTnLst>
                                </p:cTn>
                              </p:par>
                              <p:par>
                                <p:cTn id="231" presetID="8" presetClass="emph" presetSubtype="0" fill="hold" grpId="5" nodeType="withEffect">
                                  <p:stCondLst>
                                    <p:cond delay="338"/>
                                  </p:stCondLst>
                                  <p:childTnLst>
                                    <p:animRot by="-58980">
                                      <p:cBhvr>
                                        <p:cTn id="232" dur="337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233" presetID="0" presetClass="path" presetSubtype="0" fill="hold" grpId="3" nodeType="withEffect">
                                  <p:stCondLst>
                                    <p:cond delay="338"/>
                                  </p:stCondLst>
                                  <p:childTnLst>
                                    <p:animMotion origin="layout" path="M 0.020649 0.004203 L 0.028766 0.013867 E" pathEditMode="relative" rAng="0" ptsTypes="AA">
                                      <p:cBhvr>
                                        <p:cTn id="234" dur="337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235" presetID="6" presetClass="emph" presetSubtype="0" fill="hold" grpId="4" nodeType="withEffect">
                                  <p:stCondLst>
                                    <p:cond delay="338"/>
                                  </p:stCondLst>
                                  <p:childTnLst>
                                    <p:animScale>
                                      <p:cBhvr>
                                        <p:cTn id="236" dur="337" fill="hold"/>
                                        <p:tgtEl>
                                          <p:spTgt spid="31"/>
                                        </p:tgtEl>
                                      </p:cBhvr>
                                      <p:by x="99391" y="99391"/>
                                    </p:animScale>
                                  </p:childTnLst>
                                </p:cTn>
                              </p:par>
                              <p:par>
                                <p:cTn id="237" presetID="8" presetClass="emph" presetSubtype="0" fill="hold" grpId="5" nodeType="withEffect">
                                  <p:stCondLst>
                                    <p:cond delay="338"/>
                                  </p:stCondLst>
                                  <p:childTnLst>
                                    <p:animRot by="21480">
                                      <p:cBhvr>
                                        <p:cTn id="238" dur="337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239" presetID="0" presetClass="path" presetSubtype="0" fill="hold" grpId="3" nodeType="withEffect">
                                  <p:stCondLst>
                                    <p:cond delay="338"/>
                                  </p:stCondLst>
                                  <p:childTnLst>
                                    <p:animMotion origin="layout" path="M -0.001415 0.006281 L 0.007275 0.011181 E" pathEditMode="relative" rAng="0" ptsTypes="AA">
                                      <p:cBhvr>
                                        <p:cTn id="240" dur="337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241" presetID="6" presetClass="emph" presetSubtype="0" fill="hold" grpId="4" nodeType="withEffect">
                                  <p:stCondLst>
                                    <p:cond delay="338"/>
                                  </p:stCondLst>
                                  <p:childTnLst>
                                    <p:animScale>
                                      <p:cBhvr>
                                        <p:cTn id="242" dur="337" fill="hold"/>
                                        <p:tgtEl>
                                          <p:spTgt spid="42"/>
                                        </p:tgtEl>
                                      </p:cBhvr>
                                      <p:by x="101062" y="101062"/>
                                    </p:animScale>
                                  </p:childTnLst>
                                </p:cTn>
                              </p:par>
                              <p:par>
                                <p:cTn id="243" presetID="8" presetClass="emph" presetSubtype="0" fill="hold" grpId="5" nodeType="withEffect">
                                  <p:stCondLst>
                                    <p:cond delay="338"/>
                                  </p:stCondLst>
                                  <p:childTnLst>
                                    <p:animRot by="37620">
                                      <p:cBhvr>
                                        <p:cTn id="244" dur="337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245" presetID="0" presetClass="path" presetSubtype="0" fill="hold" grpId="2" nodeType="withEffect">
                                  <p:stCondLst>
                                    <p:cond delay="338"/>
                                  </p:stCondLst>
                                  <p:childTnLst>
                                    <p:animMotion origin="layout" path="M 0.009489 -0.002372 L 0.019818 -0.010418 E" pathEditMode="relative" rAng="0" ptsTypes="AA">
                                      <p:cBhvr>
                                        <p:cTn id="246" dur="337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247" presetID="8" presetClass="emph" presetSubtype="0" fill="hold" grpId="3" nodeType="withEffect">
                                  <p:stCondLst>
                                    <p:cond delay="338"/>
                                  </p:stCondLst>
                                  <p:childTnLst>
                                    <p:animRot by="-83520">
                                      <p:cBhvr>
                                        <p:cTn id="248" dur="337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249" presetID="0" presetClass="path" presetSubtype="0" fill="hold" grpId="3" nodeType="withEffect">
                                  <p:stCondLst>
                                    <p:cond delay="338"/>
                                  </p:stCondLst>
                                  <p:childTnLst>
                                    <p:animMotion origin="layout" path="M 0.0177 -0.003024 L 0.0354 0.005635 E" pathEditMode="relative" rAng="0" ptsTypes="AA">
                                      <p:cBhvr>
                                        <p:cTn id="250" dur="337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251" presetID="6" presetClass="emph" presetSubtype="0" fill="hold" grpId="4" nodeType="withEffect">
                                  <p:stCondLst>
                                    <p:cond delay="338"/>
                                  </p:stCondLst>
                                  <p:childTnLst>
                                    <p:animScale>
                                      <p:cBhvr>
                                        <p:cTn id="252" dur="337" fill="hold"/>
                                        <p:tgtEl>
                                          <p:spTgt spid="21"/>
                                        </p:tgtEl>
                                      </p:cBhvr>
                                      <p:by x="105587" y="105587"/>
                                    </p:animScale>
                                  </p:childTnLst>
                                </p:cTn>
                              </p:par>
                              <p:par>
                                <p:cTn id="253" presetID="8" presetClass="emph" presetSubtype="0" fill="hold" grpId="5" nodeType="withEffect">
                                  <p:stCondLst>
                                    <p:cond delay="338"/>
                                  </p:stCondLst>
                                  <p:childTnLst>
                                    <p:animRot by="157920">
                                      <p:cBhvr>
                                        <p:cTn id="254" dur="337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255" presetID="0" presetClass="path" presetSubtype="0" fill="hold" grpId="3" nodeType="withEffect">
                                  <p:stCondLst>
                                    <p:cond delay="338"/>
                                  </p:stCondLst>
                                  <p:childTnLst>
                                    <p:animMotion origin="layout" path="M 0.0192 0.0061 L 0.0384 0.016379 E" pathEditMode="relative" rAng="0" ptsTypes="AA">
                                      <p:cBhvr>
                                        <p:cTn id="256" dur="337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257" presetID="6" presetClass="emph" presetSubtype="0" fill="hold" grpId="4" nodeType="withEffect">
                                  <p:stCondLst>
                                    <p:cond delay="338"/>
                                  </p:stCondLst>
                                  <p:childTnLst>
                                    <p:animScale>
                                      <p:cBhvr>
                                        <p:cTn id="258" dur="337" fill="hold"/>
                                        <p:tgtEl>
                                          <p:spTgt spid="23"/>
                                        </p:tgtEl>
                                      </p:cBhvr>
                                      <p:by x="106212" y="106212"/>
                                    </p:animScale>
                                  </p:childTnLst>
                                </p:cTn>
                              </p:par>
                              <p:par>
                                <p:cTn id="259" presetID="8" presetClass="emph" presetSubtype="0" fill="hold" grpId="5" nodeType="withEffect">
                                  <p:stCondLst>
                                    <p:cond delay="338"/>
                                  </p:stCondLst>
                                  <p:childTnLst>
                                    <p:animRot by="-69540">
                                      <p:cBhvr>
                                        <p:cTn id="260" dur="337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261" presetID="0" presetClass="path" presetSubtype="0" fill="hold" grpId="3" nodeType="withEffect">
                                  <p:stCondLst>
                                    <p:cond delay="338"/>
                                  </p:stCondLst>
                                  <p:childTnLst>
                                    <p:animMotion origin="layout" path="M 0.0207 0.0106 L 0.0414 0.015033 E" pathEditMode="relative" rAng="0" ptsTypes="AA">
                                      <p:cBhvr>
                                        <p:cTn id="262" dur="337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263" presetID="6" presetClass="emph" presetSubtype="0" fill="hold" grpId="4" nodeType="withEffect">
                                  <p:stCondLst>
                                    <p:cond delay="338"/>
                                  </p:stCondLst>
                                  <p:childTnLst>
                                    <p:animScale>
                                      <p:cBhvr>
                                        <p:cTn id="264" dur="337" fill="hold"/>
                                        <p:tgtEl>
                                          <p:spTgt spid="25"/>
                                        </p:tgtEl>
                                      </p:cBhvr>
                                      <p:by x="102832" y="102832"/>
                                    </p:animScale>
                                  </p:childTnLst>
                                </p:cTn>
                              </p:par>
                              <p:par>
                                <p:cTn id="265" presetID="8" presetClass="emph" presetSubtype="0" fill="hold" grpId="5" nodeType="withEffect">
                                  <p:stCondLst>
                                    <p:cond delay="338"/>
                                  </p:stCondLst>
                                  <p:childTnLst>
                                    <p:animRot by="-249600">
                                      <p:cBhvr>
                                        <p:cTn id="266" dur="337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267" presetID="0" presetClass="path" presetSubtype="0" fill="hold" grpId="2" nodeType="withEffect">
                                  <p:stCondLst>
                                    <p:cond delay="338"/>
                                  </p:stCondLst>
                                  <p:childTnLst>
                                    <p:animMotion origin="layout" path="M 0.006506 -0.005779 L -0.008478 -0.009827 E" pathEditMode="relative" rAng="0" ptsTypes="AA">
                                      <p:cBhvr>
                                        <p:cTn id="268" dur="337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269" presetID="6" presetClass="emph" presetSubtype="0" fill="hold" grpId="3" nodeType="withEffect">
                                  <p:stCondLst>
                                    <p:cond delay="338"/>
                                  </p:stCondLst>
                                  <p:childTnLst>
                                    <p:animScale>
                                      <p:cBhvr>
                                        <p:cTn id="270" dur="337" fill="hold"/>
                                        <p:tgtEl>
                                          <p:spTgt spid="43"/>
                                        </p:tgtEl>
                                      </p:cBhvr>
                                      <p:by x="84901" y="84901"/>
                                    </p:animScale>
                                  </p:childTnLst>
                                </p:cTn>
                              </p:par>
                              <p:par>
                                <p:cTn id="271" presetID="0" presetClass="path" presetSubtype="0" fill="hold" grpId="2" nodeType="withEffect">
                                  <p:stCondLst>
                                    <p:cond delay="338"/>
                                  </p:stCondLst>
                                  <p:childTnLst>
                                    <p:animMotion origin="layout" path="M -0.016483 -0.003461 L -0.033257 -0.000133 E" pathEditMode="relative" rAng="0" ptsTypes="AA">
                                      <p:cBhvr>
                                        <p:cTn id="272" dur="337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273" presetID="6" presetClass="emph" presetSubtype="0" fill="hold" grpId="3" nodeType="withEffect">
                                  <p:stCondLst>
                                    <p:cond delay="338"/>
                                  </p:stCondLst>
                                  <p:childTnLst>
                                    <p:animScale>
                                      <p:cBhvr>
                                        <p:cTn id="274" dur="337" fill="hold"/>
                                        <p:tgtEl>
                                          <p:spTgt spid="44"/>
                                        </p:tgtEl>
                                      </p:cBhvr>
                                      <p:by x="79559" y="79559"/>
                                    </p:animScale>
                                  </p:childTnLst>
                                </p:cTn>
                              </p:par>
                              <p:par>
                                <p:cTn id="275" presetID="0" presetClass="path" presetSubtype="0" fill="hold" grpId="2" nodeType="withEffect">
                                  <p:stCondLst>
                                    <p:cond delay="338"/>
                                  </p:stCondLst>
                                  <p:childTnLst>
                                    <p:animMotion origin="layout" path="M -0.015324 0.003927 L -0.009314 0.009756 E" pathEditMode="relative" rAng="0" ptsTypes="AA">
                                      <p:cBhvr>
                                        <p:cTn id="276" dur="337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277" presetID="6" presetClass="emph" presetSubtype="0" fill="hold" grpId="3" nodeType="withEffect">
                                  <p:stCondLst>
                                    <p:cond delay="338"/>
                                  </p:stCondLst>
                                  <p:childTnLst>
                                    <p:animScale>
                                      <p:cBhvr>
                                        <p:cTn id="278" dur="337" fill="hold"/>
                                        <p:tgtEl>
                                          <p:spTgt spid="45"/>
                                        </p:tgtEl>
                                      </p:cBhvr>
                                      <p:by x="109318" y="109318"/>
                                    </p:animScale>
                                  </p:childTnLst>
                                </p:cTn>
                              </p:par>
                              <p:par>
                                <p:cTn id="279" presetID="0" presetClass="path" presetSubtype="0" fill="hold" grpId="2" nodeType="withEffect">
                                  <p:stCondLst>
                                    <p:cond delay="338"/>
                                  </p:stCondLst>
                                  <p:childTnLst>
                                    <p:animMotion origin="layout" path="M 0.008285 0.005562 L 0.028274 0.005352 E" pathEditMode="relative" rAng="0" ptsTypes="AA">
                                      <p:cBhvr>
                                        <p:cTn id="280" dur="337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281" presetID="6" presetClass="emph" presetSubtype="0" fill="hold" grpId="3" nodeType="withEffect">
                                  <p:stCondLst>
                                    <p:cond delay="338"/>
                                  </p:stCondLst>
                                  <p:childTnLst>
                                    <p:animScale>
                                      <p:cBhvr>
                                        <p:cTn id="282" dur="337" fill="hold"/>
                                        <p:tgtEl>
                                          <p:spTgt spid="46"/>
                                        </p:tgtEl>
                                      </p:cBhvr>
                                      <p:by x="127633" y="127633"/>
                                    </p:animScale>
                                  </p:childTnLst>
                                </p:cTn>
                              </p:par>
                              <p:par>
                                <p:cTn id="283" presetID="0" presetClass="path" presetSubtype="0" fill="hold" grpId="2" nodeType="withEffect">
                                  <p:stCondLst>
                                    <p:cond delay="338"/>
                                  </p:stCondLst>
                                  <p:childTnLst>
                                    <p:animMotion origin="layout" path="M 0.006358 0.003749 L 0.013278 0.000478 E" pathEditMode="relative" rAng="0" ptsTypes="AA">
                                      <p:cBhvr>
                                        <p:cTn id="284" dur="337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285" presetID="8" presetClass="emph" presetSubtype="0" fill="hold" grpId="3" nodeType="withEffect">
                                  <p:stCondLst>
                                    <p:cond delay="338"/>
                                  </p:stCondLst>
                                  <p:childTnLst>
                                    <p:animRot by="-151440">
                                      <p:cBhvr>
                                        <p:cTn id="286" dur="337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287" presetID="0" presetClass="path" presetSubtype="0" fill="hold" grpId="2" nodeType="withEffect">
                                  <p:stCondLst>
                                    <p:cond delay="338"/>
                                  </p:stCondLst>
                                  <p:childTnLst>
                                    <p:animMotion origin="layout" path="M 0.007497 -0.002521 L 0.015656 -0.010646 E" pathEditMode="relative" rAng="0" ptsTypes="AA">
                                      <p:cBhvr>
                                        <p:cTn id="288" dur="337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289" presetID="8" presetClass="emph" presetSubtype="0" fill="hold" grpId="3" nodeType="withEffect">
                                  <p:stCondLst>
                                    <p:cond delay="338"/>
                                  </p:stCondLst>
                                  <p:childTnLst>
                                    <p:animRot by="-81240">
                                      <p:cBhvr>
                                        <p:cTn id="290" dur="337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291" presetID="0" presetClass="path" presetSubtype="0" fill="hold" grpId="2" nodeType="withEffect">
                                  <p:stCondLst>
                                    <p:cond delay="338"/>
                                  </p:stCondLst>
                                  <p:childTnLst>
                                    <p:animMotion origin="layout" path="M 0.005219 -0.0077 L 0.0109 -0.016952 E" pathEditMode="relative" rAng="0" ptsTypes="AA">
                                      <p:cBhvr>
                                        <p:cTn id="292" dur="337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293" presetID="8" presetClass="emph" presetSubtype="0" fill="hold" grpId="3" nodeType="withEffect">
                                  <p:stCondLst>
                                    <p:cond delay="338"/>
                                  </p:stCondLst>
                                  <p:childTnLst>
                                    <p:animRot by="27180">
                                      <p:cBhvr>
                                        <p:cTn id="294" dur="337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295" presetID="0" presetClass="path" presetSubtype="0" fill="hold" grpId="2" nodeType="withEffect">
                                  <p:stCondLst>
                                    <p:cond delay="358"/>
                                  </p:stCondLst>
                                  <p:childTnLst>
                                    <p:animMotion origin="layout" path="M 0.00175 -0.002156 L 0.0035 -0.004292 E" pathEditMode="relative" rAng="0" ptsTypes="AA">
                                      <p:cBhvr>
                                        <p:cTn id="296" dur="337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297" presetID="6" presetClass="emph" presetSubtype="0" fill="hold" grpId="3" nodeType="withEffect">
                                  <p:stCondLst>
                                    <p:cond delay="358"/>
                                  </p:stCondLst>
                                  <p:childTnLst>
                                    <p:animScale>
                                      <p:cBhvr>
                                        <p:cTn id="298" dur="337" fill="hold"/>
                                        <p:tgtEl>
                                          <p:spTgt spid="5"/>
                                        </p:tgtEl>
                                      </p:cBhvr>
                                      <p:by x="102211" y="102211"/>
                                    </p:animScale>
                                  </p:childTnLst>
                                </p:cTn>
                              </p:par>
                              <p:par>
                                <p:cTn id="299" presetID="0" presetClass="path" presetSubtype="0" fill="hold" grpId="2" nodeType="withEffect">
                                  <p:stCondLst>
                                    <p:cond delay="358"/>
                                  </p:stCondLst>
                                  <p:childTnLst>
                                    <p:animMotion origin="layout" path="M 0.005284 0.000853 L 0.010597 -0.000858 E" pathEditMode="relative" rAng="0" ptsTypes="AA">
                                      <p:cBhvr>
                                        <p:cTn id="300" dur="337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301" presetID="6" presetClass="emph" presetSubtype="0" fill="hold" grpId="3" nodeType="withEffect">
                                  <p:stCondLst>
                                    <p:cond delay="358"/>
                                  </p:stCondLst>
                                  <p:childTnLst>
                                    <p:animScale>
                                      <p:cBhvr>
                                        <p:cTn id="302" dur="337" fill="hold"/>
                                        <p:tgtEl>
                                          <p:spTgt spid="10"/>
                                        </p:tgtEl>
                                      </p:cBhvr>
                                      <p:by x="100860" y="100860"/>
                                    </p:animScale>
                                  </p:childTnLst>
                                </p:cTn>
                              </p:par>
                              <p:par>
                                <p:cTn id="303" presetID="0" presetClass="path" presetSubtype="0" fill="hold" grpId="2" nodeType="withEffect">
                                  <p:stCondLst>
                                    <p:cond delay="358"/>
                                  </p:stCondLst>
                                  <p:childTnLst>
                                    <p:animMotion origin="layout" path="M 0.00715 -0.005647 L 0.014343 -0.012414 E" pathEditMode="relative" rAng="0" ptsTypes="AA">
                                      <p:cBhvr>
                                        <p:cTn id="304" dur="337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305" presetID="6" presetClass="emph" presetSubtype="0" fill="hold" grpId="3" nodeType="withEffect">
                                  <p:stCondLst>
                                    <p:cond delay="358"/>
                                  </p:stCondLst>
                                  <p:childTnLst>
                                    <p:animScale>
                                      <p:cBhvr>
                                        <p:cTn id="306" dur="337" fill="hold"/>
                                        <p:tgtEl>
                                          <p:spTgt spid="12"/>
                                        </p:tgtEl>
                                      </p:cBhvr>
                                      <p:by x="100060" y="100060"/>
                                    </p:animScale>
                                  </p:childTnLst>
                                </p:cTn>
                              </p:par>
                              <p:par>
                                <p:cTn id="307" presetID="0" presetClass="path" presetSubtype="0" fill="hold" grpId="2" nodeType="withEffect">
                                  <p:stCondLst>
                                    <p:cond delay="358"/>
                                  </p:stCondLst>
                                  <p:childTnLst>
                                    <p:animMotion origin="layout" path="M -0.008948 -0.007176 L -0.01785 -0.011227 E" pathEditMode="relative" rAng="0" ptsTypes="AA">
                                      <p:cBhvr>
                                        <p:cTn id="308" dur="337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309" presetID="6" presetClass="emph" presetSubtype="0" fill="hold" grpId="3" nodeType="withEffect">
                                  <p:stCondLst>
                                    <p:cond delay="358"/>
                                  </p:stCondLst>
                                  <p:childTnLst>
                                    <p:animScale>
                                      <p:cBhvr>
                                        <p:cTn id="310" dur="337" fill="hold"/>
                                        <p:tgtEl>
                                          <p:spTgt spid="14"/>
                                        </p:tgtEl>
                                      </p:cBhvr>
                                      <p:by x="99207" y="99207"/>
                                    </p:animScale>
                                  </p:childTnLst>
                                </p:cTn>
                              </p:par>
                              <p:par>
                                <p:cTn id="311" presetID="0" presetClass="path" presetSubtype="0" fill="hold" grpId="2" nodeType="withEffect">
                                  <p:stCondLst>
                                    <p:cond delay="358"/>
                                  </p:stCondLst>
                                  <p:childTnLst>
                                    <p:animMotion origin="layout" path="M 0.003721 0.00047 L 0.007465 0.002516 E" pathEditMode="relative" rAng="0" ptsTypes="AA">
                                      <p:cBhvr>
                                        <p:cTn id="312" dur="337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313" presetID="6" presetClass="emph" presetSubtype="0" fill="hold" grpId="3" nodeType="withEffect">
                                  <p:stCondLst>
                                    <p:cond delay="358"/>
                                  </p:stCondLst>
                                  <p:childTnLst>
                                    <p:animScale>
                                      <p:cBhvr>
                                        <p:cTn id="314" dur="337" fill="hold"/>
                                        <p:tgtEl>
                                          <p:spTgt spid="16"/>
                                        </p:tgtEl>
                                      </p:cBhvr>
                                      <p:by x="98614" y="98614"/>
                                    </p:animScale>
                                  </p:childTnLst>
                                </p:cTn>
                              </p:par>
                              <p:par>
                                <p:cTn id="315" presetID="0" presetClass="path" presetSubtype="0" fill="hold" grpId="2" nodeType="withEffect">
                                  <p:stCondLst>
                                    <p:cond delay="358"/>
                                  </p:stCondLst>
                                  <p:childTnLst>
                                    <p:animMotion origin="layout" path="M 0.005527 0.00488 L 0.011056 0.009817 E" pathEditMode="relative" rAng="0" ptsTypes="AA">
                                      <p:cBhvr>
                                        <p:cTn id="316" dur="337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317" presetID="6" presetClass="emph" presetSubtype="0" fill="hold" grpId="3" nodeType="withEffect">
                                  <p:stCondLst>
                                    <p:cond delay="358"/>
                                  </p:stCondLst>
                                  <p:childTnLst>
                                    <p:animScale>
                                      <p:cBhvr>
                                        <p:cTn id="318" dur="337" fill="hold"/>
                                        <p:tgtEl>
                                          <p:spTgt spid="18"/>
                                        </p:tgtEl>
                                      </p:cBhvr>
                                      <p:by x="98457" y="98457"/>
                                    </p:animScale>
                                  </p:childTnLst>
                                </p:cTn>
                              </p:par>
                              <p:par>
                                <p:cTn id="319" presetID="0" presetClass="path" presetSubtype="0" fill="hold" grpId="2" nodeType="withEffect">
                                  <p:stCondLst>
                                    <p:cond delay="358"/>
                                  </p:stCondLst>
                                  <p:childTnLst>
                                    <p:animMotion origin="layout" path="M 0.008703 -0.00232 L 0.018612 -0.010323 E" pathEditMode="relative" rAng="0" ptsTypes="AA">
                                      <p:cBhvr>
                                        <p:cTn id="320" dur="337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321" presetID="8" presetClass="emph" presetSubtype="0" fill="hold" grpId="3" nodeType="withEffect">
                                  <p:stCondLst>
                                    <p:cond delay="358"/>
                                  </p:stCondLst>
                                  <p:childTnLst>
                                    <p:animRot by="-83520">
                                      <p:cBhvr>
                                        <p:cTn id="322" dur="337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23" presetID="0" presetClass="path" presetSubtype="0" fill="hold" grpId="3" nodeType="withEffect">
                                  <p:stCondLst>
                                    <p:cond delay="358"/>
                                  </p:stCondLst>
                                  <p:childTnLst>
                                    <p:animMotion origin="layout" path="M 0.018085 -0.002942 L 0.03604 0.005472 E" pathEditMode="relative" rAng="0" ptsTypes="AA">
                                      <p:cBhvr>
                                        <p:cTn id="324" dur="337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325" presetID="6" presetClass="emph" presetSubtype="0" fill="hold" grpId="4" nodeType="withEffect">
                                  <p:stCondLst>
                                    <p:cond delay="358"/>
                                  </p:stCondLst>
                                  <p:childTnLst>
                                    <p:animScale>
                                      <p:cBhvr>
                                        <p:cTn id="326" dur="337" fill="hold"/>
                                        <p:tgtEl>
                                          <p:spTgt spid="22"/>
                                        </p:tgtEl>
                                      </p:cBhvr>
                                      <p:by x="105587" y="105587"/>
                                    </p:animScale>
                                  </p:childTnLst>
                                </p:cTn>
                              </p:par>
                              <p:par>
                                <p:cTn id="327" presetID="8" presetClass="emph" presetSubtype="0" fill="hold" grpId="5" nodeType="withEffect">
                                  <p:stCondLst>
                                    <p:cond delay="358"/>
                                  </p:stCondLst>
                                  <p:childTnLst>
                                    <p:animRot by="157920">
                                      <p:cBhvr>
                                        <p:cTn id="328" dur="337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29" presetID="0" presetClass="path" presetSubtype="0" fill="hold" grpId="3" nodeType="withEffect">
                                  <p:stCondLst>
                                    <p:cond delay="358"/>
                                  </p:stCondLst>
                                  <p:childTnLst>
                                    <p:animMotion origin="layout" path="M 0.019475 0.005946 L 0.038601 0.015959 E" pathEditMode="relative" rAng="0" ptsTypes="AA">
                                      <p:cBhvr>
                                        <p:cTn id="330" dur="337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331" presetID="6" presetClass="emph" presetSubtype="0" fill="hold" grpId="4" nodeType="withEffect">
                                  <p:stCondLst>
                                    <p:cond delay="358"/>
                                  </p:stCondLst>
                                  <p:childTnLst>
                                    <p:animScale>
                                      <p:cBhvr>
                                        <p:cTn id="332" dur="337" fill="hold"/>
                                        <p:tgtEl>
                                          <p:spTgt spid="24"/>
                                        </p:tgtEl>
                                      </p:cBhvr>
                                      <p:by x="106212" y="106212"/>
                                    </p:animScale>
                                  </p:childTnLst>
                                </p:cTn>
                              </p:par>
                              <p:par>
                                <p:cTn id="333" presetID="8" presetClass="emph" presetSubtype="0" fill="hold" grpId="5" nodeType="withEffect">
                                  <p:stCondLst>
                                    <p:cond delay="358"/>
                                  </p:stCondLst>
                                  <p:childTnLst>
                                    <p:animRot by="-69540">
                                      <p:cBhvr>
                                        <p:cTn id="334" dur="337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35" presetID="0" presetClass="path" presetSubtype="0" fill="hold" grpId="3" nodeType="withEffect">
                                  <p:stCondLst>
                                    <p:cond delay="358"/>
                                  </p:stCondLst>
                                  <p:childTnLst>
                                    <p:animMotion origin="layout" path="M 0.020724 0.010358 L 0.041135 0.01469 E" pathEditMode="relative" rAng="0" ptsTypes="AA">
                                      <p:cBhvr>
                                        <p:cTn id="336" dur="337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337" presetID="6" presetClass="emph" presetSubtype="0" fill="hold" grpId="4" nodeType="withEffect">
                                  <p:stCondLst>
                                    <p:cond delay="358"/>
                                  </p:stCondLst>
                                  <p:childTnLst>
                                    <p:animScale>
                                      <p:cBhvr>
                                        <p:cTn id="338" dur="337" fill="hold"/>
                                        <p:tgtEl>
                                          <p:spTgt spid="26"/>
                                        </p:tgtEl>
                                      </p:cBhvr>
                                      <p:by x="102832" y="102832"/>
                                    </p:animScale>
                                  </p:childTnLst>
                                </p:cTn>
                              </p:par>
                              <p:par>
                                <p:cTn id="339" presetID="8" presetClass="emph" presetSubtype="0" fill="hold" grpId="5" nodeType="withEffect">
                                  <p:stCondLst>
                                    <p:cond delay="358"/>
                                  </p:stCondLst>
                                  <p:childTnLst>
                                    <p:animRot by="-249600">
                                      <p:cBhvr>
                                        <p:cTn id="340" dur="337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41" presetID="0" presetClass="path" presetSubtype="0" fill="hold" grpId="2" nodeType="withEffect">
                                  <p:stCondLst>
                                    <p:cond delay="378"/>
                                  </p:stCondLst>
                                  <p:childTnLst>
                                    <p:animMotion origin="layout" path="M 0.00175 -0.002156 L 0.0035 -0.004292 E" pathEditMode="relative" rAng="0" ptsTypes="AA">
                                      <p:cBhvr>
                                        <p:cTn id="342" dur="337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343" presetID="6" presetClass="emph" presetSubtype="0" fill="hold" grpId="3" nodeType="withEffect">
                                  <p:stCondLst>
                                    <p:cond delay="378"/>
                                  </p:stCondLst>
                                  <p:childTnLst>
                                    <p:animScale>
                                      <p:cBhvr>
                                        <p:cTn id="344" dur="337" fill="hold"/>
                                        <p:tgtEl>
                                          <p:spTgt spid="6"/>
                                        </p:tgtEl>
                                      </p:cBhvr>
                                      <p:by x="102211" y="102211"/>
                                    </p:animScale>
                                  </p:childTnLst>
                                </p:cTn>
                              </p:par>
                              <p:par>
                                <p:cTn id="345" presetID="0" presetClass="path" presetSubtype="0" fill="hold" grpId="2" nodeType="withEffect">
                                  <p:stCondLst>
                                    <p:cond delay="378"/>
                                  </p:stCondLst>
                                  <p:childTnLst>
                                    <p:animMotion origin="layout" path="M 0.006986 -0.005893 L 0.015911 -0.015775 E" pathEditMode="relative" rAng="0" ptsTypes="AA">
                                      <p:cBhvr>
                                        <p:cTn id="346" dur="337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347" presetID="8" presetClass="emph" presetSubtype="0" fill="hold" grpId="3" nodeType="withEffect">
                                  <p:stCondLst>
                                    <p:cond delay="378"/>
                                  </p:stCondLst>
                                  <p:childTnLst>
                                    <p:animRot by="-83520">
                                      <p:cBhvr>
                                        <p:cTn id="348" dur="337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49" presetID="0" presetClass="path" presetSubtype="0" fill="hold" grpId="2" nodeType="withEffect">
                                  <p:stCondLst>
                                    <p:cond delay="398"/>
                                  </p:stCondLst>
                                  <p:childTnLst>
                                    <p:animMotion origin="layout" path="M 0.006776 -0.001799 L 0.015665 -0.009488 E" pathEditMode="relative" rAng="0" ptsTypes="AA">
                                      <p:cBhvr>
                                        <p:cTn id="350" dur="337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351" presetID="8" presetClass="emph" presetSubtype="0" fill="hold" grpId="3" nodeType="withEffect">
                                  <p:stCondLst>
                                    <p:cond delay="398"/>
                                  </p:stCondLst>
                                  <p:childTnLst>
                                    <p:animRot by="-83520">
                                      <p:cBhvr>
                                        <p:cTn id="352" dur="337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53" presetID="0" presetClass="path" presetSubtype="0" fill="hold" grpId="2" nodeType="withEffect">
                                  <p:stCondLst>
                                    <p:cond delay="418"/>
                                  </p:stCondLst>
                                  <p:childTnLst>
                                    <p:animMotion origin="layout" path="M 0.006715 -0.001797 L 0.015572 -0.009485 E" pathEditMode="relative" rAng="0" ptsTypes="AA">
                                      <p:cBhvr>
                                        <p:cTn id="354" dur="337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355" presetID="8" presetClass="emph" presetSubtype="0" fill="hold" grpId="3" nodeType="withEffect">
                                  <p:stCondLst>
                                    <p:cond delay="418"/>
                                  </p:stCondLst>
                                  <p:childTnLst>
                                    <p:animRot by="-83520">
                                      <p:cBhvr>
                                        <p:cTn id="356" dur="337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57" presetID="0" presetClass="path" presetSubtype="0" fill="hold" grpId="2" nodeType="withEffect">
                                  <p:stCondLst>
                                    <p:cond delay="438"/>
                                  </p:stCondLst>
                                  <p:childTnLst>
                                    <p:animMotion origin="layout" path="M 0.003257 -0.002026 L 0.010261 -0.00977 E" pathEditMode="relative" rAng="0" ptsTypes="AA">
                                      <p:cBhvr>
                                        <p:cTn id="358" dur="337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359" presetID="8" presetClass="emph" presetSubtype="0" fill="hold" grpId="3" nodeType="withEffect">
                                  <p:stCondLst>
                                    <p:cond delay="438"/>
                                  </p:stCondLst>
                                  <p:childTnLst>
                                    <p:animRot by="-83520">
                                      <p:cBhvr>
                                        <p:cTn id="360" dur="337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61" presetID="0" presetClass="path" presetSubtype="0" fill="hold" grpId="2" nodeType="withEffect">
                                  <p:stCondLst>
                                    <p:cond delay="458"/>
                                  </p:stCondLst>
                                  <p:childTnLst>
                                    <p:animMotion origin="layout" path="M 0.003218 -0.003729 L 0.01017 -0.012383 E" pathEditMode="relative" rAng="0" ptsTypes="AA">
                                      <p:cBhvr>
                                        <p:cTn id="362" dur="337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363" presetID="8" presetClass="emph" presetSubtype="0" fill="hold" grpId="3" nodeType="withEffect">
                                  <p:stCondLst>
                                    <p:cond delay="458"/>
                                  </p:stCondLst>
                                  <p:childTnLst>
                                    <p:animRot by="-83520">
                                      <p:cBhvr>
                                        <p:cTn id="364" dur="337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65" presetID="0" presetClass="path" presetSubtype="0" fill="hold" grpId="2" nodeType="withEffect">
                                  <p:stCondLst>
                                    <p:cond delay="478"/>
                                  </p:stCondLst>
                                  <p:childTnLst>
                                    <p:animMotion origin="layout" path="M 0.001269 -0.003514 L 0.007183 -0.012017 E" pathEditMode="relative" rAng="0" ptsTypes="AA">
                                      <p:cBhvr>
                                        <p:cTn id="366" dur="337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367" presetID="8" presetClass="emph" presetSubtype="0" fill="hold" grpId="3" nodeType="withEffect">
                                  <p:stCondLst>
                                    <p:cond delay="478"/>
                                  </p:stCondLst>
                                  <p:childTnLst>
                                    <p:animRot by="-83520">
                                      <p:cBhvr>
                                        <p:cTn id="368" dur="337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69" presetID="0" presetClass="path" presetSubtype="0" fill="hold" grpId="2" nodeType="withEffect">
                                  <p:stCondLst>
                                    <p:cond delay="498"/>
                                  </p:stCondLst>
                                  <p:childTnLst>
                                    <p:animMotion origin="layout" path="M 0.00351 -0.003565 L 0.01062 -0.012137 E" pathEditMode="relative" rAng="0" ptsTypes="AA">
                                      <p:cBhvr>
                                        <p:cTn id="370" dur="337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371" presetID="8" presetClass="emph" presetSubtype="0" fill="hold" grpId="3" nodeType="withEffect">
                                  <p:stCondLst>
                                    <p:cond delay="498"/>
                                  </p:stCondLst>
                                  <p:childTnLst>
                                    <p:animRot by="-83520">
                                      <p:cBhvr>
                                        <p:cTn id="372" dur="337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73" presetID="0" presetClass="path" presetSubtype="0" fill="hold" grpId="2" nodeType="withEffect">
                                  <p:stCondLst>
                                    <p:cond delay="518"/>
                                  </p:stCondLst>
                                  <p:childTnLst>
                                    <p:animMotion origin="layout" path="M 0.00569 -0.003615 L 0.013964 -0.012254 E" pathEditMode="relative" rAng="0" ptsTypes="AA">
                                      <p:cBhvr>
                                        <p:cTn id="374" dur="337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375" presetID="8" presetClass="emph" presetSubtype="0" fill="hold" grpId="3" nodeType="withEffect">
                                  <p:stCondLst>
                                    <p:cond delay="518"/>
                                  </p:stCondLst>
                                  <p:childTnLst>
                                    <p:animRot by="-83520">
                                      <p:cBhvr>
                                        <p:cTn id="376" dur="337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77" presetID="0" presetClass="path" presetSubtype="0" fill="hold" grpId="4" nodeType="withEffect">
                                  <p:stCondLst>
                                    <p:cond delay="675"/>
                                  </p:stCondLst>
                                  <p:childTnLst>
                                    <p:animMotion origin="layout" path="M 0.0035 -0.004292 L 0.00525 -0.006386 E" pathEditMode="relative" rAng="0" ptsTypes="AA">
                                      <p:cBhvr>
                                        <p:cTn id="378" dur="337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379" presetID="6" presetClass="emph" presetSubtype="0" fill="hold" grpId="5" nodeType="withEffect">
                                  <p:stCondLst>
                                    <p:cond delay="675"/>
                                  </p:stCondLst>
                                  <p:childTnLst>
                                    <p:animScale>
                                      <p:cBhvr>
                                        <p:cTn id="380" dur="337" fill="hold"/>
                                        <p:tgtEl>
                                          <p:spTgt spid="7"/>
                                        </p:tgtEl>
                                      </p:cBhvr>
                                      <p:by x="101448" y="101448"/>
                                    </p:animScale>
                                  </p:childTnLst>
                                </p:cTn>
                              </p:par>
                              <p:par>
                                <p:cTn id="381" presetID="0" presetClass="path" presetSubtype="0" fill="hold" grpId="4" nodeType="withEffect">
                                  <p:stCondLst>
                                    <p:cond delay="675"/>
                                  </p:stCondLst>
                                  <p:childTnLst>
                                    <p:animMotion origin="layout" path="M 0.0108 -0.000883 L 0.0162 -0.004725 E" pathEditMode="relative" rAng="0" ptsTypes="AA">
                                      <p:cBhvr>
                                        <p:cTn id="382" dur="337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383" presetID="6" presetClass="emph" presetSubtype="0" fill="hold" grpId="5" nodeType="withEffect">
                                  <p:stCondLst>
                                    <p:cond delay="675"/>
                                  </p:stCondLst>
                                  <p:childTnLst>
                                    <p:animScale>
                                      <p:cBhvr>
                                        <p:cTn id="384" dur="337" fill="hold"/>
                                        <p:tgtEl>
                                          <p:spTgt spid="9"/>
                                        </p:tgtEl>
                                      </p:cBhvr>
                                      <p:by x="100529" y="100529"/>
                                    </p:animScale>
                                  </p:childTnLst>
                                </p:cTn>
                              </p:par>
                              <p:par>
                                <p:cTn id="385" presetID="0" presetClass="path" presetSubtype="0" fill="hold" grpId="4" nodeType="withEffect">
                                  <p:stCondLst>
                                    <p:cond delay="675"/>
                                  </p:stCondLst>
                                  <p:childTnLst>
                                    <p:animMotion origin="layout" path="M 0.0144 -0.012421 L 0.0216 -0.018577 E" pathEditMode="relative" rAng="0" ptsTypes="AA">
                                      <p:cBhvr>
                                        <p:cTn id="386" dur="337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387" presetID="6" presetClass="emph" presetSubtype="0" fill="hold" grpId="5" nodeType="withEffect">
                                  <p:stCondLst>
                                    <p:cond delay="675"/>
                                  </p:stCondLst>
                                  <p:childTnLst>
                                    <p:animScale>
                                      <p:cBhvr>
                                        <p:cTn id="388" dur="337" fill="hold"/>
                                        <p:tgtEl>
                                          <p:spTgt spid="11"/>
                                        </p:tgtEl>
                                      </p:cBhvr>
                                      <p:by x="99672" y="99672"/>
                                    </p:animScale>
                                  </p:childTnLst>
                                </p:cTn>
                              </p:par>
                              <p:par>
                                <p:cTn id="389" presetID="0" presetClass="path" presetSubtype="0" fill="hold" grpId="4" nodeType="withEffect">
                                  <p:stCondLst>
                                    <p:cond delay="675"/>
                                  </p:stCondLst>
                                  <p:childTnLst>
                                    <p:animMotion origin="layout" path="M -0.018 -0.011213 L -0.027 -0.011096 E" pathEditMode="relative" rAng="0" ptsTypes="AA">
                                      <p:cBhvr>
                                        <p:cTn id="390" dur="337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391" presetID="6" presetClass="emph" presetSubtype="0" fill="hold" grpId="5" nodeType="withEffect">
                                  <p:stCondLst>
                                    <p:cond delay="675"/>
                                  </p:stCondLst>
                                  <p:childTnLst>
                                    <p:animScale>
                                      <p:cBhvr>
                                        <p:cTn id="392" dur="337" fill="hold"/>
                                        <p:tgtEl>
                                          <p:spTgt spid="13"/>
                                        </p:tgtEl>
                                      </p:cBhvr>
                                      <p:by x="98907" y="98907"/>
                                    </p:animScale>
                                  </p:childTnLst>
                                </p:cTn>
                              </p:par>
                              <p:par>
                                <p:cTn id="393" presetID="0" presetClass="path" presetSubtype="0" fill="hold" grpId="4" nodeType="withEffect">
                                  <p:stCondLst>
                                    <p:cond delay="675"/>
                                  </p:stCondLst>
                                  <p:childTnLst>
                                    <p:animMotion origin="layout" path="M 0.0072 0.002546 L 0.0108 0.005662 E" pathEditMode="relative" rAng="0" ptsTypes="AA">
                                      <p:cBhvr>
                                        <p:cTn id="394" dur="337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395" presetID="6" presetClass="emph" presetSubtype="0" fill="hold" grpId="5" nodeType="withEffect">
                                  <p:stCondLst>
                                    <p:cond delay="675"/>
                                  </p:stCondLst>
                                  <p:childTnLst>
                                    <p:animScale>
                                      <p:cBhvr>
                                        <p:cTn id="396" dur="337" fill="hold"/>
                                        <p:tgtEl>
                                          <p:spTgt spid="15"/>
                                        </p:tgtEl>
                                      </p:cBhvr>
                                      <p:by x="98461" y="98461"/>
                                    </p:animScale>
                                  </p:childTnLst>
                                </p:cTn>
                              </p:par>
                              <p:par>
                                <p:cTn id="397" presetID="0" presetClass="path" presetSubtype="0" fill="hold" grpId="4" nodeType="withEffect">
                                  <p:stCondLst>
                                    <p:cond delay="675"/>
                                  </p:stCondLst>
                                  <p:childTnLst>
                                    <p:animMotion origin="layout" path="M 0.0108 0.009848 L 0.0162 0.013596 E" pathEditMode="relative" rAng="0" ptsTypes="AA">
                                      <p:cBhvr>
                                        <p:cTn id="398" dur="337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399" presetID="6" presetClass="emph" presetSubtype="0" fill="hold" grpId="5" nodeType="withEffect">
                                  <p:stCondLst>
                                    <p:cond delay="675"/>
                                  </p:stCondLst>
                                  <p:childTnLst>
                                    <p:animScale>
                                      <p:cBhvr>
                                        <p:cTn id="400" dur="337" fill="hold"/>
                                        <p:tgtEl>
                                          <p:spTgt spid="17"/>
                                        </p:tgtEl>
                                      </p:cBhvr>
                                      <p:by x="98536" y="98536"/>
                                    </p:animScale>
                                  </p:childTnLst>
                                </p:cTn>
                              </p:par>
                              <p:par>
                                <p:cTn id="401" presetID="0" presetClass="path" presetSubtype="0" fill="hold" grpId="6" nodeType="withEffect">
                                  <p:stCondLst>
                                    <p:cond delay="675"/>
                                  </p:stCondLst>
                                  <p:childTnLst>
                                    <p:animMotion origin="layout" path="M 0.020526 -0.00973 L 0.014163 -0.016448 E" pathEditMode="relative" rAng="0" ptsTypes="AA">
                                      <p:cBhvr>
                                        <p:cTn id="402" dur="337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403" presetID="6" presetClass="emph" presetSubtype="0" fill="hold" grpId="7" nodeType="withEffect">
                                  <p:stCondLst>
                                    <p:cond delay="675"/>
                                  </p:stCondLst>
                                  <p:childTnLst>
                                    <p:animScale>
                                      <p:cBhvr>
                                        <p:cTn id="404" dur="337" fill="hold"/>
                                        <p:tgtEl>
                                          <p:spTgt spid="28"/>
                                        </p:tgtEl>
                                      </p:cBhvr>
                                      <p:by x="99344" y="99344"/>
                                    </p:animScale>
                                  </p:childTnLst>
                                </p:cTn>
                              </p:par>
                              <p:par>
                                <p:cTn id="405" presetID="8" presetClass="emph" presetSubtype="0" fill="hold" grpId="8" nodeType="withEffect">
                                  <p:stCondLst>
                                    <p:cond delay="675"/>
                                  </p:stCondLst>
                                  <p:childTnLst>
                                    <p:animRot by="-23760">
                                      <p:cBhvr>
                                        <p:cTn id="406" dur="337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407" presetID="0" presetClass="path" presetSubtype="0" fill="hold" grpId="6" nodeType="withEffect">
                                  <p:stCondLst>
                                    <p:cond delay="675"/>
                                  </p:stCondLst>
                                  <p:childTnLst>
                                    <p:animMotion origin="layout" path="M 0.009332 -0.014795 L 0.027404 -0.015721 E" pathEditMode="relative" rAng="0" ptsTypes="AA">
                                      <p:cBhvr>
                                        <p:cTn id="408" dur="337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409" presetID="6" presetClass="emph" presetSubtype="0" fill="hold" grpId="7" nodeType="withEffect">
                                  <p:stCondLst>
                                    <p:cond delay="675"/>
                                  </p:stCondLst>
                                  <p:childTnLst>
                                    <p:animScale>
                                      <p:cBhvr>
                                        <p:cTn id="410" dur="337" fill="hold"/>
                                        <p:tgtEl>
                                          <p:spTgt spid="29"/>
                                        </p:tgtEl>
                                      </p:cBhvr>
                                      <p:by x="98305" y="98305"/>
                                    </p:animScale>
                                  </p:childTnLst>
                                </p:cTn>
                              </p:par>
                              <p:par>
                                <p:cTn id="411" presetID="8" presetClass="emph" presetSubtype="0" fill="hold" grpId="8" nodeType="withEffect">
                                  <p:stCondLst>
                                    <p:cond delay="675"/>
                                  </p:stCondLst>
                                  <p:childTnLst>
                                    <p:animRot by="59280">
                                      <p:cBhvr>
                                        <p:cTn id="412" dur="337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413" presetID="0" presetClass="path" presetSubtype="0" fill="hold" grpId="6" nodeType="withEffect">
                                  <p:stCondLst>
                                    <p:cond delay="675"/>
                                  </p:stCondLst>
                                  <p:childTnLst>
                                    <p:animMotion origin="layout" path="M -0.0366 -0.004094 L -0.048647 0.003446 E" pathEditMode="relative" rAng="0" ptsTypes="AA">
                                      <p:cBhvr>
                                        <p:cTn id="414" dur="337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415" presetID="6" presetClass="emph" presetSubtype="0" fill="hold" grpId="7" nodeType="withEffect">
                                  <p:stCondLst>
                                    <p:cond delay="675"/>
                                  </p:stCondLst>
                                  <p:childTnLst>
                                    <p:animScale>
                                      <p:cBhvr>
                                        <p:cTn id="416" dur="337" fill="hold"/>
                                        <p:tgtEl>
                                          <p:spTgt spid="30"/>
                                        </p:tgtEl>
                                      </p:cBhvr>
                                      <p:by x="98969" y="98969"/>
                                    </p:animScale>
                                  </p:childTnLst>
                                </p:cTn>
                              </p:par>
                              <p:par>
                                <p:cTn id="417" presetID="8" presetClass="emph" presetSubtype="0" fill="hold" grpId="8" nodeType="withEffect">
                                  <p:stCondLst>
                                    <p:cond delay="675"/>
                                  </p:stCondLst>
                                  <p:childTnLst>
                                    <p:animRot by="-35280">
                                      <p:cBhvr>
                                        <p:cTn id="418" dur="337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419" presetID="0" presetClass="path" presetSubtype="0" fill="hold" grpId="6" nodeType="withEffect">
                                  <p:stCondLst>
                                    <p:cond delay="675"/>
                                  </p:stCondLst>
                                  <p:childTnLst>
                                    <p:animMotion origin="layout" path="M 0.028766 0.013867 L 0.019596 0.023331 E" pathEditMode="relative" rAng="0" ptsTypes="AA">
                                      <p:cBhvr>
                                        <p:cTn id="420" dur="337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421" presetID="6" presetClass="emph" presetSubtype="0" fill="hold" grpId="7" nodeType="withEffect">
                                  <p:stCondLst>
                                    <p:cond delay="675"/>
                                  </p:stCondLst>
                                  <p:childTnLst>
                                    <p:animScale>
                                      <p:cBhvr>
                                        <p:cTn id="422" dur="337" fill="hold"/>
                                        <p:tgtEl>
                                          <p:spTgt spid="31"/>
                                        </p:tgtEl>
                                      </p:cBhvr>
                                      <p:by x="100695" y="100695"/>
                                    </p:animScale>
                                  </p:childTnLst>
                                </p:cTn>
                              </p:par>
                              <p:par>
                                <p:cTn id="423" presetID="8" presetClass="emph" presetSubtype="0" fill="hold" grpId="8" nodeType="withEffect">
                                  <p:stCondLst>
                                    <p:cond delay="675"/>
                                  </p:stCondLst>
                                  <p:childTnLst>
                                    <p:animRot by="-24240">
                                      <p:cBhvr>
                                        <p:cTn id="424" dur="337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425" presetID="0" presetClass="path" presetSubtype="0" fill="hold" grpId="6" nodeType="withEffect">
                                  <p:stCondLst>
                                    <p:cond delay="675"/>
                                  </p:stCondLst>
                                  <p:childTnLst>
                                    <p:animMotion origin="layout" path="M 0.007275 0.011181 L 0.020979 0.011829 E" pathEditMode="relative" rAng="0" ptsTypes="AA">
                                      <p:cBhvr>
                                        <p:cTn id="426" dur="337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427" presetID="6" presetClass="emph" presetSubtype="0" fill="hold" grpId="7" nodeType="withEffect">
                                  <p:stCondLst>
                                    <p:cond delay="675"/>
                                  </p:stCondLst>
                                  <p:childTnLst>
                                    <p:animScale>
                                      <p:cBhvr>
                                        <p:cTn id="428" dur="337" fill="hold"/>
                                        <p:tgtEl>
                                          <p:spTgt spid="42"/>
                                        </p:tgtEl>
                                      </p:cBhvr>
                                      <p:by x="101655" y="101655"/>
                                    </p:animScale>
                                  </p:childTnLst>
                                </p:cTn>
                              </p:par>
                              <p:par>
                                <p:cTn id="429" presetID="8" presetClass="emph" presetSubtype="0" fill="hold" grpId="8" nodeType="withEffect">
                                  <p:stCondLst>
                                    <p:cond delay="675"/>
                                  </p:stCondLst>
                                  <p:childTnLst>
                                    <p:animRot by="59400">
                                      <p:cBhvr>
                                        <p:cTn id="430" dur="337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431" presetID="0" presetClass="path" presetSubtype="0" fill="hold" grpId="4" nodeType="withEffect">
                                  <p:stCondLst>
                                    <p:cond delay="675"/>
                                  </p:stCondLst>
                                  <p:childTnLst>
                                    <p:animMotion origin="layout" path="M 0.019818 -0.010418 L 0.031696 -0.019541 E" pathEditMode="relative" rAng="0" ptsTypes="AA">
                                      <p:cBhvr>
                                        <p:cTn id="432" dur="337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433" presetID="8" presetClass="emph" presetSubtype="0" fill="hold" grpId="5" nodeType="withEffect">
                                  <p:stCondLst>
                                    <p:cond delay="675"/>
                                  </p:stCondLst>
                                  <p:childTnLst>
                                    <p:animRot by="37980">
                                      <p:cBhvr>
                                        <p:cTn id="434" dur="337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435" presetID="0" presetClass="path" presetSubtype="0" fill="hold" grpId="6" nodeType="withEffect">
                                  <p:stCondLst>
                                    <p:cond delay="675"/>
                                  </p:stCondLst>
                                  <p:childTnLst>
                                    <p:animMotion origin="layout" path="M 0.0354 0.005635 L 0.0531 0.014422 E" pathEditMode="relative" rAng="0" ptsTypes="AA">
                                      <p:cBhvr>
                                        <p:cTn id="436" dur="337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437" presetID="6" presetClass="emph" presetSubtype="0" fill="hold" grpId="7" nodeType="withEffect">
                                  <p:stCondLst>
                                    <p:cond delay="675"/>
                                  </p:stCondLst>
                                  <p:childTnLst>
                                    <p:animScale>
                                      <p:cBhvr>
                                        <p:cTn id="438" dur="337" fill="hold"/>
                                        <p:tgtEl>
                                          <p:spTgt spid="21"/>
                                        </p:tgtEl>
                                      </p:cBhvr>
                                      <p:by x="105358" y="105358"/>
                                    </p:animScale>
                                  </p:childTnLst>
                                </p:cTn>
                              </p:par>
                              <p:par>
                                <p:cTn id="439" presetID="8" presetClass="emph" presetSubtype="0" fill="hold" grpId="8" nodeType="withEffect">
                                  <p:stCondLst>
                                    <p:cond delay="675"/>
                                  </p:stCondLst>
                                  <p:childTnLst>
                                    <p:animRot by="-153180">
                                      <p:cBhvr>
                                        <p:cTn id="440" dur="337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441" presetID="0" presetClass="path" presetSubtype="0" fill="hold" grpId="6" nodeType="withEffect">
                                  <p:stCondLst>
                                    <p:cond delay="675"/>
                                  </p:stCondLst>
                                  <p:childTnLst>
                                    <p:animMotion origin="layout" path="M 0.0384 0.016379 L 0.0576 0.017282 E" pathEditMode="relative" rAng="0" ptsTypes="AA">
                                      <p:cBhvr>
                                        <p:cTn id="442" dur="337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443" presetID="6" presetClass="emph" presetSubtype="0" fill="hold" grpId="7" nodeType="withEffect">
                                  <p:stCondLst>
                                    <p:cond delay="675"/>
                                  </p:stCondLst>
                                  <p:childTnLst>
                                    <p:animScale>
                                      <p:cBhvr>
                                        <p:cTn id="444" dur="337" fill="hold"/>
                                        <p:tgtEl>
                                          <p:spTgt spid="23"/>
                                        </p:tgtEl>
                                      </p:cBhvr>
                                      <p:by x="100851" y="100851"/>
                                    </p:animScale>
                                  </p:childTnLst>
                                </p:cTn>
                              </p:par>
                              <p:par>
                                <p:cTn id="445" presetID="8" presetClass="emph" presetSubtype="0" fill="hold" grpId="8" nodeType="withEffect">
                                  <p:stCondLst>
                                    <p:cond delay="675"/>
                                  </p:stCondLst>
                                  <p:childTnLst>
                                    <p:animRot by="-277140">
                                      <p:cBhvr>
                                        <p:cTn id="446" dur="337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447" presetID="0" presetClass="path" presetSubtype="0" fill="hold" grpId="6" nodeType="withEffect">
                                  <p:stCondLst>
                                    <p:cond delay="675"/>
                                  </p:stCondLst>
                                  <p:childTnLst>
                                    <p:animMotion origin="layout" path="M 0.0414 0.015033 L 0.0621 0.006962 E" pathEditMode="relative" rAng="0" ptsTypes="AA">
                                      <p:cBhvr>
                                        <p:cTn id="448" dur="337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449" presetID="6" presetClass="emph" presetSubtype="0" fill="hold" grpId="7" nodeType="withEffect">
                                  <p:stCondLst>
                                    <p:cond delay="675"/>
                                  </p:stCondLst>
                                  <p:childTnLst>
                                    <p:animScale>
                                      <p:cBhvr>
                                        <p:cTn id="450" dur="337" fill="hold"/>
                                        <p:tgtEl>
                                          <p:spTgt spid="25"/>
                                        </p:tgtEl>
                                      </p:cBhvr>
                                      <p:by x="96043" y="96043"/>
                                    </p:animScale>
                                  </p:childTnLst>
                                </p:cTn>
                              </p:par>
                              <p:par>
                                <p:cTn id="451" presetID="8" presetClass="emph" presetSubtype="0" fill="hold" grpId="8" nodeType="withEffect">
                                  <p:stCondLst>
                                    <p:cond delay="675"/>
                                  </p:stCondLst>
                                  <p:childTnLst>
                                    <p:animRot by="-212700">
                                      <p:cBhvr>
                                        <p:cTn id="452" dur="337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453" presetID="0" presetClass="path" presetSubtype="0" fill="hold" grpId="4" nodeType="withEffect">
                                  <p:stCondLst>
                                    <p:cond delay="675"/>
                                  </p:stCondLst>
                                  <p:childTnLst>
                                    <p:animMotion origin="layout" path="M -0.008478 -0.009827 L -0.026452 -0.007146 E" pathEditMode="relative" rAng="0" ptsTypes="AA">
                                      <p:cBhvr>
                                        <p:cTn id="454" dur="337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455" presetID="6" presetClass="emph" presetSubtype="0" fill="hold" grpId="5" nodeType="withEffect">
                                  <p:stCondLst>
                                    <p:cond delay="675"/>
                                  </p:stCondLst>
                                  <p:childTnLst>
                                    <p:animScale>
                                      <p:cBhvr>
                                        <p:cTn id="456" dur="337" fill="hold"/>
                                        <p:tgtEl>
                                          <p:spTgt spid="43"/>
                                        </p:tgtEl>
                                      </p:cBhvr>
                                      <p:by x="78662" y="78662"/>
                                    </p:animScale>
                                  </p:childTnLst>
                                </p:cTn>
                              </p:par>
                              <p:par>
                                <p:cTn id="457" presetID="0" presetClass="path" presetSubtype="0" fill="hold" grpId="4" nodeType="withEffect">
                                  <p:stCondLst>
                                    <p:cond delay="675"/>
                                  </p:stCondLst>
                                  <p:childTnLst>
                                    <p:animMotion origin="layout" path="M -0.033257 -0.000133 L -0.029611 0.005876 E" pathEditMode="relative" rAng="0" ptsTypes="AA">
                                      <p:cBhvr>
                                        <p:cTn id="458" dur="337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459" presetID="6" presetClass="emph" presetSubtype="0" fill="hold" grpId="5" nodeType="withEffect">
                                  <p:stCondLst>
                                    <p:cond delay="675"/>
                                  </p:stCondLst>
                                  <p:childTnLst>
                                    <p:animScale>
                                      <p:cBhvr>
                                        <p:cTn id="460" dur="337" fill="hold"/>
                                        <p:tgtEl>
                                          <p:spTgt spid="44"/>
                                        </p:tgtEl>
                                      </p:cBhvr>
                                      <p:by x="105577" y="105577"/>
                                    </p:animScale>
                                  </p:childTnLst>
                                </p:cTn>
                              </p:par>
                              <p:par>
                                <p:cTn id="461" presetID="0" presetClass="path" presetSubtype="0" fill="hold" grpId="4" nodeType="withEffect">
                                  <p:stCondLst>
                                    <p:cond delay="675"/>
                                  </p:stCondLst>
                                  <p:childTnLst>
                                    <p:animMotion origin="layout" path="M -0.009314 0.009756 L 0.01061 0.01029 E" pathEditMode="relative" rAng="0" ptsTypes="AA">
                                      <p:cBhvr>
                                        <p:cTn id="462" dur="337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463" presetID="6" presetClass="emph" presetSubtype="0" fill="hold" grpId="5" nodeType="withEffect">
                                  <p:stCondLst>
                                    <p:cond delay="675"/>
                                  </p:stCondLst>
                                  <p:childTnLst>
                                    <p:animScale>
                                      <p:cBhvr>
                                        <p:cTn id="464" dur="337" fill="hold"/>
                                        <p:tgtEl>
                                          <p:spTgt spid="45"/>
                                        </p:tgtEl>
                                      </p:cBhvr>
                                      <p:by x="128238" y="128238"/>
                                    </p:animScale>
                                  </p:childTnLst>
                                </p:cTn>
                              </p:par>
                              <p:par>
                                <p:cTn id="465" presetID="0" presetClass="path" presetSubtype="0" fill="hold" grpId="4" nodeType="withEffect">
                                  <p:stCondLst>
                                    <p:cond delay="675"/>
                                  </p:stCondLst>
                                  <p:childTnLst>
                                    <p:animMotion origin="layout" path="M 0.028274 0.005352 L 0.035287 -0.000371 E" pathEditMode="relative" rAng="0" ptsTypes="AA">
                                      <p:cBhvr>
                                        <p:cTn id="466" dur="337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467" presetID="6" presetClass="emph" presetSubtype="0" fill="hold" grpId="5" nodeType="withEffect">
                                  <p:stCondLst>
                                    <p:cond delay="675"/>
                                  </p:stCondLst>
                                  <p:childTnLst>
                                    <p:animScale>
                                      <p:cBhvr>
                                        <p:cTn id="468" dur="337" fill="hold"/>
                                        <p:tgtEl>
                                          <p:spTgt spid="46"/>
                                        </p:tgtEl>
                                      </p:cBhvr>
                                      <p:by x="107604" y="107604"/>
                                    </p:animScale>
                                  </p:childTnLst>
                                </p:cTn>
                              </p:par>
                              <p:par>
                                <p:cTn id="469" presetID="0" presetClass="path" presetSubtype="0" fill="hold" grpId="4" nodeType="withEffect">
                                  <p:stCondLst>
                                    <p:cond delay="675"/>
                                  </p:stCondLst>
                                  <p:childTnLst>
                                    <p:animMotion origin="layout" path="M 0.013278 0.000478 L 0.021236 -0.008014 E" pathEditMode="relative" rAng="0" ptsTypes="AA">
                                      <p:cBhvr>
                                        <p:cTn id="470" dur="337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471" presetID="8" presetClass="emph" presetSubtype="0" fill="hold" grpId="5" nodeType="withEffect">
                                  <p:stCondLst>
                                    <p:cond delay="675"/>
                                  </p:stCondLst>
                                  <p:childTnLst>
                                    <p:animRot by="-69120">
                                      <p:cBhvr>
                                        <p:cTn id="472" dur="337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473" presetID="0" presetClass="path" presetSubtype="0" fill="hold" grpId="4" nodeType="withEffect">
                                  <p:stCondLst>
                                    <p:cond delay="675"/>
                                  </p:stCondLst>
                                  <p:childTnLst>
                                    <p:animMotion origin="layout" path="M 0.015656 -0.010646 L 0.02504 -0.019733 E" pathEditMode="relative" rAng="0" ptsTypes="AA">
                                      <p:cBhvr>
                                        <p:cTn id="474" dur="337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475" presetID="8" presetClass="emph" presetSubtype="0" fill="hold" grpId="5" nodeType="withEffect">
                                  <p:stCondLst>
                                    <p:cond delay="675"/>
                                  </p:stCondLst>
                                  <p:childTnLst>
                                    <p:animRot by="40620">
                                      <p:cBhvr>
                                        <p:cTn id="476" dur="337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477" presetID="0" presetClass="path" presetSubtype="0" fill="hold" grpId="4" nodeType="withEffect">
                                  <p:stCondLst>
                                    <p:cond delay="675"/>
                                  </p:stCondLst>
                                  <p:childTnLst>
                                    <p:animMotion origin="layout" path="M 0.0109 -0.016952 L 0.017433 -0.022453 E" pathEditMode="relative" rAng="0" ptsTypes="AA">
                                      <p:cBhvr>
                                        <p:cTn id="478" dur="337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479" presetID="8" presetClass="emph" presetSubtype="0" fill="hold" grpId="5" nodeType="withEffect">
                                  <p:stCondLst>
                                    <p:cond delay="675"/>
                                  </p:stCondLst>
                                  <p:childTnLst>
                                    <p:animRot by="131280">
                                      <p:cBhvr>
                                        <p:cTn id="480" dur="337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481" presetID="0" presetClass="path" presetSubtype="0" fill="hold" grpId="4" nodeType="withEffect">
                                  <p:stCondLst>
                                    <p:cond delay="695"/>
                                  </p:stCondLst>
                                  <p:childTnLst>
                                    <p:animMotion origin="layout" path="M 0.0035 -0.004292 L 0.00525 -0.006386 E" pathEditMode="relative" rAng="0" ptsTypes="AA">
                                      <p:cBhvr>
                                        <p:cTn id="482" dur="337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483" presetID="6" presetClass="emph" presetSubtype="0" fill="hold" grpId="5" nodeType="withEffect">
                                  <p:stCondLst>
                                    <p:cond delay="695"/>
                                  </p:stCondLst>
                                  <p:childTnLst>
                                    <p:animScale>
                                      <p:cBhvr>
                                        <p:cTn id="484" dur="337" fill="hold"/>
                                        <p:tgtEl>
                                          <p:spTgt spid="5"/>
                                        </p:tgtEl>
                                      </p:cBhvr>
                                      <p:by x="101448" y="101448"/>
                                    </p:animScale>
                                  </p:childTnLst>
                                </p:cTn>
                              </p:par>
                              <p:par>
                                <p:cTn id="485" presetID="0" presetClass="path" presetSubtype="0" fill="hold" grpId="4" nodeType="withEffect">
                                  <p:stCondLst>
                                    <p:cond delay="695"/>
                                  </p:stCondLst>
                                  <p:childTnLst>
                                    <p:animMotion origin="layout" path="M 0.010597 -0.000858 L 0.015944 -0.004694 E" pathEditMode="relative" rAng="0" ptsTypes="AA">
                                      <p:cBhvr>
                                        <p:cTn id="486" dur="337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487" presetID="6" presetClass="emph" presetSubtype="0" fill="hold" grpId="5" nodeType="withEffect">
                                  <p:stCondLst>
                                    <p:cond delay="695"/>
                                  </p:stCondLst>
                                  <p:childTnLst>
                                    <p:animScale>
                                      <p:cBhvr>
                                        <p:cTn id="488" dur="337" fill="hold"/>
                                        <p:tgtEl>
                                          <p:spTgt spid="10"/>
                                        </p:tgtEl>
                                      </p:cBhvr>
                                      <p:by x="100529" y="100529"/>
                                    </p:animScale>
                                  </p:childTnLst>
                                </p:cTn>
                              </p:par>
                              <p:par>
                                <p:cTn id="489" presetID="0" presetClass="path" presetSubtype="0" fill="hold" grpId="4" nodeType="withEffect">
                                  <p:stCondLst>
                                    <p:cond delay="695"/>
                                  </p:stCondLst>
                                  <p:childTnLst>
                                    <p:animMotion origin="layout" path="M 0.014343 -0.012414 L 0.021581 -0.018574 E" pathEditMode="relative" rAng="0" ptsTypes="AA">
                                      <p:cBhvr>
                                        <p:cTn id="490" dur="337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491" presetID="6" presetClass="emph" presetSubtype="0" fill="hold" grpId="5" nodeType="withEffect">
                                  <p:stCondLst>
                                    <p:cond delay="695"/>
                                  </p:stCondLst>
                                  <p:childTnLst>
                                    <p:animScale>
                                      <p:cBhvr>
                                        <p:cTn id="492" dur="337" fill="hold"/>
                                        <p:tgtEl>
                                          <p:spTgt spid="12"/>
                                        </p:tgtEl>
                                      </p:cBhvr>
                                      <p:by x="99672" y="99672"/>
                                    </p:animScale>
                                  </p:childTnLst>
                                </p:cTn>
                              </p:par>
                              <p:par>
                                <p:cTn id="493" presetID="0" presetClass="path" presetSubtype="0" fill="hold" grpId="4" nodeType="withEffect">
                                  <p:stCondLst>
                                    <p:cond delay="695"/>
                                  </p:stCondLst>
                                  <p:childTnLst>
                                    <p:animMotion origin="layout" path="M -0.01785 -0.011227 L -0.026717 -0.011121 E" pathEditMode="relative" rAng="0" ptsTypes="AA">
                                      <p:cBhvr>
                                        <p:cTn id="494" dur="337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495" presetID="6" presetClass="emph" presetSubtype="0" fill="hold" grpId="5" nodeType="withEffect">
                                  <p:stCondLst>
                                    <p:cond delay="695"/>
                                  </p:stCondLst>
                                  <p:childTnLst>
                                    <p:animScale>
                                      <p:cBhvr>
                                        <p:cTn id="496" dur="337" fill="hold"/>
                                        <p:tgtEl>
                                          <p:spTgt spid="14"/>
                                        </p:tgtEl>
                                      </p:cBhvr>
                                      <p:by x="98907" y="98907"/>
                                    </p:animScale>
                                  </p:childTnLst>
                                </p:cTn>
                              </p:par>
                              <p:par>
                                <p:cTn id="497" presetID="0" presetClass="path" presetSubtype="0" fill="hold" grpId="4" nodeType="withEffect">
                                  <p:stCondLst>
                                    <p:cond delay="695"/>
                                  </p:stCondLst>
                                  <p:childTnLst>
                                    <p:animMotion origin="layout" path="M 0.007465 0.002516 L 0.011222 0.005615 E" pathEditMode="relative" rAng="0" ptsTypes="AA">
                                      <p:cBhvr>
                                        <p:cTn id="498" dur="337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499" presetID="6" presetClass="emph" presetSubtype="0" fill="hold" grpId="5" nodeType="withEffect">
                                  <p:stCondLst>
                                    <p:cond delay="695"/>
                                  </p:stCondLst>
                                  <p:childTnLst>
                                    <p:animScale>
                                      <p:cBhvr>
                                        <p:cTn id="500" dur="337" fill="hold"/>
                                        <p:tgtEl>
                                          <p:spTgt spid="16"/>
                                        </p:tgtEl>
                                      </p:cBhvr>
                                      <p:by x="98461" y="98461"/>
                                    </p:animScale>
                                  </p:childTnLst>
                                </p:cTn>
                              </p:par>
                              <p:par>
                                <p:cTn id="501" presetID="0" presetClass="path" presetSubtype="0" fill="hold" grpId="4" nodeType="withEffect">
                                  <p:stCondLst>
                                    <p:cond delay="695"/>
                                  </p:stCondLst>
                                  <p:childTnLst>
                                    <p:animMotion origin="layout" path="M 0.011056 0.009817 L 0.016575 0.013551 E" pathEditMode="relative" rAng="0" ptsTypes="AA">
                                      <p:cBhvr>
                                        <p:cTn id="502" dur="337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503" presetID="6" presetClass="emph" presetSubtype="0" fill="hold" grpId="5" nodeType="withEffect">
                                  <p:stCondLst>
                                    <p:cond delay="695"/>
                                  </p:stCondLst>
                                  <p:childTnLst>
                                    <p:animScale>
                                      <p:cBhvr>
                                        <p:cTn id="504" dur="337" fill="hold"/>
                                        <p:tgtEl>
                                          <p:spTgt spid="18"/>
                                        </p:tgtEl>
                                      </p:cBhvr>
                                      <p:by x="98536" y="98536"/>
                                    </p:animScale>
                                  </p:childTnLst>
                                </p:cTn>
                              </p:par>
                              <p:par>
                                <p:cTn id="505" presetID="0" presetClass="path" presetSubtype="0" fill="hold" grpId="4" nodeType="withEffect">
                                  <p:stCondLst>
                                    <p:cond delay="695"/>
                                  </p:stCondLst>
                                  <p:childTnLst>
                                    <p:animMotion origin="layout" path="M 0.018612 -0.010323 L 0.030681 -0.019468 E" pathEditMode="relative" rAng="0" ptsTypes="AA">
                                      <p:cBhvr>
                                        <p:cTn id="506" dur="337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507" presetID="8" presetClass="emph" presetSubtype="0" fill="hold" grpId="5" nodeType="withEffect">
                                  <p:stCondLst>
                                    <p:cond delay="695"/>
                                  </p:stCondLst>
                                  <p:childTnLst>
                                    <p:animRot by="37980">
                                      <p:cBhvr>
                                        <p:cTn id="508" dur="337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509" presetID="0" presetClass="path" presetSubtype="0" fill="hold" grpId="6" nodeType="withEffect">
                                  <p:stCondLst>
                                    <p:cond delay="695"/>
                                  </p:stCondLst>
                                  <p:childTnLst>
                                    <p:animMotion origin="layout" path="M 0.03604 0.005472 L 0.053536 0.013963 E" pathEditMode="relative" rAng="0" ptsTypes="AA">
                                      <p:cBhvr>
                                        <p:cTn id="510" dur="337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511" presetID="6" presetClass="emph" presetSubtype="0" fill="hold" grpId="7" nodeType="withEffect">
                                  <p:stCondLst>
                                    <p:cond delay="695"/>
                                  </p:stCondLst>
                                  <p:childTnLst>
                                    <p:animScale>
                                      <p:cBhvr>
                                        <p:cTn id="512" dur="337" fill="hold"/>
                                        <p:tgtEl>
                                          <p:spTgt spid="22"/>
                                        </p:tgtEl>
                                      </p:cBhvr>
                                      <p:by x="105358" y="105358"/>
                                    </p:animScale>
                                  </p:childTnLst>
                                </p:cTn>
                              </p:par>
                              <p:par>
                                <p:cTn id="513" presetID="8" presetClass="emph" presetSubtype="0" fill="hold" grpId="8" nodeType="withEffect">
                                  <p:stCondLst>
                                    <p:cond delay="695"/>
                                  </p:stCondLst>
                                  <p:childTnLst>
                                    <p:animRot by="-153180">
                                      <p:cBhvr>
                                        <p:cTn id="514" dur="337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515" presetID="0" presetClass="path" presetSubtype="0" fill="hold" grpId="6" nodeType="withEffect">
                                  <p:stCondLst>
                                    <p:cond delay="695"/>
                                  </p:stCondLst>
                                  <p:childTnLst>
                                    <p:animMotion origin="layout" path="M 0.038601 0.015959 L 0.057439 0.016822 E" pathEditMode="relative" rAng="0" ptsTypes="AA">
                                      <p:cBhvr>
                                        <p:cTn id="516" dur="337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517" presetID="6" presetClass="emph" presetSubtype="0" fill="hold" grpId="7" nodeType="withEffect">
                                  <p:stCondLst>
                                    <p:cond delay="695"/>
                                  </p:stCondLst>
                                  <p:childTnLst>
                                    <p:animScale>
                                      <p:cBhvr>
                                        <p:cTn id="518" dur="337" fill="hold"/>
                                        <p:tgtEl>
                                          <p:spTgt spid="24"/>
                                        </p:tgtEl>
                                      </p:cBhvr>
                                      <p:by x="100851" y="100851"/>
                                    </p:animScale>
                                  </p:childTnLst>
                                </p:cTn>
                              </p:par>
                              <p:par>
                                <p:cTn id="519" presetID="8" presetClass="emph" presetSubtype="0" fill="hold" grpId="8" nodeType="withEffect">
                                  <p:stCondLst>
                                    <p:cond delay="695"/>
                                  </p:stCondLst>
                                  <p:childTnLst>
                                    <p:animRot by="-277140">
                                      <p:cBhvr>
                                        <p:cTn id="520" dur="337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521" presetID="0" presetClass="path" presetSubtype="0" fill="hold" grpId="6" nodeType="withEffect">
                                  <p:stCondLst>
                                    <p:cond delay="695"/>
                                  </p:stCondLst>
                                  <p:childTnLst>
                                    <p:animMotion origin="layout" path="M 0.041135 0.01469 L 0.06161 0.006799 E" pathEditMode="relative" rAng="0" ptsTypes="AA">
                                      <p:cBhvr>
                                        <p:cTn id="522" dur="337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523" presetID="6" presetClass="emph" presetSubtype="0" fill="hold" grpId="7" nodeType="withEffect">
                                  <p:stCondLst>
                                    <p:cond delay="695"/>
                                  </p:stCondLst>
                                  <p:childTnLst>
                                    <p:animScale>
                                      <p:cBhvr>
                                        <p:cTn id="524" dur="337" fill="hold"/>
                                        <p:tgtEl>
                                          <p:spTgt spid="26"/>
                                        </p:tgtEl>
                                      </p:cBhvr>
                                      <p:by x="96043" y="96043"/>
                                    </p:animScale>
                                  </p:childTnLst>
                                </p:cTn>
                              </p:par>
                              <p:par>
                                <p:cTn id="525" presetID="8" presetClass="emph" presetSubtype="0" fill="hold" grpId="8" nodeType="withEffect">
                                  <p:stCondLst>
                                    <p:cond delay="695"/>
                                  </p:stCondLst>
                                  <p:childTnLst>
                                    <p:animRot by="-212700">
                                      <p:cBhvr>
                                        <p:cTn id="526" dur="337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527" presetID="0" presetClass="path" presetSubtype="0" fill="hold" grpId="4" nodeType="withEffect">
                                  <p:stCondLst>
                                    <p:cond delay="715"/>
                                  </p:stCondLst>
                                  <p:childTnLst>
                                    <p:animMotion origin="layout" path="M 0.0035 -0.004292 L 0.00525 -0.006386 E" pathEditMode="relative" rAng="0" ptsTypes="AA">
                                      <p:cBhvr>
                                        <p:cTn id="528" dur="337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529" presetID="6" presetClass="emph" presetSubtype="0" fill="hold" grpId="5" nodeType="withEffect">
                                  <p:stCondLst>
                                    <p:cond delay="715"/>
                                  </p:stCondLst>
                                  <p:childTnLst>
                                    <p:animScale>
                                      <p:cBhvr>
                                        <p:cTn id="530" dur="337" fill="hold"/>
                                        <p:tgtEl>
                                          <p:spTgt spid="6"/>
                                        </p:tgtEl>
                                      </p:cBhvr>
                                      <p:by x="101448" y="101448"/>
                                    </p:animScale>
                                  </p:childTnLst>
                                </p:cTn>
                              </p:par>
                              <p:par>
                                <p:cTn id="531" presetID="0" presetClass="path" presetSubtype="0" fill="hold" grpId="4" nodeType="withEffect">
                                  <p:stCondLst>
                                    <p:cond delay="715"/>
                                  </p:stCondLst>
                                  <p:childTnLst>
                                    <p:animMotion origin="layout" path="M 0.015911 -0.015775 L 0.028433 -0.024068 E" pathEditMode="relative" rAng="0" ptsTypes="AA">
                                      <p:cBhvr>
                                        <p:cTn id="532" dur="337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533" presetID="8" presetClass="emph" presetSubtype="0" fill="hold" grpId="5" nodeType="withEffect">
                                  <p:stCondLst>
                                    <p:cond delay="715"/>
                                  </p:stCondLst>
                                  <p:childTnLst>
                                    <p:animRot by="37980">
                                      <p:cBhvr>
                                        <p:cTn id="534" dur="337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535" presetID="0" presetClass="path" presetSubtype="0" fill="hold" grpId="4" nodeType="withEffect">
                                  <p:stCondLst>
                                    <p:cond delay="735"/>
                                  </p:stCondLst>
                                  <p:childTnLst>
                                    <p:animMotion origin="layout" path="M 0.015665 -0.009488 L 0.028197 -0.018778 E" pathEditMode="relative" rAng="0" ptsTypes="AA">
                                      <p:cBhvr>
                                        <p:cTn id="536" dur="337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537" presetID="8" presetClass="emph" presetSubtype="0" fill="hold" grpId="5" nodeType="withEffect">
                                  <p:stCondLst>
                                    <p:cond delay="735"/>
                                  </p:stCondLst>
                                  <p:childTnLst>
                                    <p:animRot by="37980">
                                      <p:cBhvr>
                                        <p:cTn id="538" dur="337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539" presetID="0" presetClass="path" presetSubtype="0" fill="hold" grpId="4" nodeType="withEffect">
                                  <p:stCondLst>
                                    <p:cond delay="755"/>
                                  </p:stCondLst>
                                  <p:childTnLst>
                                    <p:animMotion origin="layout" path="M 0.015572 -0.009485 L 0.028119 -0.018776 E" pathEditMode="relative" rAng="0" ptsTypes="AA">
                                      <p:cBhvr>
                                        <p:cTn id="540" dur="337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541" presetID="8" presetClass="emph" presetSubtype="0" fill="hold" grpId="5" nodeType="withEffect">
                                  <p:stCondLst>
                                    <p:cond delay="755"/>
                                  </p:stCondLst>
                                  <p:childTnLst>
                                    <p:animRot by="37980">
                                      <p:cBhvr>
                                        <p:cTn id="542" dur="337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543" presetID="0" presetClass="path" presetSubtype="0" fill="hold" grpId="4" nodeType="withEffect">
                                  <p:stCondLst>
                                    <p:cond delay="775"/>
                                  </p:stCondLst>
                                  <p:childTnLst>
                                    <p:animMotion origin="layout" path="M 0.010261 -0.00977 L 0.02365 -0.019041 E" pathEditMode="relative" rAng="0" ptsTypes="AA">
                                      <p:cBhvr>
                                        <p:cTn id="544" dur="337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545" presetID="8" presetClass="emph" presetSubtype="0" fill="hold" grpId="5" nodeType="withEffect">
                                  <p:stCondLst>
                                    <p:cond delay="775"/>
                                  </p:stCondLst>
                                  <p:childTnLst>
                                    <p:animRot by="37980">
                                      <p:cBhvr>
                                        <p:cTn id="546" dur="337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547" presetID="0" presetClass="path" presetSubtype="0" fill="hold" grpId="4" nodeType="withEffect">
                                  <p:stCondLst>
                                    <p:cond delay="795"/>
                                  </p:stCondLst>
                                  <p:childTnLst>
                                    <p:animMotion origin="layout" path="M 0.01017 -0.012383 L 0.023586 -0.02124 E" pathEditMode="relative" rAng="0" ptsTypes="AA">
                                      <p:cBhvr>
                                        <p:cTn id="548" dur="337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549" presetID="8" presetClass="emph" presetSubtype="0" fill="hold" grpId="5" nodeType="withEffect">
                                  <p:stCondLst>
                                    <p:cond delay="795"/>
                                  </p:stCondLst>
                                  <p:childTnLst>
                                    <p:animRot by="37980">
                                      <p:cBhvr>
                                        <p:cTn id="550" dur="337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551" presetID="0" presetClass="path" presetSubtype="0" fill="hold" grpId="4" nodeType="withEffect">
                                  <p:stCondLst>
                                    <p:cond delay="815"/>
                                  </p:stCondLst>
                                  <p:childTnLst>
                                    <p:animMotion origin="layout" path="M 0.007183 -0.012017 L 0.02107 -0.020947 E" pathEditMode="relative" rAng="0" ptsTypes="AA">
                                      <p:cBhvr>
                                        <p:cTn id="552" dur="337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553" presetID="8" presetClass="emph" presetSubtype="0" fill="hold" grpId="5" nodeType="withEffect">
                                  <p:stCondLst>
                                    <p:cond delay="815"/>
                                  </p:stCondLst>
                                  <p:childTnLst>
                                    <p:animRot by="37980">
                                      <p:cBhvr>
                                        <p:cTn id="554" dur="337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555" presetID="0" presetClass="path" presetSubtype="0" fill="hold" grpId="4" nodeType="withEffect">
                                  <p:stCondLst>
                                    <p:cond delay="835"/>
                                  </p:stCondLst>
                                  <p:childTnLst>
                                    <p:animMotion origin="layout" path="M 0.01062 -0.012137 L 0.023963 -0.021031 E" pathEditMode="relative" rAng="0" ptsTypes="AA">
                                      <p:cBhvr>
                                        <p:cTn id="556" dur="337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557" presetID="8" presetClass="emph" presetSubtype="0" fill="hold" grpId="5" nodeType="withEffect">
                                  <p:stCondLst>
                                    <p:cond delay="835"/>
                                  </p:stCondLst>
                                  <p:childTnLst>
                                    <p:animRot by="37980">
                                      <p:cBhvr>
                                        <p:cTn id="558" dur="337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559" presetID="0" presetClass="path" presetSubtype="0" fill="hold" grpId="4" nodeType="withEffect">
                                  <p:stCondLst>
                                    <p:cond delay="855"/>
                                  </p:stCondLst>
                                  <p:childTnLst>
                                    <p:animMotion origin="layout" path="M 0.013964 -0.012254 L 0.026778 -0.021114 E" pathEditMode="relative" rAng="0" ptsTypes="AA">
                                      <p:cBhvr>
                                        <p:cTn id="560" dur="337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561" presetID="8" presetClass="emph" presetSubtype="0" fill="hold" grpId="5" nodeType="withEffect">
                                  <p:stCondLst>
                                    <p:cond delay="855"/>
                                  </p:stCondLst>
                                  <p:childTnLst>
                                    <p:animRot by="37980">
                                      <p:cBhvr>
                                        <p:cTn id="562" dur="337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563" presetID="0" presetClass="path" presetSubtype="0" fill="hold" grpId="6" nodeType="withEffect">
                                  <p:stCondLst>
                                    <p:cond delay="1012"/>
                                  </p:stCondLst>
                                  <p:childTnLst>
                                    <p:animMotion origin="layout" path="M 0.00525 -0.006386 L 0.007 -0.008419 E" pathEditMode="relative" rAng="0" ptsTypes="AA">
                                      <p:cBhvr>
                                        <p:cTn id="564" dur="338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565" presetID="6" presetClass="emph" presetSubtype="0" fill="hold" grpId="7" nodeType="withEffect">
                                  <p:stCondLst>
                                    <p:cond delay="1012"/>
                                  </p:stCondLst>
                                  <p:childTnLst>
                                    <p:animScale>
                                      <p:cBhvr>
                                        <p:cTn id="566" dur="338" fill="hold"/>
                                        <p:tgtEl>
                                          <p:spTgt spid="7"/>
                                        </p:tgtEl>
                                      </p:cBhvr>
                                      <p:by x="100498" y="100498"/>
                                    </p:animScale>
                                  </p:childTnLst>
                                </p:cTn>
                              </p:par>
                              <p:par>
                                <p:cTn id="567" presetID="0" presetClass="path" presetSubtype="0" fill="hold" grpId="6" nodeType="withEffect">
                                  <p:stCondLst>
                                    <p:cond delay="1012"/>
                                  </p:stCondLst>
                                  <p:childTnLst>
                                    <p:animMotion origin="layout" path="M 0.0162 -0.004725 L 0.0216 -0.009709 E" pathEditMode="relative" rAng="0" ptsTypes="AA">
                                      <p:cBhvr>
                                        <p:cTn id="568" dur="338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569" presetID="6" presetClass="emph" presetSubtype="0" fill="hold" grpId="7" nodeType="withEffect">
                                  <p:stCondLst>
                                    <p:cond delay="1012"/>
                                  </p:stCondLst>
                                  <p:childTnLst>
                                    <p:animScale>
                                      <p:cBhvr>
                                        <p:cTn id="570" dur="338" fill="hold"/>
                                        <p:tgtEl>
                                          <p:spTgt spid="9"/>
                                        </p:tgtEl>
                                      </p:cBhvr>
                                      <p:by x="100156" y="100156"/>
                                    </p:animScale>
                                  </p:childTnLst>
                                </p:cTn>
                              </p:par>
                              <p:par>
                                <p:cTn id="571" presetID="0" presetClass="path" presetSubtype="0" fill="hold" grpId="6" nodeType="withEffect">
                                  <p:stCondLst>
                                    <p:cond delay="1012"/>
                                  </p:stCondLst>
                                  <p:childTnLst>
                                    <p:animMotion origin="layout" path="M 0.0216 -0.018577 L 0.0288 -0.022551 E" pathEditMode="relative" rAng="0" ptsTypes="AA">
                                      <p:cBhvr>
                                        <p:cTn id="572" dur="338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573" presetID="6" presetClass="emph" presetSubtype="0" fill="hold" grpId="7" nodeType="withEffect">
                                  <p:stCondLst>
                                    <p:cond delay="1012"/>
                                  </p:stCondLst>
                                  <p:childTnLst>
                                    <p:animScale>
                                      <p:cBhvr>
                                        <p:cTn id="574" dur="338" fill="hold"/>
                                        <p:tgtEl>
                                          <p:spTgt spid="11"/>
                                        </p:tgtEl>
                                      </p:cBhvr>
                                      <p:by x="99301" y="99301"/>
                                    </p:animScale>
                                  </p:childTnLst>
                                </p:cTn>
                              </p:par>
                              <p:par>
                                <p:cTn id="575" presetID="0" presetClass="path" presetSubtype="0" fill="hold" grpId="6" nodeType="withEffect">
                                  <p:stCondLst>
                                    <p:cond delay="1012"/>
                                  </p:stCondLst>
                                  <p:childTnLst>
                                    <p:animMotion origin="layout" path="M -0.027 -0.011096 L -0.036 -0.006848 E" pathEditMode="relative" rAng="0" ptsTypes="AA">
                                      <p:cBhvr>
                                        <p:cTn id="576" dur="338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577" presetID="6" presetClass="emph" presetSubtype="0" fill="hold" grpId="7" nodeType="withEffect">
                                  <p:stCondLst>
                                    <p:cond delay="1012"/>
                                  </p:stCondLst>
                                  <p:childTnLst>
                                    <p:animScale>
                                      <p:cBhvr>
                                        <p:cTn id="578" dur="338" fill="hold"/>
                                        <p:tgtEl>
                                          <p:spTgt spid="13"/>
                                        </p:tgtEl>
                                      </p:cBhvr>
                                      <p:by x="98639" y="98639"/>
                                    </p:animScale>
                                  </p:childTnLst>
                                </p:cTn>
                              </p:par>
                              <p:par>
                                <p:cTn id="579" presetID="0" presetClass="path" presetSubtype="0" fill="hold" grpId="6" nodeType="withEffect">
                                  <p:stCondLst>
                                    <p:cond delay="1012"/>
                                  </p:stCondLst>
                                  <p:childTnLst>
                                    <p:animMotion origin="layout" path="M 0.0108 0.005662 L 0.0144 0.009038 E" pathEditMode="relative" rAng="0" ptsTypes="AA">
                                      <p:cBhvr>
                                        <p:cTn id="580" dur="338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581" presetID="6" presetClass="emph" presetSubtype="0" fill="hold" grpId="7" nodeType="withEffect">
                                  <p:stCondLst>
                                    <p:cond delay="1012"/>
                                  </p:stCondLst>
                                  <p:childTnLst>
                                    <p:animScale>
                                      <p:cBhvr>
                                        <p:cTn id="582" dur="338" fill="hold"/>
                                        <p:tgtEl>
                                          <p:spTgt spid="15"/>
                                        </p:tgtEl>
                                      </p:cBhvr>
                                      <p:by x="98406" y="98406"/>
                                    </p:animScale>
                                  </p:childTnLst>
                                </p:cTn>
                              </p:par>
                              <p:par>
                                <p:cTn id="583" presetID="0" presetClass="path" presetSubtype="0" fill="hold" grpId="6" nodeType="withEffect">
                                  <p:stCondLst>
                                    <p:cond delay="1012"/>
                                  </p:stCondLst>
                                  <p:childTnLst>
                                    <p:animMotion origin="layout" path="M 0.0162 0.013596 L 0.0216 0.015184 E" pathEditMode="relative" rAng="0" ptsTypes="AA">
                                      <p:cBhvr>
                                        <p:cTn id="584" dur="338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585" presetID="6" presetClass="emph" presetSubtype="0" fill="hold" grpId="7" nodeType="withEffect">
                                  <p:stCondLst>
                                    <p:cond delay="1012"/>
                                  </p:stCondLst>
                                  <p:childTnLst>
                                    <p:animScale>
                                      <p:cBhvr>
                                        <p:cTn id="586" dur="338" fill="hold"/>
                                        <p:tgtEl>
                                          <p:spTgt spid="17"/>
                                        </p:tgtEl>
                                      </p:cBhvr>
                                      <p:by x="98702" y="98702"/>
                                    </p:animScale>
                                  </p:childTnLst>
                                </p:cTn>
                              </p:par>
                              <p:par>
                                <p:cTn id="587" presetID="0" presetClass="path" presetSubtype="0" fill="hold" grpId="9" nodeType="withEffect">
                                  <p:stCondLst>
                                    <p:cond delay="1012"/>
                                  </p:stCondLst>
                                  <p:childTnLst>
                                    <p:animMotion origin="layout" path="M 0.014163 -0.016448 L -0.000702 -0.019137 E" pathEditMode="relative" rAng="0" ptsTypes="AA">
                                      <p:cBhvr>
                                        <p:cTn id="588" dur="338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589" presetID="6" presetClass="emph" presetSubtype="0" fill="hold" grpId="10" nodeType="withEffect">
                                  <p:stCondLst>
                                    <p:cond delay="1012"/>
                                  </p:stCondLst>
                                  <p:childTnLst>
                                    <p:animScale>
                                      <p:cBhvr>
                                        <p:cTn id="590" dur="338" fill="hold"/>
                                        <p:tgtEl>
                                          <p:spTgt spid="28"/>
                                        </p:tgtEl>
                                      </p:cBhvr>
                                      <p:by x="98463" y="98463"/>
                                    </p:animScale>
                                  </p:childTnLst>
                                </p:cTn>
                              </p:par>
                              <p:par>
                                <p:cTn id="591" presetID="8" presetClass="emph" presetSubtype="0" fill="hold" grpId="11" nodeType="withEffect">
                                  <p:stCondLst>
                                    <p:cond delay="1012"/>
                                  </p:stCondLst>
                                  <p:childTnLst>
                                    <p:animRot by="-55560">
                                      <p:cBhvr>
                                        <p:cTn id="592" dur="338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593" presetID="0" presetClass="path" presetSubtype="0" fill="hold" grpId="9" nodeType="withEffect">
                                  <p:stCondLst>
                                    <p:cond delay="1012"/>
                                  </p:stCondLst>
                                  <p:childTnLst>
                                    <p:animMotion origin="layout" path="M 0.027404 -0.015721 L 0.041612 -0.010518 E" pathEditMode="relative" rAng="0" ptsTypes="AA">
                                      <p:cBhvr>
                                        <p:cTn id="594" dur="338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595" presetID="6" presetClass="emph" presetSubtype="0" fill="hold" grpId="10" nodeType="withEffect">
                                  <p:stCondLst>
                                    <p:cond delay="1012"/>
                                  </p:stCondLst>
                                  <p:childTnLst>
                                    <p:animScale>
                                      <p:cBhvr>
                                        <p:cTn id="596" dur="338" fill="hold"/>
                                        <p:tgtEl>
                                          <p:spTgt spid="29"/>
                                        </p:tgtEl>
                                      </p:cBhvr>
                                      <p:by x="98656" y="98656"/>
                                    </p:animScale>
                                  </p:childTnLst>
                                </p:cTn>
                              </p:par>
                              <p:par>
                                <p:cTn id="597" presetID="8" presetClass="emph" presetSubtype="0" fill="hold" grpId="11" nodeType="withEffect">
                                  <p:stCondLst>
                                    <p:cond delay="1012"/>
                                  </p:stCondLst>
                                  <p:childTnLst>
                                    <p:animRot by="46680">
                                      <p:cBhvr>
                                        <p:cTn id="598" dur="338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599" presetID="0" presetClass="path" presetSubtype="0" fill="hold" grpId="9" nodeType="withEffect">
                                  <p:stCondLst>
                                    <p:cond delay="1012"/>
                                  </p:stCondLst>
                                  <p:childTnLst>
                                    <p:animMotion origin="layout" path="M -0.048647 0.003446 L -0.045533 0.012681 E" pathEditMode="relative" rAng="0" ptsTypes="AA">
                                      <p:cBhvr>
                                        <p:cTn id="600" dur="338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601" presetID="6" presetClass="emph" presetSubtype="0" fill="hold" grpId="10" nodeType="withEffect">
                                  <p:stCondLst>
                                    <p:cond delay="1012"/>
                                  </p:stCondLst>
                                  <p:childTnLst>
                                    <p:animScale>
                                      <p:cBhvr>
                                        <p:cTn id="602" dur="338" fill="hold"/>
                                        <p:tgtEl>
                                          <p:spTgt spid="30"/>
                                        </p:tgtEl>
                                      </p:cBhvr>
                                      <p:by x="100271" y="100271"/>
                                    </p:animScale>
                                  </p:childTnLst>
                                </p:cTn>
                              </p:par>
                              <p:par>
                                <p:cTn id="603" presetID="8" presetClass="emph" presetSubtype="0" fill="hold" grpId="11" nodeType="withEffect">
                                  <p:stCondLst>
                                    <p:cond delay="1012"/>
                                  </p:stCondLst>
                                  <p:childTnLst>
                                    <p:animRot by="9120">
                                      <p:cBhvr>
                                        <p:cTn id="604" dur="338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605" presetID="0" presetClass="path" presetSubtype="0" fill="hold" grpId="9" nodeType="withEffect">
                                  <p:stCondLst>
                                    <p:cond delay="1012"/>
                                  </p:stCondLst>
                                  <p:childTnLst>
                                    <p:animMotion origin="layout" path="M 0.019596 0.023331 L -0.001489 0.027051 E" pathEditMode="relative" rAng="0" ptsTypes="AA">
                                      <p:cBhvr>
                                        <p:cTn id="606" dur="338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607" presetID="6" presetClass="emph" presetSubtype="0" fill="hold" grpId="10" nodeType="withEffect">
                                  <p:stCondLst>
                                    <p:cond delay="1012"/>
                                  </p:stCondLst>
                                  <p:childTnLst>
                                    <p:animScale>
                                      <p:cBhvr>
                                        <p:cTn id="608" dur="338" fill="hold"/>
                                        <p:tgtEl>
                                          <p:spTgt spid="31"/>
                                        </p:tgtEl>
                                      </p:cBhvr>
                                      <p:by x="101593" y="101593"/>
                                    </p:animScale>
                                  </p:childTnLst>
                                </p:cTn>
                              </p:par>
                              <p:par>
                                <p:cTn id="609" presetID="8" presetClass="emph" presetSubtype="0" fill="hold" grpId="11" nodeType="withEffect">
                                  <p:stCondLst>
                                    <p:cond delay="1012"/>
                                  </p:stCondLst>
                                  <p:childTnLst>
                                    <p:animRot by="-55740">
                                      <p:cBhvr>
                                        <p:cTn id="610" dur="338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611" presetID="0" presetClass="path" presetSubtype="0" fill="hold" grpId="9" nodeType="withEffect">
                                  <p:stCondLst>
                                    <p:cond delay="1012"/>
                                  </p:stCondLst>
                                  <p:childTnLst>
                                    <p:animMotion origin="layout" path="M 0.020979 0.011829 L 0.031669 0.007846 E" pathEditMode="relative" rAng="0" ptsTypes="AA">
                                      <p:cBhvr>
                                        <p:cTn id="612" dur="338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613" presetID="6" presetClass="emph" presetSubtype="0" fill="hold" grpId="10" nodeType="withEffect">
                                  <p:stCondLst>
                                    <p:cond delay="1012"/>
                                  </p:stCondLst>
                                  <p:childTnLst>
                                    <p:animScale>
                                      <p:cBhvr>
                                        <p:cTn id="614" dur="338" fill="hold"/>
                                        <p:tgtEl>
                                          <p:spTgt spid="42"/>
                                        </p:tgtEl>
                                      </p:cBhvr>
                                      <p:by x="101277" y="101277"/>
                                    </p:animScale>
                                  </p:childTnLst>
                                </p:cTn>
                              </p:par>
                              <p:par>
                                <p:cTn id="615" presetID="8" presetClass="emph" presetSubtype="0" fill="hold" grpId="11" nodeType="withEffect">
                                  <p:stCondLst>
                                    <p:cond delay="1012"/>
                                  </p:stCondLst>
                                  <p:childTnLst>
                                    <p:animRot by="46320">
                                      <p:cBhvr>
                                        <p:cTn id="616" dur="338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617" presetID="0" presetClass="path" presetSubtype="0" fill="hold" grpId="6" nodeType="withEffect">
                                  <p:stCondLst>
                                    <p:cond delay="1012"/>
                                  </p:stCondLst>
                                  <p:childTnLst>
                                    <p:animMotion origin="layout" path="M 0.031696 -0.019541 L 0.0456 -0.024516 E" pathEditMode="relative" rAng="0" ptsTypes="AA">
                                      <p:cBhvr>
                                        <p:cTn id="618" dur="338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619" presetID="8" presetClass="emph" presetSubtype="0" fill="hold" grpId="7" nodeType="withEffect">
                                  <p:stCondLst>
                                    <p:cond delay="1012"/>
                                  </p:stCondLst>
                                  <p:childTnLst>
                                    <p:animRot by="137280">
                                      <p:cBhvr>
                                        <p:cTn id="620" dur="338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621" presetID="0" presetClass="path" presetSubtype="0" fill="hold" grpId="9" nodeType="withEffect">
                                  <p:stCondLst>
                                    <p:cond delay="1012"/>
                                  </p:stCondLst>
                                  <p:childTnLst>
                                    <p:animMotion origin="layout" path="M 0.0531 0.014422 L 0.0708 0.011624 E" pathEditMode="relative" rAng="0" ptsTypes="AA">
                                      <p:cBhvr>
                                        <p:cTn id="622" dur="338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623" presetID="6" presetClass="emph" presetSubtype="0" fill="hold" grpId="10" nodeType="withEffect">
                                  <p:stCondLst>
                                    <p:cond delay="1012"/>
                                  </p:stCondLst>
                                  <p:childTnLst>
                                    <p:animScale>
                                      <p:cBhvr>
                                        <p:cTn id="624" dur="338" fill="hold"/>
                                        <p:tgtEl>
                                          <p:spTgt spid="21"/>
                                        </p:tgtEl>
                                      </p:cBhvr>
                                      <p:by x="98870" y="98870"/>
                                    </p:animScale>
                                  </p:childTnLst>
                                </p:cTn>
                              </p:par>
                              <p:par>
                                <p:cTn id="625" presetID="8" presetClass="emph" presetSubtype="0" fill="hold" grpId="11" nodeType="withEffect">
                                  <p:stCondLst>
                                    <p:cond delay="1012"/>
                                  </p:stCondLst>
                                  <p:childTnLst>
                                    <p:animRot by="-275220">
                                      <p:cBhvr>
                                        <p:cTn id="626" dur="338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627" presetID="0" presetClass="path" presetSubtype="0" fill="hold" grpId="9" nodeType="withEffect">
                                  <p:stCondLst>
                                    <p:cond delay="1012"/>
                                  </p:stCondLst>
                                  <p:childTnLst>
                                    <p:animMotion origin="layout" path="M 0.0576 0.017282 L 0.0768 0.00683 E" pathEditMode="relative" rAng="0" ptsTypes="AA">
                                      <p:cBhvr>
                                        <p:cTn id="628" dur="338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629" presetID="6" presetClass="emph" presetSubtype="0" fill="hold" grpId="10" nodeType="withEffect">
                                  <p:stCondLst>
                                    <p:cond delay="1012"/>
                                  </p:stCondLst>
                                  <p:childTnLst>
                                    <p:animScale>
                                      <p:cBhvr>
                                        <p:cTn id="630" dur="338" fill="hold"/>
                                        <p:tgtEl>
                                          <p:spTgt spid="23"/>
                                        </p:tgtEl>
                                      </p:cBhvr>
                                      <p:by x="94847" y="94847"/>
                                    </p:animScale>
                                  </p:childTnLst>
                                </p:cTn>
                              </p:par>
                              <p:par>
                                <p:cTn id="631" presetID="8" presetClass="emph" presetSubtype="0" fill="hold" grpId="11" nodeType="withEffect">
                                  <p:stCondLst>
                                    <p:cond delay="1012"/>
                                  </p:stCondLst>
                                  <p:childTnLst>
                                    <p:animRot by="-142680">
                                      <p:cBhvr>
                                        <p:cTn id="632" dur="338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633" presetID="0" presetClass="path" presetSubtype="0" fill="hold" grpId="9" nodeType="withEffect">
                                  <p:stCondLst>
                                    <p:cond delay="1012"/>
                                  </p:stCondLst>
                                  <p:childTnLst>
                                    <p:animMotion origin="layout" path="M 0.0621 0.006962 L 0.0828 -0.004513 E" pathEditMode="relative" rAng="0" ptsTypes="AA">
                                      <p:cBhvr>
                                        <p:cTn id="634" dur="338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635" presetID="6" presetClass="emph" presetSubtype="0" fill="hold" grpId="10" nodeType="withEffect">
                                  <p:stCondLst>
                                    <p:cond delay="1012"/>
                                  </p:stCondLst>
                                  <p:childTnLst>
                                    <p:animScale>
                                      <p:cBhvr>
                                        <p:cTn id="636" dur="338" fill="hold"/>
                                        <p:tgtEl>
                                          <p:spTgt spid="25"/>
                                        </p:tgtEl>
                                      </p:cBhvr>
                                      <p:by x="93981" y="93981"/>
                                    </p:animScale>
                                  </p:childTnLst>
                                </p:cTn>
                              </p:par>
                              <p:par>
                                <p:cTn id="637" presetID="8" presetClass="emph" presetSubtype="0" fill="hold" grpId="11" nodeType="withEffect">
                                  <p:stCondLst>
                                    <p:cond delay="1012"/>
                                  </p:stCondLst>
                                  <p:childTnLst>
                                    <p:animRot by="86820">
                                      <p:cBhvr>
                                        <p:cTn id="638" dur="338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639" presetID="0" presetClass="path" presetSubtype="0" fill="hold" grpId="6" nodeType="withEffect">
                                  <p:stCondLst>
                                    <p:cond delay="1012"/>
                                  </p:stCondLst>
                                  <p:childTnLst>
                                    <p:animMotion origin="layout" path="M -0.026452 -0.007146 L -0.025224 -0.001047 E" pathEditMode="relative" rAng="0" ptsTypes="AA">
                                      <p:cBhvr>
                                        <p:cTn id="640" dur="338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641" presetID="6" presetClass="emph" presetSubtype="0" fill="hold" grpId="7" nodeType="withEffect">
                                  <p:stCondLst>
                                    <p:cond delay="1012"/>
                                  </p:stCondLst>
                                  <p:childTnLst>
                                    <p:animScale>
                                      <p:cBhvr>
                                        <p:cTn id="642" dur="338" fill="hold"/>
                                        <p:tgtEl>
                                          <p:spTgt spid="43"/>
                                        </p:tgtEl>
                                      </p:cBhvr>
                                      <p:by x="101852" y="101852"/>
                                    </p:animScale>
                                  </p:childTnLst>
                                </p:cTn>
                              </p:par>
                              <p:par>
                                <p:cTn id="643" presetID="0" presetClass="path" presetSubtype="0" fill="hold" grpId="6" nodeType="withEffect">
                                  <p:stCondLst>
                                    <p:cond delay="1012"/>
                                  </p:stCondLst>
                                  <p:childTnLst>
                                    <p:animMotion origin="layout" path="M -0.029611 0.005876 L -0.010048 0.007147 E" pathEditMode="relative" rAng="0" ptsTypes="AA">
                                      <p:cBhvr>
                                        <p:cTn id="644" dur="338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645" presetID="6" presetClass="emph" presetSubtype="0" fill="hold" grpId="7" nodeType="withEffect">
                                  <p:stCondLst>
                                    <p:cond delay="1012"/>
                                  </p:stCondLst>
                                  <p:childTnLst>
                                    <p:animScale>
                                      <p:cBhvr>
                                        <p:cTn id="646" dur="338" fill="hold"/>
                                        <p:tgtEl>
                                          <p:spTgt spid="44"/>
                                        </p:tgtEl>
                                      </p:cBhvr>
                                      <p:by x="128383" y="128383"/>
                                    </p:animScale>
                                  </p:childTnLst>
                                </p:cTn>
                              </p:par>
                              <p:par>
                                <p:cTn id="647" presetID="0" presetClass="path" presetSubtype="0" fill="hold" grpId="6" nodeType="withEffect">
                                  <p:stCondLst>
                                    <p:cond delay="1012"/>
                                  </p:stCondLst>
                                  <p:childTnLst>
                                    <p:animMotion origin="layout" path="M 0.01061 0.01029 L 0.019849 0.00487 E" pathEditMode="relative" rAng="0" ptsTypes="AA">
                                      <p:cBhvr>
                                        <p:cTn id="648" dur="338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649" presetID="6" presetClass="emph" presetSubtype="0" fill="hold" grpId="7" nodeType="withEffect">
                                  <p:stCondLst>
                                    <p:cond delay="1012"/>
                                  </p:stCondLst>
                                  <p:childTnLst>
                                    <p:animScale>
                                      <p:cBhvr>
                                        <p:cTn id="650" dur="338" fill="hold"/>
                                        <p:tgtEl>
                                          <p:spTgt spid="45"/>
                                        </p:tgtEl>
                                      </p:cBhvr>
                                      <p:by x="110210" y="110210"/>
                                    </p:animScale>
                                  </p:childTnLst>
                                </p:cTn>
                              </p:par>
                              <p:par>
                                <p:cTn id="651" presetID="0" presetClass="path" presetSubtype="0" fill="hold" grpId="6" nodeType="withEffect">
                                  <p:stCondLst>
                                    <p:cond delay="1012"/>
                                  </p:stCondLst>
                                  <p:childTnLst>
                                    <p:animMotion origin="layout" path="M 0.035287 -0.000371 L 0.020667 -0.004541 E" pathEditMode="relative" rAng="0" ptsTypes="AA">
                                      <p:cBhvr>
                                        <p:cTn id="652" dur="338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653" presetID="6" presetClass="emph" presetSubtype="0" fill="hold" grpId="7" nodeType="withEffect">
                                  <p:stCondLst>
                                    <p:cond delay="1012"/>
                                  </p:stCondLst>
                                  <p:childTnLst>
                                    <p:animScale>
                                      <p:cBhvr>
                                        <p:cTn id="654" dur="338" fill="hold"/>
                                        <p:tgtEl>
                                          <p:spTgt spid="46"/>
                                        </p:tgtEl>
                                      </p:cBhvr>
                                      <p:by x="85282" y="85282"/>
                                    </p:animScale>
                                  </p:childTnLst>
                                </p:cTn>
                              </p:par>
                              <p:par>
                                <p:cTn id="655" presetID="0" presetClass="path" presetSubtype="0" fill="hold" grpId="6" nodeType="withEffect">
                                  <p:stCondLst>
                                    <p:cond delay="1012"/>
                                  </p:stCondLst>
                                  <p:childTnLst>
                                    <p:animMotion origin="layout" path="M 0.021236 -0.008014 L 0.030552 -0.01687 E" pathEditMode="relative" rAng="0" ptsTypes="AA">
                                      <p:cBhvr>
                                        <p:cTn id="656" dur="338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657" presetID="8" presetClass="emph" presetSubtype="0" fill="hold" grpId="7" nodeType="withEffect">
                                  <p:stCondLst>
                                    <p:cond delay="1012"/>
                                  </p:stCondLst>
                                  <p:childTnLst>
                                    <p:animRot by="53760">
                                      <p:cBhvr>
                                        <p:cTn id="658" dur="338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659" presetID="0" presetClass="path" presetSubtype="0" fill="hold" grpId="6" nodeType="withEffect">
                                  <p:stCondLst>
                                    <p:cond delay="1012"/>
                                  </p:stCondLst>
                                  <p:childTnLst>
                                    <p:animMotion origin="layout" path="M 0.02504 -0.019733 L 0.036024 -0.024575 E" pathEditMode="relative" rAng="0" ptsTypes="AA">
                                      <p:cBhvr>
                                        <p:cTn id="660" dur="338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661" presetID="8" presetClass="emph" presetSubtype="0" fill="hold" grpId="7" nodeType="withEffect">
                                  <p:stCondLst>
                                    <p:cond delay="1012"/>
                                  </p:stCondLst>
                                  <p:childTnLst>
                                    <p:animRot by="138720">
                                      <p:cBhvr>
                                        <p:cTn id="662" dur="338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663" presetID="0" presetClass="path" presetSubtype="0" fill="hold" grpId="6" nodeType="withEffect">
                                  <p:stCondLst>
                                    <p:cond delay="1012"/>
                                  </p:stCondLst>
                                  <p:childTnLst>
                                    <p:animMotion origin="layout" path="M 0.017433 -0.022453 L 0.02508 -0.021098 E" pathEditMode="relative" rAng="0" ptsTypes="AA">
                                      <p:cBhvr>
                                        <p:cTn id="664" dur="338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665" presetID="8" presetClass="emph" presetSubtype="0" fill="hold" grpId="7" nodeType="withEffect">
                                  <p:stCondLst>
                                    <p:cond delay="1012"/>
                                  </p:stCondLst>
                                  <p:childTnLst>
                                    <p:animRot by="158400">
                                      <p:cBhvr>
                                        <p:cTn id="666" dur="338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667" presetID="0" presetClass="path" presetSubtype="0" fill="hold" grpId="6" nodeType="withEffect">
                                  <p:stCondLst>
                                    <p:cond delay="1032"/>
                                  </p:stCondLst>
                                  <p:childTnLst>
                                    <p:animMotion origin="layout" path="M 0.00525 -0.006386 L 0.007 -0.008419 E" pathEditMode="relative" rAng="0" ptsTypes="AA">
                                      <p:cBhvr>
                                        <p:cTn id="668" dur="338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669" presetID="6" presetClass="emph" presetSubtype="0" fill="hold" grpId="7" nodeType="withEffect">
                                  <p:stCondLst>
                                    <p:cond delay="1032"/>
                                  </p:stCondLst>
                                  <p:childTnLst>
                                    <p:animScale>
                                      <p:cBhvr>
                                        <p:cTn id="670" dur="338" fill="hold"/>
                                        <p:tgtEl>
                                          <p:spTgt spid="5"/>
                                        </p:tgtEl>
                                      </p:cBhvr>
                                      <p:by x="100498" y="100498"/>
                                    </p:animScale>
                                  </p:childTnLst>
                                </p:cTn>
                              </p:par>
                              <p:par>
                                <p:cTn id="671" presetID="0" presetClass="path" presetSubtype="0" fill="hold" grpId="6" nodeType="withEffect">
                                  <p:stCondLst>
                                    <p:cond delay="1032"/>
                                  </p:stCondLst>
                                  <p:childTnLst>
                                    <p:animMotion origin="layout" path="M 0.015944 -0.004694 L 0.021328 -0.009676 E" pathEditMode="relative" rAng="0" ptsTypes="AA">
                                      <p:cBhvr>
                                        <p:cTn id="672" dur="338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673" presetID="6" presetClass="emph" presetSubtype="0" fill="hold" grpId="7" nodeType="withEffect">
                                  <p:stCondLst>
                                    <p:cond delay="1032"/>
                                  </p:stCondLst>
                                  <p:childTnLst>
                                    <p:animScale>
                                      <p:cBhvr>
                                        <p:cTn id="674" dur="338" fill="hold"/>
                                        <p:tgtEl>
                                          <p:spTgt spid="10"/>
                                        </p:tgtEl>
                                      </p:cBhvr>
                                      <p:by x="100156" y="100156"/>
                                    </p:animScale>
                                  </p:childTnLst>
                                </p:cTn>
                              </p:par>
                              <p:par>
                                <p:cTn id="675" presetID="0" presetClass="path" presetSubtype="0" fill="hold" grpId="6" nodeType="withEffect">
                                  <p:stCondLst>
                                    <p:cond delay="1032"/>
                                  </p:stCondLst>
                                  <p:childTnLst>
                                    <p:animMotion origin="layout" path="M 0.021581 -0.018574 L 0.028861 -0.022558 E" pathEditMode="relative" rAng="0" ptsTypes="AA">
                                      <p:cBhvr>
                                        <p:cTn id="676" dur="338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677" presetID="6" presetClass="emph" presetSubtype="0" fill="hold" grpId="7" nodeType="withEffect">
                                  <p:stCondLst>
                                    <p:cond delay="1032"/>
                                  </p:stCondLst>
                                  <p:childTnLst>
                                    <p:animScale>
                                      <p:cBhvr>
                                        <p:cTn id="678" dur="338" fill="hold"/>
                                        <p:tgtEl>
                                          <p:spTgt spid="12"/>
                                        </p:tgtEl>
                                      </p:cBhvr>
                                      <p:by x="99301" y="99301"/>
                                    </p:animScale>
                                  </p:childTnLst>
                                </p:cTn>
                              </p:par>
                              <p:par>
                                <p:cTn id="679" presetID="0" presetClass="path" presetSubtype="0" fill="hold" grpId="6" nodeType="withEffect">
                                  <p:stCondLst>
                                    <p:cond delay="1032"/>
                                  </p:stCondLst>
                                  <p:childTnLst>
                                    <p:animMotion origin="layout" path="M -0.026717 -0.011121 L -0.035552 -0.006889 E" pathEditMode="relative" rAng="0" ptsTypes="AA">
                                      <p:cBhvr>
                                        <p:cTn id="680" dur="338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681" presetID="6" presetClass="emph" presetSubtype="0" fill="hold" grpId="7" nodeType="withEffect">
                                  <p:stCondLst>
                                    <p:cond delay="1032"/>
                                  </p:stCondLst>
                                  <p:childTnLst>
                                    <p:animScale>
                                      <p:cBhvr>
                                        <p:cTn id="682" dur="338" fill="hold"/>
                                        <p:tgtEl>
                                          <p:spTgt spid="14"/>
                                        </p:tgtEl>
                                      </p:cBhvr>
                                      <p:by x="98639" y="98639"/>
                                    </p:animScale>
                                  </p:childTnLst>
                                </p:cTn>
                              </p:par>
                              <p:par>
                                <p:cTn id="683" presetID="0" presetClass="path" presetSubtype="0" fill="hold" grpId="6" nodeType="withEffect">
                                  <p:stCondLst>
                                    <p:cond delay="1032"/>
                                  </p:stCondLst>
                                  <p:childTnLst>
                                    <p:animMotion origin="layout" path="M 0.011222 0.005615 L 0.014983 0.008973 E" pathEditMode="relative" rAng="0" ptsTypes="AA">
                                      <p:cBhvr>
                                        <p:cTn id="684" dur="338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685" presetID="6" presetClass="emph" presetSubtype="0" fill="hold" grpId="7" nodeType="withEffect">
                                  <p:stCondLst>
                                    <p:cond delay="1032"/>
                                  </p:stCondLst>
                                  <p:childTnLst>
                                    <p:animScale>
                                      <p:cBhvr>
                                        <p:cTn id="686" dur="338" fill="hold"/>
                                        <p:tgtEl>
                                          <p:spTgt spid="16"/>
                                        </p:tgtEl>
                                      </p:cBhvr>
                                      <p:by x="98406" y="98406"/>
                                    </p:animScale>
                                  </p:childTnLst>
                                </p:cTn>
                              </p:par>
                              <p:par>
                                <p:cTn id="687" presetID="0" presetClass="path" presetSubtype="0" fill="hold" grpId="6" nodeType="withEffect">
                                  <p:stCondLst>
                                    <p:cond delay="1032"/>
                                  </p:stCondLst>
                                  <p:childTnLst>
                                    <p:animMotion origin="layout" path="M 0.016575 0.013551 L 0.02208 0.015126 E" pathEditMode="relative" rAng="0" ptsTypes="AA">
                                      <p:cBhvr>
                                        <p:cTn id="688" dur="338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689" presetID="6" presetClass="emph" presetSubtype="0" fill="hold" grpId="7" nodeType="withEffect">
                                  <p:stCondLst>
                                    <p:cond delay="1032"/>
                                  </p:stCondLst>
                                  <p:childTnLst>
                                    <p:animScale>
                                      <p:cBhvr>
                                        <p:cTn id="690" dur="338" fill="hold"/>
                                        <p:tgtEl>
                                          <p:spTgt spid="18"/>
                                        </p:tgtEl>
                                      </p:cBhvr>
                                      <p:by x="98702" y="98702"/>
                                    </p:animScale>
                                  </p:childTnLst>
                                </p:cTn>
                              </p:par>
                              <p:par>
                                <p:cTn id="691" presetID="0" presetClass="path" presetSubtype="0" fill="hold" grpId="6" nodeType="withEffect">
                                  <p:stCondLst>
                                    <p:cond delay="1032"/>
                                  </p:stCondLst>
                                  <p:childTnLst>
                                    <p:animMotion origin="layout" path="M 0.030681 -0.019468 L 0.045275 -0.024499 E" pathEditMode="relative" rAng="0" ptsTypes="AA">
                                      <p:cBhvr>
                                        <p:cTn id="692" dur="338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693" presetID="8" presetClass="emph" presetSubtype="0" fill="hold" grpId="7" nodeType="withEffect">
                                  <p:stCondLst>
                                    <p:cond delay="1032"/>
                                  </p:stCondLst>
                                  <p:childTnLst>
                                    <p:animRot by="137280">
                                      <p:cBhvr>
                                        <p:cTn id="694" dur="338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695" presetID="0" presetClass="path" presetSubtype="0" fill="hold" grpId="9" nodeType="withEffect">
                                  <p:stCondLst>
                                    <p:cond delay="1032"/>
                                  </p:stCondLst>
                                  <p:childTnLst>
                                    <p:animMotion origin="layout" path="M 0.053536 0.013963 L 0.070806 0.011209 E" pathEditMode="relative" rAng="0" ptsTypes="AA">
                                      <p:cBhvr>
                                        <p:cTn id="696" dur="338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697" presetID="6" presetClass="emph" presetSubtype="0" fill="hold" grpId="10" nodeType="withEffect">
                                  <p:stCondLst>
                                    <p:cond delay="1032"/>
                                  </p:stCondLst>
                                  <p:childTnLst>
                                    <p:animScale>
                                      <p:cBhvr>
                                        <p:cTn id="698" dur="338" fill="hold"/>
                                        <p:tgtEl>
                                          <p:spTgt spid="22"/>
                                        </p:tgtEl>
                                      </p:cBhvr>
                                      <p:by x="98870" y="98870"/>
                                    </p:animScale>
                                  </p:childTnLst>
                                </p:cTn>
                              </p:par>
                              <p:par>
                                <p:cTn id="699" presetID="8" presetClass="emph" presetSubtype="0" fill="hold" grpId="11" nodeType="withEffect">
                                  <p:stCondLst>
                                    <p:cond delay="1032"/>
                                  </p:stCondLst>
                                  <p:childTnLst>
                                    <p:animRot by="-275220">
                                      <p:cBhvr>
                                        <p:cTn id="700" dur="338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701" presetID="0" presetClass="path" presetSubtype="0" fill="hold" grpId="9" nodeType="withEffect">
                                  <p:stCondLst>
                                    <p:cond delay="1032"/>
                                  </p:stCondLst>
                                  <p:childTnLst>
                                    <p:animMotion origin="layout" path="M 0.057439 0.016822 L 0.076469 0.006613 E" pathEditMode="relative" rAng="0" ptsTypes="AA">
                                      <p:cBhvr>
                                        <p:cTn id="702" dur="338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703" presetID="6" presetClass="emph" presetSubtype="0" fill="hold" grpId="10" nodeType="withEffect">
                                  <p:stCondLst>
                                    <p:cond delay="1032"/>
                                  </p:stCondLst>
                                  <p:childTnLst>
                                    <p:animScale>
                                      <p:cBhvr>
                                        <p:cTn id="704" dur="338" fill="hold"/>
                                        <p:tgtEl>
                                          <p:spTgt spid="24"/>
                                        </p:tgtEl>
                                      </p:cBhvr>
                                      <p:by x="94847" y="94847"/>
                                    </p:animScale>
                                  </p:childTnLst>
                                </p:cTn>
                              </p:par>
                              <p:par>
                                <p:cTn id="705" presetID="8" presetClass="emph" presetSubtype="0" fill="hold" grpId="11" nodeType="withEffect">
                                  <p:stCondLst>
                                    <p:cond delay="1032"/>
                                  </p:stCondLst>
                                  <p:childTnLst>
                                    <p:animRot by="-142680">
                                      <p:cBhvr>
                                        <p:cTn id="706" dur="338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707" presetID="0" presetClass="path" presetSubtype="0" fill="hold" grpId="9" nodeType="withEffect">
                                  <p:stCondLst>
                                    <p:cond delay="1032"/>
                                  </p:stCondLst>
                                  <p:childTnLst>
                                    <p:animMotion origin="layout" path="M 0.06161 0.006799 L 0.08243 -0.004457 E" pathEditMode="relative" rAng="0" ptsTypes="AA">
                                      <p:cBhvr>
                                        <p:cTn id="708" dur="338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709" presetID="6" presetClass="emph" presetSubtype="0" fill="hold" grpId="10" nodeType="withEffect">
                                  <p:stCondLst>
                                    <p:cond delay="1032"/>
                                  </p:stCondLst>
                                  <p:childTnLst>
                                    <p:animScale>
                                      <p:cBhvr>
                                        <p:cTn id="710" dur="338" fill="hold"/>
                                        <p:tgtEl>
                                          <p:spTgt spid="26"/>
                                        </p:tgtEl>
                                      </p:cBhvr>
                                      <p:by x="93981" y="93981"/>
                                    </p:animScale>
                                  </p:childTnLst>
                                </p:cTn>
                              </p:par>
                              <p:par>
                                <p:cTn id="711" presetID="8" presetClass="emph" presetSubtype="0" fill="hold" grpId="11" nodeType="withEffect">
                                  <p:stCondLst>
                                    <p:cond delay="1032"/>
                                  </p:stCondLst>
                                  <p:childTnLst>
                                    <p:animRot by="86820">
                                      <p:cBhvr>
                                        <p:cTn id="712" dur="338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713" presetID="0" presetClass="path" presetSubtype="0" fill="hold" grpId="6" nodeType="withEffect">
                                  <p:stCondLst>
                                    <p:cond delay="1052"/>
                                  </p:stCondLst>
                                  <p:childTnLst>
                                    <p:animMotion origin="layout" path="M 0.00525 -0.006386 L 0.007 -0.008419 E" pathEditMode="relative" rAng="0" ptsTypes="AA">
                                      <p:cBhvr>
                                        <p:cTn id="714" dur="338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715" presetID="6" presetClass="emph" presetSubtype="0" fill="hold" grpId="7" nodeType="withEffect">
                                  <p:stCondLst>
                                    <p:cond delay="1052"/>
                                  </p:stCondLst>
                                  <p:childTnLst>
                                    <p:animScale>
                                      <p:cBhvr>
                                        <p:cTn id="716" dur="338" fill="hold"/>
                                        <p:tgtEl>
                                          <p:spTgt spid="6"/>
                                        </p:tgtEl>
                                      </p:cBhvr>
                                      <p:by x="100498" y="100498"/>
                                    </p:animScale>
                                  </p:childTnLst>
                                </p:cTn>
                              </p:par>
                              <p:par>
                                <p:cTn id="717" presetID="0" presetClass="path" presetSubtype="0" fill="hold" grpId="6" nodeType="withEffect">
                                  <p:stCondLst>
                                    <p:cond delay="1052"/>
                                  </p:stCondLst>
                                  <p:childTnLst>
                                    <p:animMotion origin="layout" path="M 0.028433 -0.024068 L 0.044586 -0.025983 E" pathEditMode="relative" rAng="0" ptsTypes="AA">
                                      <p:cBhvr>
                                        <p:cTn id="718" dur="338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719" presetID="8" presetClass="emph" presetSubtype="0" fill="hold" grpId="7" nodeType="withEffect">
                                  <p:stCondLst>
                                    <p:cond delay="1052"/>
                                  </p:stCondLst>
                                  <p:childTnLst>
                                    <p:animRot by="137280">
                                      <p:cBhvr>
                                        <p:cTn id="720" dur="338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721" presetID="0" presetClass="path" presetSubtype="0" fill="hold" grpId="6" nodeType="withEffect">
                                  <p:stCondLst>
                                    <p:cond delay="1072"/>
                                  </p:stCondLst>
                                  <p:childTnLst>
                                    <p:animMotion origin="layout" path="M 0.028197 -0.018778 L 0.044477 -0.024295 E" pathEditMode="relative" rAng="0" ptsTypes="AA">
                                      <p:cBhvr>
                                        <p:cTn id="722" dur="338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723" presetID="8" presetClass="emph" presetSubtype="0" fill="hold" grpId="7" nodeType="withEffect">
                                  <p:stCondLst>
                                    <p:cond delay="1072"/>
                                  </p:stCondLst>
                                  <p:childTnLst>
                                    <p:animRot by="137280">
                                      <p:cBhvr>
                                        <p:cTn id="724" dur="338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725" presetID="0" presetClass="path" presetSubtype="0" fill="hold" grpId="6" nodeType="withEffect">
                                  <p:stCondLst>
                                    <p:cond delay="1092"/>
                                  </p:stCondLst>
                                  <p:childTnLst>
                                    <p:animMotion origin="layout" path="M 0.028119 -0.018776 L 0.044452 -0.024294 E" pathEditMode="relative" rAng="0" ptsTypes="AA">
                                      <p:cBhvr>
                                        <p:cTn id="726" dur="338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727" presetID="8" presetClass="emph" presetSubtype="0" fill="hold" grpId="7" nodeType="withEffect">
                                  <p:stCondLst>
                                    <p:cond delay="1092"/>
                                  </p:stCondLst>
                                  <p:childTnLst>
                                    <p:animRot by="137280">
                                      <p:cBhvr>
                                        <p:cTn id="728" dur="338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729" presetID="0" presetClass="path" presetSubtype="0" fill="hold" grpId="6" nodeType="withEffect">
                                  <p:stCondLst>
                                    <p:cond delay="1112"/>
                                  </p:stCondLst>
                                  <p:childTnLst>
                                    <p:animMotion origin="layout" path="M 0.02365 -0.019041 L 0.043027 -0.024408 E" pathEditMode="relative" rAng="0" ptsTypes="AA">
                                      <p:cBhvr>
                                        <p:cTn id="730" dur="338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731" presetID="8" presetClass="emph" presetSubtype="0" fill="hold" grpId="7" nodeType="withEffect">
                                  <p:stCondLst>
                                    <p:cond delay="1112"/>
                                  </p:stCondLst>
                                  <p:childTnLst>
                                    <p:animRot by="137280">
                                      <p:cBhvr>
                                        <p:cTn id="732" dur="338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733" presetID="0" presetClass="path" presetSubtype="0" fill="hold" grpId="6" nodeType="withEffect">
                                  <p:stCondLst>
                                    <p:cond delay="1132"/>
                                  </p:stCondLst>
                                  <p:childTnLst>
                                    <p:animMotion origin="layout" path="M 0.023586 -0.02124 L 0.04302 -0.02511 E" pathEditMode="relative" rAng="0" ptsTypes="AA">
                                      <p:cBhvr>
                                        <p:cTn id="734" dur="338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735" presetID="8" presetClass="emph" presetSubtype="0" fill="hold" grpId="7" nodeType="withEffect">
                                  <p:stCondLst>
                                    <p:cond delay="1132"/>
                                  </p:stCondLst>
                                  <p:childTnLst>
                                    <p:animRot by="137280">
                                      <p:cBhvr>
                                        <p:cTn id="736" dur="338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737" presetID="0" presetClass="path" presetSubtype="0" fill="hold" grpId="6" nodeType="withEffect">
                                  <p:stCondLst>
                                    <p:cond delay="1152"/>
                                  </p:stCondLst>
                                  <p:childTnLst>
                                    <p:animMotion origin="layout" path="M 0.02107 -0.020947 L 0.042215 -0.025033 E" pathEditMode="relative" rAng="0" ptsTypes="AA">
                                      <p:cBhvr>
                                        <p:cTn id="738" dur="338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739" presetID="8" presetClass="emph" presetSubtype="0" fill="hold" grpId="7" nodeType="withEffect">
                                  <p:stCondLst>
                                    <p:cond delay="1152"/>
                                  </p:stCondLst>
                                  <p:childTnLst>
                                    <p:animRot by="137280">
                                      <p:cBhvr>
                                        <p:cTn id="740" dur="338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741" presetID="0" presetClass="path" presetSubtype="0" fill="hold" grpId="6" nodeType="withEffect">
                                  <p:stCondLst>
                                    <p:cond delay="1172"/>
                                  </p:stCondLst>
                                  <p:childTnLst>
                                    <p:animMotion origin="layout" path="M 0.023963 -0.021031 L 0.043139 -0.025041 E" pathEditMode="relative" rAng="0" ptsTypes="AA">
                                      <p:cBhvr>
                                        <p:cTn id="742" dur="338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743" presetID="8" presetClass="emph" presetSubtype="0" fill="hold" grpId="7" nodeType="withEffect">
                                  <p:stCondLst>
                                    <p:cond delay="1172"/>
                                  </p:stCondLst>
                                  <p:childTnLst>
                                    <p:animRot by="137280">
                                      <p:cBhvr>
                                        <p:cTn id="744" dur="338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745" presetID="0" presetClass="path" presetSubtype="0" fill="hold" grpId="6" nodeType="withEffect">
                                  <p:stCondLst>
                                    <p:cond delay="1192"/>
                                  </p:stCondLst>
                                  <p:childTnLst>
                                    <p:animMotion origin="layout" path="M 0.026778 -0.021114 L 0.044039 -0.02505 E" pathEditMode="relative" rAng="0" ptsTypes="AA">
                                      <p:cBhvr>
                                        <p:cTn id="746" dur="338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747" presetID="8" presetClass="emph" presetSubtype="0" fill="hold" grpId="7" nodeType="withEffect">
                                  <p:stCondLst>
                                    <p:cond delay="1192"/>
                                  </p:stCondLst>
                                  <p:childTnLst>
                                    <p:animRot by="137280">
                                      <p:cBhvr>
                                        <p:cTn id="748" dur="338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749" presetID="0" presetClass="path" presetSubtype="0" fill="hold" grpId="8" nodeType="withEffect">
                                  <p:stCondLst>
                                    <p:cond delay="1350"/>
                                  </p:stCondLst>
                                  <p:childTnLst>
                                    <p:animMotion origin="layout" path="M 0.007 -0.008419 L 0.00875 -0.010371 E" pathEditMode="relative" rAng="0" ptsTypes="AA">
                                      <p:cBhvr>
                                        <p:cTn id="750" dur="338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751" presetID="6" presetClass="emph" presetSubtype="0" fill="hold" grpId="9" nodeType="withEffect">
                                  <p:stCondLst>
                                    <p:cond delay="1350"/>
                                  </p:stCondLst>
                                  <p:childTnLst>
                                    <p:animScale>
                                      <p:cBhvr>
                                        <p:cTn id="752" dur="338" fill="hold"/>
                                        <p:tgtEl>
                                          <p:spTgt spid="7"/>
                                        </p:tgtEl>
                                      </p:cBhvr>
                                      <p:by x="99505" y="99505"/>
                                    </p:animScale>
                                  </p:childTnLst>
                                </p:cTn>
                              </p:par>
                              <p:par>
                                <p:cTn id="753" presetID="0" presetClass="path" presetSubtype="0" fill="hold" grpId="8" nodeType="withEffect">
                                  <p:stCondLst>
                                    <p:cond delay="1350"/>
                                  </p:stCondLst>
                                  <p:childTnLst>
                                    <p:animMotion origin="layout" path="M 0.0216 -0.009709 L 0.027 -0.014563 E" pathEditMode="relative" rAng="0" ptsTypes="AA">
                                      <p:cBhvr>
                                        <p:cTn id="754" dur="338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755" presetID="6" presetClass="emph" presetSubtype="0" fill="hold" grpId="9" nodeType="withEffect">
                                  <p:stCondLst>
                                    <p:cond delay="1350"/>
                                  </p:stCondLst>
                                  <p:childTnLst>
                                    <p:animScale>
                                      <p:cBhvr>
                                        <p:cTn id="756" dur="338" fill="hold"/>
                                        <p:tgtEl>
                                          <p:spTgt spid="9"/>
                                        </p:tgtEl>
                                      </p:cBhvr>
                                      <p:by x="99766" y="99766"/>
                                    </p:animScale>
                                  </p:childTnLst>
                                </p:cTn>
                              </p:par>
                              <p:par>
                                <p:cTn id="757" presetID="0" presetClass="path" presetSubtype="0" fill="hold" grpId="8" nodeType="withEffect">
                                  <p:stCondLst>
                                    <p:cond delay="1350"/>
                                  </p:stCondLst>
                                  <p:childTnLst>
                                    <p:animMotion origin="layout" path="M 0.0288 -0.022551 L 0.036 -0.02333 E" pathEditMode="relative" rAng="0" ptsTypes="AA">
                                      <p:cBhvr>
                                        <p:cTn id="758" dur="338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759" presetID="6" presetClass="emph" presetSubtype="0" fill="hold" grpId="9" nodeType="withEffect">
                                  <p:stCondLst>
                                    <p:cond delay="1350"/>
                                  </p:stCondLst>
                                  <p:childTnLst>
                                    <p:animScale>
                                      <p:cBhvr>
                                        <p:cTn id="760" dur="338" fill="hold"/>
                                        <p:tgtEl>
                                          <p:spTgt spid="11"/>
                                        </p:tgtEl>
                                      </p:cBhvr>
                                      <p:by x="98985" y="98985"/>
                                    </p:animScale>
                                  </p:childTnLst>
                                </p:cTn>
                              </p:par>
                              <p:par>
                                <p:cTn id="761" presetID="0" presetClass="path" presetSubtype="0" fill="hold" grpId="8" nodeType="withEffect">
                                  <p:stCondLst>
                                    <p:cond delay="1350"/>
                                  </p:stCondLst>
                                  <p:childTnLst>
                                    <p:animMotion origin="layout" path="M -0.036 -0.006848 L -0.045 0.000446 E" pathEditMode="relative" rAng="0" ptsTypes="AA">
                                      <p:cBhvr>
                                        <p:cTn id="762" dur="338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763" presetID="6" presetClass="emph" presetSubtype="0" fill="hold" grpId="9" nodeType="withEffect">
                                  <p:stCondLst>
                                    <p:cond delay="1350"/>
                                  </p:stCondLst>
                                  <p:childTnLst>
                                    <p:animScale>
                                      <p:cBhvr>
                                        <p:cTn id="764" dur="338" fill="hold"/>
                                        <p:tgtEl>
                                          <p:spTgt spid="13"/>
                                        </p:tgtEl>
                                      </p:cBhvr>
                                      <p:by x="98475" y="98475"/>
                                    </p:animScale>
                                  </p:childTnLst>
                                </p:cTn>
                              </p:par>
                              <p:par>
                                <p:cTn id="765" presetID="0" presetClass="path" presetSubtype="0" fill="hold" grpId="8" nodeType="withEffect">
                                  <p:stCondLst>
                                    <p:cond delay="1350"/>
                                  </p:stCondLst>
                                  <p:childTnLst>
                                    <p:animMotion origin="layout" path="M 0.0144 0.009038 L 0.018 0.011811 E" pathEditMode="relative" rAng="0" ptsTypes="AA">
                                      <p:cBhvr>
                                        <p:cTn id="766" dur="338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767" presetID="6" presetClass="emph" presetSubtype="0" fill="hold" grpId="9" nodeType="withEffect">
                                  <p:stCondLst>
                                    <p:cond delay="1350"/>
                                  </p:stCondLst>
                                  <p:childTnLst>
                                    <p:animScale>
                                      <p:cBhvr>
                                        <p:cTn id="768" dur="338" fill="hold"/>
                                        <p:tgtEl>
                                          <p:spTgt spid="15"/>
                                        </p:tgtEl>
                                      </p:cBhvr>
                                      <p:by x="98465" y="98465"/>
                                    </p:animScale>
                                  </p:childTnLst>
                                </p:cTn>
                              </p:par>
                              <p:par>
                                <p:cTn id="769" presetID="0" presetClass="path" presetSubtype="0" fill="hold" grpId="8" nodeType="withEffect">
                                  <p:stCondLst>
                                    <p:cond delay="1350"/>
                                  </p:stCondLst>
                                  <p:childTnLst>
                                    <p:animMotion origin="layout" path="M 0.0216 0.015184 L 0.027 0.014206 E" pathEditMode="relative" rAng="0" ptsTypes="AA">
                                      <p:cBhvr>
                                        <p:cTn id="770" dur="338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771" presetID="6" presetClass="emph" presetSubtype="0" fill="hold" grpId="9" nodeType="withEffect">
                                  <p:stCondLst>
                                    <p:cond delay="1350"/>
                                  </p:stCondLst>
                                  <p:childTnLst>
                                    <p:animScale>
                                      <p:cBhvr>
                                        <p:cTn id="772" dur="338" fill="hold"/>
                                        <p:tgtEl>
                                          <p:spTgt spid="17"/>
                                        </p:tgtEl>
                                      </p:cBhvr>
                                      <p:by x="98971" y="98971"/>
                                    </p:animScale>
                                  </p:childTnLst>
                                </p:cTn>
                              </p:par>
                              <p:par>
                                <p:cTn id="773" presetID="0" presetClass="path" presetSubtype="0" fill="hold" grpId="12" nodeType="withEffect">
                                  <p:stCondLst>
                                    <p:cond delay="1350"/>
                                  </p:stCondLst>
                                  <p:childTnLst>
                                    <p:animMotion origin="layout" path="M -0.000702 -0.019137 L -0.015362 -0.016221 E" pathEditMode="relative" rAng="0" ptsTypes="AA">
                                      <p:cBhvr>
                                        <p:cTn id="774" dur="338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775" presetID="6" presetClass="emph" presetSubtype="0" fill="hold" grpId="13" nodeType="withEffect">
                                  <p:stCondLst>
                                    <p:cond delay="1350"/>
                                  </p:stCondLst>
                                  <p:childTnLst>
                                    <p:animScale>
                                      <p:cBhvr>
                                        <p:cTn id="776" dur="338" fill="hold"/>
                                        <p:tgtEl>
                                          <p:spTgt spid="28"/>
                                        </p:tgtEl>
                                      </p:cBhvr>
                                      <p:by x="98449" y="98449"/>
                                    </p:animScale>
                                  </p:childTnLst>
                                </p:cTn>
                              </p:par>
                              <p:par>
                                <p:cTn id="777" presetID="8" presetClass="emph" presetSubtype="0" fill="hold" grpId="14" nodeType="withEffect">
                                  <p:stCondLst>
                                    <p:cond delay="1350"/>
                                  </p:stCondLst>
                                  <p:childTnLst>
                                    <p:animRot by="-54720">
                                      <p:cBhvr>
                                        <p:cTn id="778" dur="338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779" presetID="0" presetClass="path" presetSubtype="0" fill="hold" grpId="12" nodeType="withEffect">
                                  <p:stCondLst>
                                    <p:cond delay="1350"/>
                                  </p:stCondLst>
                                  <p:childTnLst>
                                    <p:animMotion origin="layout" path="M 0.041612 -0.010518 L 0.043631 -0.002235 E" pathEditMode="relative" rAng="0" ptsTypes="AA">
                                      <p:cBhvr>
                                        <p:cTn id="780" dur="338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781" presetID="6" presetClass="emph" presetSubtype="0" fill="hold" grpId="13" nodeType="withEffect">
                                  <p:stCondLst>
                                    <p:cond delay="1350"/>
                                  </p:stCondLst>
                                  <p:childTnLst>
                                    <p:animScale>
                                      <p:cBhvr>
                                        <p:cTn id="782" dur="338" fill="hold"/>
                                        <p:tgtEl>
                                          <p:spTgt spid="29"/>
                                        </p:tgtEl>
                                      </p:cBhvr>
                                      <p:by x="99802" y="99802"/>
                                    </p:animScale>
                                  </p:childTnLst>
                                </p:cTn>
                              </p:par>
                              <p:par>
                                <p:cTn id="783" presetID="8" presetClass="emph" presetSubtype="0" fill="hold" grpId="14" nodeType="withEffect">
                                  <p:stCondLst>
                                    <p:cond delay="1350"/>
                                  </p:stCondLst>
                                  <p:childTnLst>
                                    <p:animRot by="6600">
                                      <p:cBhvr>
                                        <p:cTn id="784" dur="338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785" presetID="0" presetClass="path" presetSubtype="0" fill="hold" grpId="12" nodeType="withEffect">
                                  <p:stCondLst>
                                    <p:cond delay="1350"/>
                                  </p:stCondLst>
                                  <p:childTnLst>
                                    <p:animMotion origin="layout" path="M -0.045533 0.012681 L -0.029083 0.018202 E" pathEditMode="relative" rAng="0" ptsTypes="AA">
                                      <p:cBhvr>
                                        <p:cTn id="786" dur="338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787" presetID="6" presetClass="emph" presetSubtype="0" fill="hold" grpId="13" nodeType="withEffect">
                                  <p:stCondLst>
                                    <p:cond delay="1350"/>
                                  </p:stCondLst>
                                  <p:childTnLst>
                                    <p:animScale>
                                      <p:cBhvr>
                                        <p:cTn id="788" dur="338" fill="hold"/>
                                        <p:tgtEl>
                                          <p:spTgt spid="30"/>
                                        </p:tgtEl>
                                      </p:cBhvr>
                                      <p:by x="101413" y="101413"/>
                                    </p:animScale>
                                  </p:childTnLst>
                                </p:cTn>
                              </p:par>
                              <p:par>
                                <p:cTn id="789" presetID="8" presetClass="emph" presetSubtype="0" fill="hold" grpId="14" nodeType="withEffect">
                                  <p:stCondLst>
                                    <p:cond delay="1350"/>
                                  </p:stCondLst>
                                  <p:childTnLst>
                                    <p:animRot by="48180">
                                      <p:cBhvr>
                                        <p:cTn id="790" dur="338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791" presetID="0" presetClass="path" presetSubtype="0" fill="hold" grpId="12" nodeType="withEffect">
                                  <p:stCondLst>
                                    <p:cond delay="1350"/>
                                  </p:stCondLst>
                                  <p:childTnLst>
                                    <p:animMotion origin="layout" path="M -0.001489 0.027051 L -0.022138 0.022849 E" pathEditMode="relative" rAng="0" ptsTypes="AA">
                                      <p:cBhvr>
                                        <p:cTn id="792" dur="338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793" presetID="6" presetClass="emph" presetSubtype="0" fill="hold" grpId="13" nodeType="withEffect">
                                  <p:stCondLst>
                                    <p:cond delay="1350"/>
                                  </p:stCondLst>
                                  <p:childTnLst>
                                    <p:animScale>
                                      <p:cBhvr>
                                        <p:cTn id="794" dur="338" fill="hold"/>
                                        <p:tgtEl>
                                          <p:spTgt spid="31"/>
                                        </p:tgtEl>
                                      </p:cBhvr>
                                      <p:by x="101538" y="101538"/>
                                    </p:animScale>
                                  </p:childTnLst>
                                </p:cTn>
                              </p:par>
                              <p:par>
                                <p:cTn id="795" presetID="8" presetClass="emph" presetSubtype="0" fill="hold" grpId="14" nodeType="withEffect">
                                  <p:stCondLst>
                                    <p:cond delay="1350"/>
                                  </p:stCondLst>
                                  <p:childTnLst>
                                    <p:animRot by="-54540">
                                      <p:cBhvr>
                                        <p:cTn id="796" dur="338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797" presetID="0" presetClass="path" presetSubtype="0" fill="hold" grpId="12" nodeType="withEffect">
                                  <p:stCondLst>
                                    <p:cond delay="1350"/>
                                  </p:stCondLst>
                                  <p:childTnLst>
                                    <p:animMotion origin="layout" path="M 0.031669 0.007846 L 0.033084 0.001565 E" pathEditMode="relative" rAng="0" ptsTypes="AA">
                                      <p:cBhvr>
                                        <p:cTn id="798" dur="338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799" presetID="6" presetClass="emph" presetSubtype="0" fill="hold" grpId="13" nodeType="withEffect">
                                  <p:stCondLst>
                                    <p:cond delay="1350"/>
                                  </p:stCondLst>
                                  <p:childTnLst>
                                    <p:animScale>
                                      <p:cBhvr>
                                        <p:cTn id="800" dur="338" fill="hold"/>
                                        <p:tgtEl>
                                          <p:spTgt spid="42"/>
                                        </p:tgtEl>
                                      </p:cBhvr>
                                      <p:by x="100164" y="100164"/>
                                    </p:animScale>
                                  </p:childTnLst>
                                </p:cTn>
                              </p:par>
                              <p:par>
                                <p:cTn id="801" presetID="8" presetClass="emph" presetSubtype="0" fill="hold" grpId="14" nodeType="withEffect">
                                  <p:stCondLst>
                                    <p:cond delay="1350"/>
                                  </p:stCondLst>
                                  <p:childTnLst>
                                    <p:animRot by="6120">
                                      <p:cBhvr>
                                        <p:cTn id="802" dur="338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803" presetID="0" presetClass="path" presetSubtype="0" fill="hold" grpId="8" nodeType="withEffect">
                                  <p:stCondLst>
                                    <p:cond delay="1350"/>
                                  </p:stCondLst>
                                  <p:childTnLst>
                                    <p:animMotion origin="layout" path="M 0.0456 -0.024516 L 0.061696 -0.022544 E" pathEditMode="relative" rAng="0" ptsTypes="AA">
                                      <p:cBhvr>
                                        <p:cTn id="804" dur="338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805" presetID="8" presetClass="emph" presetSubtype="0" fill="hold" grpId="9" nodeType="withEffect">
                                  <p:stCondLst>
                                    <p:cond delay="1350"/>
                                  </p:stCondLst>
                                  <p:childTnLst>
                                    <p:animRot by="156180">
                                      <p:cBhvr>
                                        <p:cTn id="806" dur="338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807" presetID="0" presetClass="path" presetSubtype="0" fill="hold" grpId="12" nodeType="withEffect">
                                  <p:stCondLst>
                                    <p:cond delay="1350"/>
                                  </p:stCondLst>
                                  <p:childTnLst>
                                    <p:animMotion origin="layout" path="M 0.0708 0.011624 L 0.0885 -0.000169 E" pathEditMode="relative" rAng="0" ptsTypes="AA">
                                      <p:cBhvr>
                                        <p:cTn id="808" dur="338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809" presetID="6" presetClass="emph" presetSubtype="0" fill="hold" grpId="13" nodeType="withEffect">
                                  <p:stCondLst>
                                    <p:cond delay="1350"/>
                                  </p:stCondLst>
                                  <p:childTnLst>
                                    <p:animScale>
                                      <p:cBhvr>
                                        <p:cTn id="810" dur="338" fill="hold"/>
                                        <p:tgtEl>
                                          <p:spTgt spid="21"/>
                                        </p:tgtEl>
                                      </p:cBhvr>
                                      <p:by x="93990" y="93990"/>
                                    </p:animScale>
                                  </p:childTnLst>
                                </p:cTn>
                              </p:par>
                              <p:par>
                                <p:cTn id="811" presetID="8" presetClass="emph" presetSubtype="0" fill="hold" grpId="14" nodeType="withEffect">
                                  <p:stCondLst>
                                    <p:cond delay="1350"/>
                                  </p:stCondLst>
                                  <p:childTnLst>
                                    <p:animRot by="-57420">
                                      <p:cBhvr>
                                        <p:cTn id="812" dur="338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813" presetID="0" presetClass="path" presetSubtype="0" fill="hold" grpId="12" nodeType="withEffect">
                                  <p:stCondLst>
                                    <p:cond delay="1350"/>
                                  </p:stCondLst>
                                  <p:childTnLst>
                                    <p:animMotion origin="layout" path="M 0.0768 0.00683 L 0.096 -0.002937 E" pathEditMode="relative" rAng="0" ptsTypes="AA">
                                      <p:cBhvr>
                                        <p:cTn id="814" dur="338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815" presetID="6" presetClass="emph" presetSubtype="0" fill="hold" grpId="13" nodeType="withEffect">
                                  <p:stCondLst>
                                    <p:cond delay="1350"/>
                                  </p:stCondLst>
                                  <p:childTnLst>
                                    <p:animScale>
                                      <p:cBhvr>
                                        <p:cTn id="816" dur="338" fill="hold"/>
                                        <p:tgtEl>
                                          <p:spTgt spid="23"/>
                                        </p:tgtEl>
                                      </p:cBhvr>
                                      <p:by x="94956" y="94956"/>
                                    </p:animScale>
                                  </p:childTnLst>
                                </p:cTn>
                              </p:par>
                              <p:par>
                                <p:cTn id="817" presetID="8" presetClass="emph" presetSubtype="0" fill="hold" grpId="14" nodeType="withEffect">
                                  <p:stCondLst>
                                    <p:cond delay="1350"/>
                                  </p:stCondLst>
                                  <p:childTnLst>
                                    <p:animRot by="168000">
                                      <p:cBhvr>
                                        <p:cTn id="818" dur="338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819" presetID="0" presetClass="path" presetSubtype="0" fill="hold" grpId="12" nodeType="withEffect">
                                  <p:stCondLst>
                                    <p:cond delay="1350"/>
                                  </p:stCondLst>
                                  <p:childTnLst>
                                    <p:animMotion origin="layout" path="M 0.0828 -0.004513 L 0.1035 -0.006088 E" pathEditMode="relative" rAng="0" ptsTypes="AA">
                                      <p:cBhvr>
                                        <p:cTn id="820" dur="338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821" presetID="6" presetClass="emph" presetSubtype="0" fill="hold" grpId="13" nodeType="withEffect">
                                  <p:stCondLst>
                                    <p:cond delay="1350"/>
                                  </p:stCondLst>
                                  <p:childTnLst>
                                    <p:animScale>
                                      <p:cBhvr>
                                        <p:cTn id="822" dur="338" fill="hold"/>
                                        <p:tgtEl>
                                          <p:spTgt spid="25"/>
                                        </p:tgtEl>
                                      </p:cBhvr>
                                      <p:by x="99485" y="99485"/>
                                    </p:animScale>
                                  </p:childTnLst>
                                </p:cTn>
                              </p:par>
                              <p:par>
                                <p:cTn id="823" presetID="8" presetClass="emph" presetSubtype="0" fill="hold" grpId="14" nodeType="withEffect">
                                  <p:stCondLst>
                                    <p:cond delay="1350"/>
                                  </p:stCondLst>
                                  <p:childTnLst>
                                    <p:animRot by="279180">
                                      <p:cBhvr>
                                        <p:cTn id="824" dur="338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825" presetID="0" presetClass="path" presetSubtype="0" fill="hold" grpId="8" nodeType="withEffect">
                                  <p:stCondLst>
                                    <p:cond delay="1350"/>
                                  </p:stCondLst>
                                  <p:childTnLst>
                                    <p:animMotion origin="layout" path="M -0.025224 -0.001047 L -0.006312 0.000941 E" pathEditMode="relative" rAng="0" ptsTypes="AA">
                                      <p:cBhvr>
                                        <p:cTn id="826" dur="338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827" presetID="6" presetClass="emph" presetSubtype="0" fill="hold" grpId="9" nodeType="withEffect">
                                  <p:stCondLst>
                                    <p:cond delay="1350"/>
                                  </p:stCondLst>
                                  <p:childTnLst>
                                    <p:animScale>
                                      <p:cBhvr>
                                        <p:cTn id="828" dur="338" fill="hold"/>
                                        <p:tgtEl>
                                          <p:spTgt spid="43"/>
                                        </p:tgtEl>
                                      </p:cBhvr>
                                      <p:by x="128028" y="128028"/>
                                    </p:animScale>
                                  </p:childTnLst>
                                </p:cTn>
                              </p:par>
                              <p:par>
                                <p:cTn id="829" presetID="0" presetClass="path" presetSubtype="0" fill="hold" grpId="8" nodeType="withEffect">
                                  <p:stCondLst>
                                    <p:cond delay="1350"/>
                                  </p:stCondLst>
                                  <p:childTnLst>
                                    <p:animMotion origin="layout" path="M -0.010048 0.007147 L 0.00128 0.00211 E" pathEditMode="relative" rAng="0" ptsTypes="AA">
                                      <p:cBhvr>
                                        <p:cTn id="830" dur="338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831" presetID="6" presetClass="emph" presetSubtype="0" fill="hold" grpId="9" nodeType="withEffect">
                                  <p:stCondLst>
                                    <p:cond delay="1350"/>
                                  </p:stCondLst>
                                  <p:childTnLst>
                                    <p:animScale>
                                      <p:cBhvr>
                                        <p:cTn id="832" dur="338" fill="hold"/>
                                        <p:tgtEl>
                                          <p:spTgt spid="44"/>
                                        </p:tgtEl>
                                      </p:cBhvr>
                                      <p:by x="112806" y="112806"/>
                                    </p:animScale>
                                  </p:childTnLst>
                                </p:cTn>
                              </p:par>
                              <p:par>
                                <p:cTn id="833" presetID="0" presetClass="path" presetSubtype="0" fill="hold" grpId="8" nodeType="withEffect">
                                  <p:stCondLst>
                                    <p:cond delay="1350"/>
                                  </p:stCondLst>
                                  <p:childTnLst>
                                    <p:animMotion origin="layout" path="M 0.019849 0.00487 L 0.006996 0.000188 E" pathEditMode="relative" rAng="0" ptsTypes="AA">
                                      <p:cBhvr>
                                        <p:cTn id="834" dur="338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835" presetID="6" presetClass="emph" presetSubtype="0" fill="hold" grpId="9" nodeType="withEffect">
                                  <p:stCondLst>
                                    <p:cond delay="1350"/>
                                  </p:stCondLst>
                                  <p:childTnLst>
                                    <p:animScale>
                                      <p:cBhvr>
                                        <p:cTn id="836" dur="338" fill="hold"/>
                                        <p:tgtEl>
                                          <p:spTgt spid="45"/>
                                        </p:tgtEl>
                                      </p:cBhvr>
                                      <p:by x="87109" y="87109"/>
                                    </p:animScale>
                                  </p:childTnLst>
                                </p:cTn>
                              </p:par>
                              <p:par>
                                <p:cTn id="837" presetID="0" presetClass="path" presetSubtype="0" fill="hold" grpId="8" nodeType="withEffect">
                                  <p:stCondLst>
                                    <p:cond delay="1350"/>
                                  </p:stCondLst>
                                  <p:childTnLst>
                                    <p:animMotion origin="layout" path="M 0.020667 -0.004541 L 0.002463 -0.00201 E" pathEditMode="relative" rAng="0" ptsTypes="AA">
                                      <p:cBhvr>
                                        <p:cTn id="838" dur="338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839" presetID="6" presetClass="emph" presetSubtype="0" fill="hold" grpId="9" nodeType="withEffect">
                                  <p:stCondLst>
                                    <p:cond delay="1350"/>
                                  </p:stCondLst>
                                  <p:childTnLst>
                                    <p:animScale>
                                      <p:cBhvr>
                                        <p:cTn id="840" dur="338" fill="hold"/>
                                        <p:tgtEl>
                                          <p:spTgt spid="46"/>
                                        </p:tgtEl>
                                      </p:cBhvr>
                                      <p:by x="78513" y="78513"/>
                                    </p:animScale>
                                  </p:childTnLst>
                                </p:cTn>
                              </p:par>
                              <p:par>
                                <p:cTn id="841" presetID="0" presetClass="path" presetSubtype="0" fill="hold" grpId="8" nodeType="withEffect">
                                  <p:stCondLst>
                                    <p:cond delay="1350"/>
                                  </p:stCondLst>
                                  <p:childTnLst>
                                    <p:animMotion origin="layout" path="M 0.030552 -0.01687 L 0.041336 -0.021019 E" pathEditMode="relative" rAng="0" ptsTypes="AA">
                                      <p:cBhvr>
                                        <p:cTn id="842" dur="338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843" presetID="8" presetClass="emph" presetSubtype="0" fill="hold" grpId="9" nodeType="withEffect">
                                  <p:stCondLst>
                                    <p:cond delay="1350"/>
                                  </p:stCondLst>
                                  <p:childTnLst>
                                    <p:animRot by="145080">
                                      <p:cBhvr>
                                        <p:cTn id="844" dur="338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845" presetID="0" presetClass="path" presetSubtype="0" fill="hold" grpId="8" nodeType="withEffect">
                                  <p:stCondLst>
                                    <p:cond delay="1350"/>
                                  </p:stCondLst>
                                  <p:childTnLst>
                                    <p:animMotion origin="layout" path="M 0.036024 -0.024575 L 0.04874 -0.022453 E" pathEditMode="relative" rAng="0" ptsTypes="AA">
                                      <p:cBhvr>
                                        <p:cTn id="846" dur="338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847" presetID="8" presetClass="emph" presetSubtype="0" fill="hold" grpId="9" nodeType="withEffect">
                                  <p:stCondLst>
                                    <p:cond delay="1350"/>
                                  </p:stCondLst>
                                  <p:childTnLst>
                                    <p:animRot by="155520">
                                      <p:cBhvr>
                                        <p:cTn id="848" dur="338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849" presetID="0" presetClass="path" presetSubtype="0" fill="hold" grpId="8" nodeType="withEffect">
                                  <p:stCondLst>
                                    <p:cond delay="1350"/>
                                  </p:stCondLst>
                                  <p:childTnLst>
                                    <p:animMotion origin="layout" path="M 0.02508 -0.021098 L 0.033933 -0.013798 E" pathEditMode="relative" rAng="0" ptsTypes="AA">
                                      <p:cBhvr>
                                        <p:cTn id="850" dur="338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851" presetID="8" presetClass="emph" presetSubtype="0" fill="hold" grpId="9" nodeType="withEffect">
                                  <p:stCondLst>
                                    <p:cond delay="1350"/>
                                  </p:stCondLst>
                                  <p:childTnLst>
                                    <p:animRot by="92760">
                                      <p:cBhvr>
                                        <p:cTn id="852" dur="338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853" presetID="0" presetClass="path" presetSubtype="0" fill="hold" grpId="8" nodeType="withEffect">
                                  <p:stCondLst>
                                    <p:cond delay="1370"/>
                                  </p:stCondLst>
                                  <p:childTnLst>
                                    <p:animMotion origin="layout" path="M 0.007 -0.008419 L 0.00875 -0.010371 E" pathEditMode="relative" rAng="0" ptsTypes="AA">
                                      <p:cBhvr>
                                        <p:cTn id="854" dur="338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855" presetID="6" presetClass="emph" presetSubtype="0" fill="hold" grpId="9" nodeType="withEffect">
                                  <p:stCondLst>
                                    <p:cond delay="1370"/>
                                  </p:stCondLst>
                                  <p:childTnLst>
                                    <p:animScale>
                                      <p:cBhvr>
                                        <p:cTn id="856" dur="338" fill="hold"/>
                                        <p:tgtEl>
                                          <p:spTgt spid="5"/>
                                        </p:tgtEl>
                                      </p:cBhvr>
                                      <p:by x="99505" y="99505"/>
                                    </p:animScale>
                                  </p:childTnLst>
                                </p:cTn>
                              </p:par>
                              <p:par>
                                <p:cTn id="857" presetID="0" presetClass="path" presetSubtype="0" fill="hold" grpId="8" nodeType="withEffect">
                                  <p:stCondLst>
                                    <p:cond delay="1370"/>
                                  </p:stCondLst>
                                  <p:childTnLst>
                                    <p:animMotion origin="layout" path="M 0.021328 -0.009676 L 0.026752 -0.014533 E" pathEditMode="relative" rAng="0" ptsTypes="AA">
                                      <p:cBhvr>
                                        <p:cTn id="858" dur="338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859" presetID="6" presetClass="emph" presetSubtype="0" fill="hold" grpId="9" nodeType="withEffect">
                                  <p:stCondLst>
                                    <p:cond delay="1370"/>
                                  </p:stCondLst>
                                  <p:childTnLst>
                                    <p:animScale>
                                      <p:cBhvr>
                                        <p:cTn id="860" dur="338" fill="hold"/>
                                        <p:tgtEl>
                                          <p:spTgt spid="10"/>
                                        </p:tgtEl>
                                      </p:cBhvr>
                                      <p:by x="99766" y="99766"/>
                                    </p:animScale>
                                  </p:childTnLst>
                                </p:cTn>
                              </p:par>
                              <p:par>
                                <p:cTn id="861" presetID="0" presetClass="path" presetSubtype="0" fill="hold" grpId="8" nodeType="withEffect">
                                  <p:stCondLst>
                                    <p:cond delay="1370"/>
                                  </p:stCondLst>
                                  <p:childTnLst>
                                    <p:animMotion origin="layout" path="M 0.028861 -0.022558 L 0.036176 -0.023351 E" pathEditMode="relative" rAng="0" ptsTypes="AA">
                                      <p:cBhvr>
                                        <p:cTn id="862" dur="338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863" presetID="6" presetClass="emph" presetSubtype="0" fill="hold" grpId="9" nodeType="withEffect">
                                  <p:stCondLst>
                                    <p:cond delay="1370"/>
                                  </p:stCondLst>
                                  <p:childTnLst>
                                    <p:animScale>
                                      <p:cBhvr>
                                        <p:cTn id="864" dur="338" fill="hold"/>
                                        <p:tgtEl>
                                          <p:spTgt spid="12"/>
                                        </p:tgtEl>
                                      </p:cBhvr>
                                      <p:by x="98985" y="98985"/>
                                    </p:animScale>
                                  </p:childTnLst>
                                </p:cTn>
                              </p:par>
                              <p:par>
                                <p:cTn id="865" presetID="0" presetClass="path" presetSubtype="0" fill="hold" grpId="8" nodeType="withEffect">
                                  <p:stCondLst>
                                    <p:cond delay="1370"/>
                                  </p:stCondLst>
                                  <p:childTnLst>
                                    <p:animMotion origin="layout" path="M -0.035552 -0.006889 L -0.04437 0.000389 E" pathEditMode="relative" rAng="0" ptsTypes="AA">
                                      <p:cBhvr>
                                        <p:cTn id="866" dur="338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867" presetID="6" presetClass="emph" presetSubtype="0" fill="hold" grpId="9" nodeType="withEffect">
                                  <p:stCondLst>
                                    <p:cond delay="1370"/>
                                  </p:stCondLst>
                                  <p:childTnLst>
                                    <p:animScale>
                                      <p:cBhvr>
                                        <p:cTn id="868" dur="338" fill="hold"/>
                                        <p:tgtEl>
                                          <p:spTgt spid="14"/>
                                        </p:tgtEl>
                                      </p:cBhvr>
                                      <p:by x="98475" y="98475"/>
                                    </p:animScale>
                                  </p:childTnLst>
                                </p:cTn>
                              </p:par>
                              <p:par>
                                <p:cTn id="869" presetID="0" presetClass="path" presetSubtype="0" fill="hold" grpId="8" nodeType="withEffect">
                                  <p:stCondLst>
                                    <p:cond delay="1370"/>
                                  </p:stCondLst>
                                  <p:childTnLst>
                                    <p:animMotion origin="layout" path="M 0.014983 0.008973 L 0.018735 0.011729 E" pathEditMode="relative" rAng="0" ptsTypes="AA">
                                      <p:cBhvr>
                                        <p:cTn id="870" dur="338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871" presetID="6" presetClass="emph" presetSubtype="0" fill="hold" grpId="9" nodeType="withEffect">
                                  <p:stCondLst>
                                    <p:cond delay="1370"/>
                                  </p:stCondLst>
                                  <p:childTnLst>
                                    <p:animScale>
                                      <p:cBhvr>
                                        <p:cTn id="872" dur="338" fill="hold"/>
                                        <p:tgtEl>
                                          <p:spTgt spid="16"/>
                                        </p:tgtEl>
                                      </p:cBhvr>
                                      <p:by x="98465" y="98465"/>
                                    </p:animScale>
                                  </p:childTnLst>
                                </p:cTn>
                              </p:par>
                              <p:par>
                                <p:cTn id="873" presetID="0" presetClass="path" presetSubtype="0" fill="hold" grpId="8" nodeType="withEffect">
                                  <p:stCondLst>
                                    <p:cond delay="1370"/>
                                  </p:stCondLst>
                                  <p:childTnLst>
                                    <p:animMotion origin="layout" path="M 0.02208 0.015126 L 0.027562 0.014139 E" pathEditMode="relative" rAng="0" ptsTypes="AA">
                                      <p:cBhvr>
                                        <p:cTn id="874" dur="338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875" presetID="6" presetClass="emph" presetSubtype="0" fill="hold" grpId="9" nodeType="withEffect">
                                  <p:stCondLst>
                                    <p:cond delay="1370"/>
                                  </p:stCondLst>
                                  <p:childTnLst>
                                    <p:animScale>
                                      <p:cBhvr>
                                        <p:cTn id="876" dur="338" fill="hold"/>
                                        <p:tgtEl>
                                          <p:spTgt spid="18"/>
                                        </p:tgtEl>
                                      </p:cBhvr>
                                      <p:by x="98971" y="98971"/>
                                    </p:animScale>
                                  </p:childTnLst>
                                </p:cTn>
                              </p:par>
                              <p:par>
                                <p:cTn id="877" presetID="0" presetClass="path" presetSubtype="0" fill="hold" grpId="8" nodeType="withEffect">
                                  <p:stCondLst>
                                    <p:cond delay="1370"/>
                                  </p:stCondLst>
                                  <p:childTnLst>
                                    <p:animMotion origin="layout" path="M 0.045275 -0.024499 L 0.062159 -0.022558 E" pathEditMode="relative" rAng="0" ptsTypes="AA">
                                      <p:cBhvr>
                                        <p:cTn id="878" dur="338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879" presetID="8" presetClass="emph" presetSubtype="0" fill="hold" grpId="9" nodeType="withEffect">
                                  <p:stCondLst>
                                    <p:cond delay="1370"/>
                                  </p:stCondLst>
                                  <p:childTnLst>
                                    <p:animRot by="156180">
                                      <p:cBhvr>
                                        <p:cTn id="880" dur="338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881" presetID="0" presetClass="path" presetSubtype="0" fill="hold" grpId="12" nodeType="withEffect">
                                  <p:stCondLst>
                                    <p:cond delay="1370"/>
                                  </p:stCondLst>
                                  <p:childTnLst>
                                    <p:animMotion origin="layout" path="M 0.070806 0.011209 L 0.088422 -0.000264 E" pathEditMode="relative" rAng="0" ptsTypes="AA">
                                      <p:cBhvr>
                                        <p:cTn id="882" dur="338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883" presetID="6" presetClass="emph" presetSubtype="0" fill="hold" grpId="13" nodeType="withEffect">
                                  <p:stCondLst>
                                    <p:cond delay="1370"/>
                                  </p:stCondLst>
                                  <p:childTnLst>
                                    <p:animScale>
                                      <p:cBhvr>
                                        <p:cTn id="884" dur="338" fill="hold"/>
                                        <p:tgtEl>
                                          <p:spTgt spid="22"/>
                                        </p:tgtEl>
                                      </p:cBhvr>
                                      <p:by x="93990" y="93990"/>
                                    </p:animScale>
                                  </p:childTnLst>
                                </p:cTn>
                              </p:par>
                              <p:par>
                                <p:cTn id="885" presetID="8" presetClass="emph" presetSubtype="0" fill="hold" grpId="14" nodeType="withEffect">
                                  <p:stCondLst>
                                    <p:cond delay="1370"/>
                                  </p:stCondLst>
                                  <p:childTnLst>
                                    <p:animRot by="-57420">
                                      <p:cBhvr>
                                        <p:cTn id="886" dur="338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887" presetID="0" presetClass="path" presetSubtype="0" fill="hold" grpId="12" nodeType="withEffect">
                                  <p:stCondLst>
                                    <p:cond delay="1370"/>
                                  </p:stCondLst>
                                  <p:childTnLst>
                                    <p:animMotion origin="layout" path="M 0.076469 0.006613 L 0.095885 -0.002949 E" pathEditMode="relative" rAng="0" ptsTypes="AA">
                                      <p:cBhvr>
                                        <p:cTn id="888" dur="338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889" presetID="6" presetClass="emph" presetSubtype="0" fill="hold" grpId="13" nodeType="withEffect">
                                  <p:stCondLst>
                                    <p:cond delay="1370"/>
                                  </p:stCondLst>
                                  <p:childTnLst>
                                    <p:animScale>
                                      <p:cBhvr>
                                        <p:cTn id="890" dur="338" fill="hold"/>
                                        <p:tgtEl>
                                          <p:spTgt spid="24"/>
                                        </p:tgtEl>
                                      </p:cBhvr>
                                      <p:by x="94956" y="94956"/>
                                    </p:animScale>
                                  </p:childTnLst>
                                </p:cTn>
                              </p:par>
                              <p:par>
                                <p:cTn id="891" presetID="8" presetClass="emph" presetSubtype="0" fill="hold" grpId="14" nodeType="withEffect">
                                  <p:stCondLst>
                                    <p:cond delay="1370"/>
                                  </p:stCondLst>
                                  <p:childTnLst>
                                    <p:animRot by="168000">
                                      <p:cBhvr>
                                        <p:cTn id="892" dur="338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893" presetID="0" presetClass="path" presetSubtype="0" fill="hold" grpId="12" nodeType="withEffect">
                                  <p:stCondLst>
                                    <p:cond delay="1370"/>
                                  </p:stCondLst>
                                  <p:childTnLst>
                                    <p:animMotion origin="layout" path="M 0.08243 -0.004457 L 0.103422 -0.006032 E" pathEditMode="relative" rAng="0" ptsTypes="AA">
                                      <p:cBhvr>
                                        <p:cTn id="894" dur="338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895" presetID="6" presetClass="emph" presetSubtype="0" fill="hold" grpId="13" nodeType="withEffect">
                                  <p:stCondLst>
                                    <p:cond delay="1370"/>
                                  </p:stCondLst>
                                  <p:childTnLst>
                                    <p:animScale>
                                      <p:cBhvr>
                                        <p:cTn id="896" dur="338" fill="hold"/>
                                        <p:tgtEl>
                                          <p:spTgt spid="26"/>
                                        </p:tgtEl>
                                      </p:cBhvr>
                                      <p:by x="99485" y="99485"/>
                                    </p:animScale>
                                  </p:childTnLst>
                                </p:cTn>
                              </p:par>
                              <p:par>
                                <p:cTn id="897" presetID="8" presetClass="emph" presetSubtype="0" fill="hold" grpId="14" nodeType="withEffect">
                                  <p:stCondLst>
                                    <p:cond delay="1370"/>
                                  </p:stCondLst>
                                  <p:childTnLst>
                                    <p:animRot by="279180">
                                      <p:cBhvr>
                                        <p:cTn id="898" dur="338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899" presetID="0" presetClass="path" presetSubtype="0" fill="hold" grpId="8" nodeType="withEffect">
                                  <p:stCondLst>
                                    <p:cond delay="1390"/>
                                  </p:stCondLst>
                                  <p:childTnLst>
                                    <p:animMotion origin="layout" path="M 0.007 -0.008419 L 0.00875 -0.010371 E" pathEditMode="relative" rAng="0" ptsTypes="AA">
                                      <p:cBhvr>
                                        <p:cTn id="900" dur="338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901" presetID="6" presetClass="emph" presetSubtype="0" fill="hold" grpId="9" nodeType="withEffect">
                                  <p:stCondLst>
                                    <p:cond delay="1390"/>
                                  </p:stCondLst>
                                  <p:childTnLst>
                                    <p:animScale>
                                      <p:cBhvr>
                                        <p:cTn id="902" dur="338" fill="hold"/>
                                        <p:tgtEl>
                                          <p:spTgt spid="6"/>
                                        </p:tgtEl>
                                      </p:cBhvr>
                                      <p:by x="99505" y="99505"/>
                                    </p:animScale>
                                  </p:childTnLst>
                                </p:cTn>
                              </p:par>
                              <p:par>
                                <p:cTn id="903" presetID="0" presetClass="path" presetSubtype="0" fill="hold" grpId="8" nodeType="withEffect">
                                  <p:stCondLst>
                                    <p:cond delay="1390"/>
                                  </p:stCondLst>
                                  <p:childTnLst>
                                    <p:animMotion origin="layout" path="M 0.044586 -0.025983 L 0.063091 -0.020424 E" pathEditMode="relative" rAng="0" ptsTypes="AA">
                                      <p:cBhvr>
                                        <p:cTn id="904" dur="338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905" presetID="8" presetClass="emph" presetSubtype="0" fill="hold" grpId="9" nodeType="withEffect">
                                  <p:stCondLst>
                                    <p:cond delay="1390"/>
                                  </p:stCondLst>
                                  <p:childTnLst>
                                    <p:animRot by="156180">
                                      <p:cBhvr>
                                        <p:cTn id="906" dur="338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907" presetID="0" presetClass="path" presetSubtype="0" fill="hold" grpId="8" nodeType="withEffect">
                                  <p:stCondLst>
                                    <p:cond delay="1410"/>
                                  </p:stCondLst>
                                  <p:childTnLst>
                                    <p:animMotion origin="layout" path="M 0.044477 -0.024295 L 0.063301 -0.022823 E" pathEditMode="relative" rAng="0" ptsTypes="AA">
                                      <p:cBhvr>
                                        <p:cTn id="908" dur="338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909" presetID="8" presetClass="emph" presetSubtype="0" fill="hold" grpId="9" nodeType="withEffect">
                                  <p:stCondLst>
                                    <p:cond delay="1410"/>
                                  </p:stCondLst>
                                  <p:childTnLst>
                                    <p:animRot by="156180">
                                      <p:cBhvr>
                                        <p:cTn id="910" dur="338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911" presetID="0" presetClass="path" presetSubtype="0" fill="hold" grpId="8" nodeType="withEffect">
                                  <p:stCondLst>
                                    <p:cond delay="1430"/>
                                  </p:stCondLst>
                                  <p:childTnLst>
                                    <p:animMotion origin="layout" path="M 0.044452 -0.024294 L 0.063337 -0.022823 E" pathEditMode="relative" rAng="0" ptsTypes="AA">
                                      <p:cBhvr>
                                        <p:cTn id="912" dur="338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913" presetID="8" presetClass="emph" presetSubtype="0" fill="hold" grpId="9" nodeType="withEffect">
                                  <p:stCondLst>
                                    <p:cond delay="1430"/>
                                  </p:stCondLst>
                                  <p:childTnLst>
                                    <p:animRot by="156180">
                                      <p:cBhvr>
                                        <p:cTn id="914" dur="338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915" presetID="0" presetClass="path" presetSubtype="0" fill="hold" grpId="8" nodeType="withEffect">
                                  <p:stCondLst>
                                    <p:cond delay="1450"/>
                                  </p:stCondLst>
                                  <p:childTnLst>
                                    <p:animMotion origin="layout" path="M 0.043027 -0.024408 L 0.065362 -0.022616 E" pathEditMode="relative" rAng="0" ptsTypes="AA">
                                      <p:cBhvr>
                                        <p:cTn id="916" dur="338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917" presetID="8" presetClass="emph" presetSubtype="0" fill="hold" grpId="9" nodeType="withEffect">
                                  <p:stCondLst>
                                    <p:cond delay="1450"/>
                                  </p:stCondLst>
                                  <p:childTnLst>
                                    <p:animRot by="156180">
                                      <p:cBhvr>
                                        <p:cTn id="918" dur="338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919" presetID="0" presetClass="path" presetSubtype="0" fill="hold" grpId="8" nodeType="withEffect">
                                  <p:stCondLst>
                                    <p:cond delay="1470"/>
                                  </p:stCondLst>
                                  <p:childTnLst>
                                    <p:animMotion origin="layout" path="M 0.04302 -0.02511 L 0.065349 -0.021615 E" pathEditMode="relative" rAng="0" ptsTypes="AA">
                                      <p:cBhvr>
                                        <p:cTn id="920" dur="338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921" presetID="8" presetClass="emph" presetSubtype="0" fill="hold" grpId="9" nodeType="withEffect">
                                  <p:stCondLst>
                                    <p:cond delay="1470"/>
                                  </p:stCondLst>
                                  <p:childTnLst>
                                    <p:animRot by="156180">
                                      <p:cBhvr>
                                        <p:cTn id="922" dur="338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923" presetID="0" presetClass="path" presetSubtype="0" fill="hold" grpId="8" nodeType="withEffect">
                                  <p:stCondLst>
                                    <p:cond delay="1490"/>
                                  </p:stCondLst>
                                  <p:childTnLst>
                                    <p:animMotion origin="layout" path="M 0.042215 -0.025033 L 0.066498 -0.0217 E" pathEditMode="relative" rAng="0" ptsTypes="AA">
                                      <p:cBhvr>
                                        <p:cTn id="924" dur="338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925" presetID="8" presetClass="emph" presetSubtype="0" fill="hold" grpId="9" nodeType="withEffect">
                                  <p:stCondLst>
                                    <p:cond delay="1490"/>
                                  </p:stCondLst>
                                  <p:childTnLst>
                                    <p:animRot by="156180">
                                      <p:cBhvr>
                                        <p:cTn id="926" dur="338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927" presetID="0" presetClass="path" presetSubtype="0" fill="hold" grpId="8" nodeType="withEffect">
                                  <p:stCondLst>
                                    <p:cond delay="1510"/>
                                  </p:stCondLst>
                                  <p:childTnLst>
                                    <p:animMotion origin="layout" path="M 0.043139 -0.025041 L 0.065181 -0.021717 E" pathEditMode="relative" rAng="0" ptsTypes="AA">
                                      <p:cBhvr>
                                        <p:cTn id="928" dur="338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929" presetID="8" presetClass="emph" presetSubtype="0" fill="hold" grpId="9" nodeType="withEffect">
                                  <p:stCondLst>
                                    <p:cond delay="1510"/>
                                  </p:stCondLst>
                                  <p:childTnLst>
                                    <p:animRot by="156180">
                                      <p:cBhvr>
                                        <p:cTn id="930" dur="338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931" presetID="0" presetClass="path" presetSubtype="0" fill="hold" grpId="8" nodeType="withEffect">
                                  <p:stCondLst>
                                    <p:cond delay="1530"/>
                                  </p:stCondLst>
                                  <p:childTnLst>
                                    <p:animMotion origin="layout" path="M 0.044039 -0.02505 L 0.0639 -0.021734 E" pathEditMode="relative" rAng="0" ptsTypes="AA">
                                      <p:cBhvr>
                                        <p:cTn id="932" dur="338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933" presetID="8" presetClass="emph" presetSubtype="0" fill="hold" grpId="9" nodeType="withEffect">
                                  <p:stCondLst>
                                    <p:cond delay="1530"/>
                                  </p:stCondLst>
                                  <p:childTnLst>
                                    <p:animRot by="156180">
                                      <p:cBhvr>
                                        <p:cTn id="934" dur="338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935" presetID="0" presetClass="path" presetSubtype="0" fill="hold" grpId="10" nodeType="withEffect">
                                  <p:stCondLst>
                                    <p:cond delay="1688"/>
                                  </p:stCondLst>
                                  <p:childTnLst>
                                    <p:animMotion origin="layout" path="M 0.00875 -0.010371 L 0.0105 -0.012223 E" pathEditMode="relative" rAng="0" ptsTypes="AA">
                                      <p:cBhvr>
                                        <p:cTn id="936" dur="337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937" presetID="6" presetClass="emph" presetSubtype="0" fill="hold" grpId="11" nodeType="withEffect">
                                  <p:stCondLst>
                                    <p:cond delay="1688"/>
                                  </p:stCondLst>
                                  <p:childTnLst>
                                    <p:animScale>
                                      <p:cBhvr>
                                        <p:cTn id="938" dur="337" fill="hold"/>
                                        <p:tgtEl>
                                          <p:spTgt spid="7"/>
                                        </p:tgtEl>
                                      </p:cBhvr>
                                      <p:by x="98572" y="98572"/>
                                    </p:animScale>
                                  </p:childTnLst>
                                </p:cTn>
                              </p:par>
                              <p:par>
                                <p:cTn id="939" presetID="0" presetClass="path" presetSubtype="0" fill="hold" grpId="10" nodeType="withEffect">
                                  <p:stCondLst>
                                    <p:cond delay="1688"/>
                                  </p:stCondLst>
                                  <p:childTnLst>
                                    <p:animMotion origin="layout" path="M 0.027 -0.014563 L 0.0324 -0.01805 E" pathEditMode="relative" rAng="0" ptsTypes="AA">
                                      <p:cBhvr>
                                        <p:cTn id="940" dur="337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941" presetID="6" presetClass="emph" presetSubtype="0" fill="hold" grpId="11" nodeType="withEffect">
                                  <p:stCondLst>
                                    <p:cond delay="1688"/>
                                  </p:stCondLst>
                                  <p:childTnLst>
                                    <p:animScale>
                                      <p:cBhvr>
                                        <p:cTn id="942" dur="337" fill="hold"/>
                                        <p:tgtEl>
                                          <p:spTgt spid="9"/>
                                        </p:tgtEl>
                                      </p:cBhvr>
                                      <p:by x="99415" y="99415"/>
                                    </p:animScale>
                                  </p:childTnLst>
                                </p:cTn>
                              </p:par>
                              <p:par>
                                <p:cTn id="943" presetID="0" presetClass="path" presetSubtype="0" fill="hold" grpId="10" nodeType="withEffect">
                                  <p:stCondLst>
                                    <p:cond delay="1688"/>
                                  </p:stCondLst>
                                  <p:childTnLst>
                                    <p:animMotion origin="layout" path="M 0.036 -0.02333 L 0.0432 -0.020716 E" pathEditMode="relative" rAng="0" ptsTypes="AA">
                                      <p:cBhvr>
                                        <p:cTn id="944" dur="337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945" presetID="6" presetClass="emph" presetSubtype="0" fill="hold" grpId="11" nodeType="withEffect">
                                  <p:stCondLst>
                                    <p:cond delay="1688"/>
                                  </p:stCondLst>
                                  <p:childTnLst>
                                    <p:animScale>
                                      <p:cBhvr>
                                        <p:cTn id="946" dur="337" fill="hold"/>
                                        <p:tgtEl>
                                          <p:spTgt spid="11"/>
                                        </p:tgtEl>
                                      </p:cBhvr>
                                      <p:by x="98710" y="98710"/>
                                    </p:animScale>
                                  </p:childTnLst>
                                </p:cTn>
                              </p:par>
                              <p:par>
                                <p:cTn id="947" presetID="0" presetClass="path" presetSubtype="0" fill="hold" grpId="10" nodeType="withEffect">
                                  <p:stCondLst>
                                    <p:cond delay="1688"/>
                                  </p:stCondLst>
                                  <p:childTnLst>
                                    <p:animMotion origin="layout" path="M -0.045 0.000446 L -0.054 0.008927 E" pathEditMode="relative" rAng="0" ptsTypes="AA">
                                      <p:cBhvr>
                                        <p:cTn id="948" dur="337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949" presetID="6" presetClass="emph" presetSubtype="0" fill="hold" grpId="11" nodeType="withEffect">
                                  <p:stCondLst>
                                    <p:cond delay="1688"/>
                                  </p:stCondLst>
                                  <p:childTnLst>
                                    <p:animScale>
                                      <p:cBhvr>
                                        <p:cTn id="950" dur="337" fill="hold"/>
                                        <p:tgtEl>
                                          <p:spTgt spid="13"/>
                                        </p:tgtEl>
                                      </p:cBhvr>
                                      <p:by x="98388" y="98388"/>
                                    </p:animScale>
                                  </p:childTnLst>
                                </p:cTn>
                              </p:par>
                              <p:par>
                                <p:cTn id="951" presetID="0" presetClass="path" presetSubtype="0" fill="hold" grpId="10" nodeType="withEffect">
                                  <p:stCondLst>
                                    <p:cond delay="1688"/>
                                  </p:stCondLst>
                                  <p:childTnLst>
                                    <p:animMotion origin="layout" path="M 0.018 0.011811 L 0.0216 0.013275 E" pathEditMode="relative" rAng="0" ptsTypes="AA">
                                      <p:cBhvr>
                                        <p:cTn id="952" dur="337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953" presetID="6" presetClass="emph" presetSubtype="0" fill="hold" grpId="11" nodeType="withEffect">
                                  <p:stCondLst>
                                    <p:cond delay="1688"/>
                                  </p:stCondLst>
                                  <p:childTnLst>
                                    <p:animScale>
                                      <p:cBhvr>
                                        <p:cTn id="954" dur="337" fill="hold"/>
                                        <p:tgtEl>
                                          <p:spTgt spid="15"/>
                                        </p:tgtEl>
                                      </p:cBhvr>
                                      <p:by x="98613" y="98613"/>
                                    </p:animScale>
                                  </p:childTnLst>
                                </p:cTn>
                              </p:par>
                              <p:par>
                                <p:cTn id="955" presetID="0" presetClass="path" presetSubtype="0" fill="hold" grpId="10" nodeType="withEffect">
                                  <p:stCondLst>
                                    <p:cond delay="1688"/>
                                  </p:stCondLst>
                                  <p:childTnLst>
                                    <p:animMotion origin="layout" path="M 0.027 0.014206 L 0.0324 0.010912 E" pathEditMode="relative" rAng="0" ptsTypes="AA">
                                      <p:cBhvr>
                                        <p:cTn id="956" dur="337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957" presetID="6" presetClass="emph" presetSubtype="0" fill="hold" grpId="11" nodeType="withEffect">
                                  <p:stCondLst>
                                    <p:cond delay="1688"/>
                                  </p:stCondLst>
                                  <p:childTnLst>
                                    <p:animScale>
                                      <p:cBhvr>
                                        <p:cTn id="958" dur="337" fill="hold"/>
                                        <p:tgtEl>
                                          <p:spTgt spid="17"/>
                                        </p:tgtEl>
                                      </p:cBhvr>
                                      <p:by x="99314" y="99314"/>
                                    </p:animScale>
                                  </p:childTnLst>
                                </p:cTn>
                              </p:par>
                              <p:par>
                                <p:cTn id="959" presetID="0" presetClass="path" presetSubtype="0" fill="hold" grpId="15" nodeType="withEffect">
                                  <p:stCondLst>
                                    <p:cond delay="1688"/>
                                  </p:stCondLst>
                                  <p:childTnLst>
                                    <p:animMotion origin="layout" path="M -0.015362 -0.016221 L -0.021228 -0.009408 E" pathEditMode="relative" rAng="0" ptsTypes="AA">
                                      <p:cBhvr>
                                        <p:cTn id="960" dur="337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961" presetID="6" presetClass="emph" presetSubtype="0" fill="hold" grpId="16" nodeType="withEffect">
                                  <p:stCondLst>
                                    <p:cond delay="1688"/>
                                  </p:stCondLst>
                                  <p:childTnLst>
                                    <p:animScale>
                                      <p:cBhvr>
                                        <p:cTn id="962" dur="337" fill="hold"/>
                                        <p:tgtEl>
                                          <p:spTgt spid="28"/>
                                        </p:tgtEl>
                                      </p:cBhvr>
                                      <p:by x="99370" y="99370"/>
                                    </p:animScale>
                                  </p:childTnLst>
                                </p:cTn>
                              </p:par>
                              <p:par>
                                <p:cTn id="963" presetID="8" presetClass="emph" presetSubtype="0" fill="hold" grpId="17" nodeType="withEffect">
                                  <p:stCondLst>
                                    <p:cond delay="1688"/>
                                  </p:stCondLst>
                                  <p:childTnLst>
                                    <p:animRot by="-21960">
                                      <p:cBhvr>
                                        <p:cTn id="964" dur="337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965" presetID="0" presetClass="path" presetSubtype="0" fill="hold" grpId="15" nodeType="withEffect">
                                  <p:stCondLst>
                                    <p:cond delay="1688"/>
                                  </p:stCondLst>
                                  <p:childTnLst>
                                    <p:animMotion origin="layout" path="M 0.043631 -0.002235 L 0.03228 0.004277 E" pathEditMode="relative" rAng="0" ptsTypes="AA">
                                      <p:cBhvr>
                                        <p:cTn id="966" dur="337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967" presetID="6" presetClass="emph" presetSubtype="0" fill="hold" grpId="16" nodeType="withEffect">
                                  <p:stCondLst>
                                    <p:cond delay="1688"/>
                                  </p:stCondLst>
                                  <p:childTnLst>
                                    <p:animScale>
                                      <p:cBhvr>
                                        <p:cTn id="968" dur="337" fill="hold"/>
                                        <p:tgtEl>
                                          <p:spTgt spid="29"/>
                                        </p:tgtEl>
                                      </p:cBhvr>
                                      <p:by x="101094" y="101094"/>
                                    </p:animScale>
                                  </p:childTnLst>
                                </p:cTn>
                              </p:par>
                              <p:par>
                                <p:cTn id="969" presetID="8" presetClass="emph" presetSubtype="0" fill="hold" grpId="17" nodeType="withEffect">
                                  <p:stCondLst>
                                    <p:cond delay="1688"/>
                                  </p:stCondLst>
                                  <p:childTnLst>
                                    <p:animRot by="-37260">
                                      <p:cBhvr>
                                        <p:cTn id="970" dur="337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971" presetID="0" presetClass="path" presetSubtype="0" fill="hold" grpId="15" nodeType="withEffect">
                                  <p:stCondLst>
                                    <p:cond delay="1688"/>
                                  </p:stCondLst>
                                  <p:childTnLst>
                                    <p:animMotion origin="layout" path="M -0.029083 0.018202 L -0.008933 0.016775 E" pathEditMode="relative" rAng="0" ptsTypes="AA">
                                      <p:cBhvr>
                                        <p:cTn id="972" dur="337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973" presetID="6" presetClass="emph" presetSubtype="0" fill="hold" grpId="16" nodeType="withEffect">
                                  <p:stCondLst>
                                    <p:cond delay="1688"/>
                                  </p:stCondLst>
                                  <p:childTnLst>
                                    <p:animScale>
                                      <p:cBhvr>
                                        <p:cTn id="974" dur="337" fill="hold"/>
                                        <p:tgtEl>
                                          <p:spTgt spid="30"/>
                                        </p:tgtEl>
                                      </p:cBhvr>
                                      <p:by x="101701" y="101701"/>
                                    </p:animScale>
                                  </p:childTnLst>
                                </p:cTn>
                              </p:par>
                              <p:par>
                                <p:cTn id="975" presetID="8" presetClass="emph" presetSubtype="0" fill="hold" grpId="17" nodeType="withEffect">
                                  <p:stCondLst>
                                    <p:cond delay="1688"/>
                                  </p:stCondLst>
                                  <p:childTnLst>
                                    <p:animRot by="58980">
                                      <p:cBhvr>
                                        <p:cTn id="976" dur="337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977" presetID="0" presetClass="path" presetSubtype="0" fill="hold" grpId="15" nodeType="withEffect">
                                  <p:stCondLst>
                                    <p:cond delay="1688"/>
                                  </p:stCondLst>
                                  <p:childTnLst>
                                    <p:animMotion origin="layout" path="M -0.022138 0.022849 L -0.030255 0.013184 E" pathEditMode="relative" rAng="0" ptsTypes="AA">
                                      <p:cBhvr>
                                        <p:cTn id="978" dur="337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979" presetID="6" presetClass="emph" presetSubtype="0" fill="hold" grpId="16" nodeType="withEffect">
                                  <p:stCondLst>
                                    <p:cond delay="1688"/>
                                  </p:stCondLst>
                                  <p:childTnLst>
                                    <p:animScale>
                                      <p:cBhvr>
                                        <p:cTn id="980" dur="337" fill="hold"/>
                                        <p:tgtEl>
                                          <p:spTgt spid="31"/>
                                        </p:tgtEl>
                                      </p:cBhvr>
                                      <p:by x="100590" y="100590"/>
                                    </p:animScale>
                                  </p:childTnLst>
                                </p:cTn>
                              </p:par>
                              <p:par>
                                <p:cTn id="981" presetID="8" presetClass="emph" presetSubtype="0" fill="hold" grpId="17" nodeType="withEffect">
                                  <p:stCondLst>
                                    <p:cond delay="1688"/>
                                  </p:stCondLst>
                                  <p:childTnLst>
                                    <p:animRot by="-21420">
                                      <p:cBhvr>
                                        <p:cTn id="982" dur="337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983" presetID="0" presetClass="path" presetSubtype="0" fill="hold" grpId="15" nodeType="withEffect">
                                  <p:stCondLst>
                                    <p:cond delay="1688"/>
                                  </p:stCondLst>
                                  <p:childTnLst>
                                    <p:animMotion origin="layout" path="M 0.033084 0.001565 L 0.024394 -0.003334 E" pathEditMode="relative" rAng="0" ptsTypes="AA">
                                      <p:cBhvr>
                                        <p:cTn id="984" dur="337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985" presetID="6" presetClass="emph" presetSubtype="0" fill="hold" grpId="16" nodeType="withEffect">
                                  <p:stCondLst>
                                    <p:cond delay="1688"/>
                                  </p:stCondLst>
                                  <p:childTnLst>
                                    <p:animScale>
                                      <p:cBhvr>
                                        <p:cTn id="986" dur="337" fill="hold"/>
                                        <p:tgtEl>
                                          <p:spTgt spid="42"/>
                                        </p:tgtEl>
                                      </p:cBhvr>
                                      <p:by x="98981" y="98981"/>
                                    </p:animScale>
                                  </p:childTnLst>
                                </p:cTn>
                              </p:par>
                              <p:par>
                                <p:cTn id="987" presetID="8" presetClass="emph" presetSubtype="0" fill="hold" grpId="17" nodeType="withEffect">
                                  <p:stCondLst>
                                    <p:cond delay="1688"/>
                                  </p:stCondLst>
                                  <p:childTnLst>
                                    <p:animRot by="-37620">
                                      <p:cBhvr>
                                        <p:cTn id="988" dur="337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989" presetID="0" presetClass="path" presetSubtype="0" fill="hold" grpId="10" nodeType="withEffect">
                                  <p:stCondLst>
                                    <p:cond delay="1688"/>
                                  </p:stCondLst>
                                  <p:childTnLst>
                                    <p:animMotion origin="layout" path="M 0.061696 -0.022544 L 0.079818 -0.014899 E" pathEditMode="relative" rAng="0" ptsTypes="AA">
                                      <p:cBhvr>
                                        <p:cTn id="990" dur="337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991" presetID="8" presetClass="emph" presetSubtype="0" fill="hold" grpId="11" nodeType="withEffect">
                                  <p:stCondLst>
                                    <p:cond delay="1688"/>
                                  </p:stCondLst>
                                  <p:childTnLst>
                                    <p:animRot by="83580">
                                      <p:cBhvr>
                                        <p:cTn id="992" dur="337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993" presetID="0" presetClass="path" presetSubtype="0" fill="hold" grpId="15" nodeType="withEffect">
                                  <p:stCondLst>
                                    <p:cond delay="1688"/>
                                  </p:stCondLst>
                                  <p:childTnLst>
                                    <p:animMotion origin="layout" path="M 0.0885 -0.000169 L 0.1062 -0.007261 E" pathEditMode="relative" rAng="0" ptsTypes="AA">
                                      <p:cBhvr>
                                        <p:cTn id="994" dur="337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995" presetID="6" presetClass="emph" presetSubtype="0" fill="hold" grpId="16" nodeType="withEffect">
                                  <p:stCondLst>
                                    <p:cond delay="1688"/>
                                  </p:stCondLst>
                                  <p:childTnLst>
                                    <p:animScale>
                                      <p:cBhvr>
                                        <p:cTn id="996" dur="337" fill="hold"/>
                                        <p:tgtEl>
                                          <p:spTgt spid="21"/>
                                        </p:tgtEl>
                                      </p:cBhvr>
                                      <p:by x="96312" y="96312"/>
                                    </p:animScale>
                                  </p:childTnLst>
                                </p:cTn>
                              </p:par>
                              <p:par>
                                <p:cTn id="997" presetID="8" presetClass="emph" presetSubtype="0" fill="hold" grpId="17" nodeType="withEffect">
                                  <p:stCondLst>
                                    <p:cond delay="1688"/>
                                  </p:stCondLst>
                                  <p:childTnLst>
                                    <p:animRot by="231240">
                                      <p:cBhvr>
                                        <p:cTn id="998" dur="337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999" presetID="0" presetClass="path" presetSubtype="0" fill="hold" grpId="15" nodeType="withEffect">
                                  <p:stCondLst>
                                    <p:cond delay="1688"/>
                                  </p:stCondLst>
                                  <p:childTnLst>
                                    <p:animMotion origin="layout" path="M 0.096 -0.002937 L 0.1152 -0.000825 E" pathEditMode="relative" rAng="0" ptsTypes="AA">
                                      <p:cBhvr>
                                        <p:cTn id="1000" dur="337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1001" presetID="6" presetClass="emph" presetSubtype="0" fill="hold" grpId="16" nodeType="withEffect">
                                  <p:stCondLst>
                                    <p:cond delay="1688"/>
                                  </p:stCondLst>
                                  <p:childTnLst>
                                    <p:animScale>
                                      <p:cBhvr>
                                        <p:cTn id="1002" dur="337" fill="hold"/>
                                        <p:tgtEl>
                                          <p:spTgt spid="23"/>
                                        </p:tgtEl>
                                      </p:cBhvr>
                                      <p:by x="101655" y="101655"/>
                                    </p:animScale>
                                  </p:childTnLst>
                                </p:cTn>
                              </p:par>
                              <p:par>
                                <p:cTn id="1003" presetID="8" presetClass="emph" presetSubtype="0" fill="hold" grpId="17" nodeType="withEffect">
                                  <p:stCondLst>
                                    <p:cond delay="1688"/>
                                  </p:stCondLst>
                                  <p:childTnLst>
                                    <p:animRot by="271260">
                                      <p:cBhvr>
                                        <p:cTn id="1004" dur="337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005" presetID="0" presetClass="path" presetSubtype="0" fill="hold" grpId="15" nodeType="withEffect">
                                  <p:stCondLst>
                                    <p:cond delay="1688"/>
                                  </p:stCondLst>
                                  <p:childTnLst>
                                    <p:animMotion origin="layout" path="M 0.1035 -0.006088 L 0.1242 0.003316 E" pathEditMode="relative" rAng="0" ptsTypes="AA">
                                      <p:cBhvr>
                                        <p:cTn id="1006" dur="337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1007" presetID="6" presetClass="emph" presetSubtype="0" fill="hold" grpId="16" nodeType="withEffect">
                                  <p:stCondLst>
                                    <p:cond delay="1688"/>
                                  </p:stCondLst>
                                  <p:childTnLst>
                                    <p:animScale>
                                      <p:cBhvr>
                                        <p:cTn id="1008" dur="337" fill="hold"/>
                                        <p:tgtEl>
                                          <p:spTgt spid="25"/>
                                        </p:tgtEl>
                                      </p:cBhvr>
                                      <p:by x="106032" y="106032"/>
                                    </p:animScale>
                                  </p:childTnLst>
                                </p:cTn>
                              </p:par>
                              <p:par>
                                <p:cTn id="1009" presetID="8" presetClass="emph" presetSubtype="0" fill="hold" grpId="17" nodeType="withEffect">
                                  <p:stCondLst>
                                    <p:cond delay="1688"/>
                                  </p:stCondLst>
                                  <p:childTnLst>
                                    <p:animRot by="126840">
                                      <p:cBhvr>
                                        <p:cTn id="1010" dur="337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011" presetID="0" presetClass="path" presetSubtype="0" fill="hold" grpId="10" nodeType="withEffect">
                                  <p:stCondLst>
                                    <p:cond delay="1688"/>
                                  </p:stCondLst>
                                  <p:childTnLst>
                                    <p:animMotion origin="layout" path="M -0.006312 0.000941 L 0.006937 -0.003637 E" pathEditMode="relative" rAng="0" ptsTypes="AA">
                                      <p:cBhvr>
                                        <p:cTn id="1012" dur="337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1013" presetID="6" presetClass="emph" presetSubtype="0" fill="hold" grpId="11" nodeType="withEffect">
                                  <p:stCondLst>
                                    <p:cond delay="1688"/>
                                  </p:stCondLst>
                                  <p:childTnLst>
                                    <p:animScale>
                                      <p:cBhvr>
                                        <p:cTn id="1014" dur="337" fill="hold"/>
                                        <p:tgtEl>
                                          <p:spTgt spid="43"/>
                                        </p:tgtEl>
                                      </p:cBhvr>
                                      <p:by x="115330" y="115330"/>
                                    </p:animScale>
                                  </p:childTnLst>
                                </p:cTn>
                              </p:par>
                              <p:par>
                                <p:cTn id="1015" presetID="0" presetClass="path" presetSubtype="0" fill="hold" grpId="10" nodeType="withEffect">
                                  <p:stCondLst>
                                    <p:cond delay="1688"/>
                                  </p:stCondLst>
                                  <p:childTnLst>
                                    <p:animMotion origin="layout" path="M 0.00128 0.00211 L -0.009614 -0.003015 E" pathEditMode="relative" rAng="0" ptsTypes="AA">
                                      <p:cBhvr>
                                        <p:cTn id="1016" dur="337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1017" presetID="6" presetClass="emph" presetSubtype="0" fill="hold" grpId="11" nodeType="withEffect">
                                  <p:stCondLst>
                                    <p:cond delay="1688"/>
                                  </p:stCondLst>
                                  <p:childTnLst>
                                    <p:animScale>
                                      <p:cBhvr>
                                        <p:cTn id="1018" dur="337" fill="hold"/>
                                        <p:tgtEl>
                                          <p:spTgt spid="44"/>
                                        </p:tgtEl>
                                      </p:cBhvr>
                                      <p:by x="89082" y="89082"/>
                                    </p:animScale>
                                  </p:childTnLst>
                                </p:cTn>
                              </p:par>
                              <p:par>
                                <p:cTn id="1019" presetID="0" presetClass="path" presetSubtype="0" fill="hold" grpId="10" nodeType="withEffect">
                                  <p:stCondLst>
                                    <p:cond delay="1688"/>
                                  </p:stCondLst>
                                  <p:childTnLst>
                                    <p:animMotion origin="layout" path="M 0.006996 0.000188 L -0.01208 0.002024 E" pathEditMode="relative" rAng="0" ptsTypes="AA">
                                      <p:cBhvr>
                                        <p:cTn id="1020" dur="337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1021" presetID="6" presetClass="emph" presetSubtype="0" fill="hold" grpId="11" nodeType="withEffect">
                                  <p:stCondLst>
                                    <p:cond delay="1688"/>
                                  </p:stCondLst>
                                  <p:childTnLst>
                                    <p:animScale>
                                      <p:cBhvr>
                                        <p:cTn id="1022" dur="337" fill="hold"/>
                                        <p:tgtEl>
                                          <p:spTgt spid="45"/>
                                        </p:tgtEl>
                                      </p:cBhvr>
                                      <p:by x="78043" y="78043"/>
                                    </p:animScale>
                                  </p:childTnLst>
                                </p:cTn>
                              </p:par>
                              <p:par>
                                <p:cTn id="1023" presetID="0" presetClass="path" presetSubtype="0" fill="hold" grpId="10" nodeType="withEffect">
                                  <p:stCondLst>
                                    <p:cond delay="1688"/>
                                  </p:stCondLst>
                                  <p:childTnLst>
                                    <p:animMotion origin="layout" path="M 0.002463 -0.00201 L 0.003151 0.004098 E" pathEditMode="relative" rAng="0" ptsTypes="AA">
                                      <p:cBhvr>
                                        <p:cTn id="1024" dur="337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1025" presetID="6" presetClass="emph" presetSubtype="0" fill="hold" grpId="11" nodeType="withEffect">
                                  <p:stCondLst>
                                    <p:cond delay="1688"/>
                                  </p:stCondLst>
                                  <p:childTnLst>
                                    <p:animScale>
                                      <p:cBhvr>
                                        <p:cTn id="1026" dur="337" fill="hold"/>
                                        <p:tgtEl>
                                          <p:spTgt spid="46"/>
                                        </p:tgtEl>
                                      </p:cBhvr>
                                      <p:by x="101033" y="101033"/>
                                    </p:animScale>
                                  </p:childTnLst>
                                </p:cTn>
                              </p:par>
                              <p:par>
                                <p:cTn id="1027" presetID="0" presetClass="path" presetSubtype="0" fill="hold" grpId="10" nodeType="withEffect">
                                  <p:stCondLst>
                                    <p:cond delay="1688"/>
                                  </p:stCondLst>
                                  <p:childTnLst>
                                    <p:animMotion origin="layout" path="M 0.041336 -0.021019 L 0.053478 -0.018148 E" pathEditMode="relative" rAng="0" ptsTypes="AA">
                                      <p:cBhvr>
                                        <p:cTn id="1028" dur="337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1029" presetID="8" presetClass="emph" presetSubtype="0" fill="hold" grpId="11" nodeType="withEffect">
                                  <p:stCondLst>
                                    <p:cond delay="1688"/>
                                  </p:stCondLst>
                                  <p:childTnLst>
                                    <p:animRot by="151500">
                                      <p:cBhvr>
                                        <p:cTn id="1030" dur="337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031" presetID="0" presetClass="path" presetSubtype="0" fill="hold" grpId="10" nodeType="withEffect">
                                  <p:stCondLst>
                                    <p:cond delay="1688"/>
                                  </p:stCondLst>
                                  <p:childTnLst>
                                    <p:animMotion origin="layout" path="M 0.04874 -0.022453 L 0.063056 -0.014728 E" pathEditMode="relative" rAng="0" ptsTypes="AA">
                                      <p:cBhvr>
                                        <p:cTn id="1032" dur="337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1033" presetID="8" presetClass="emph" presetSubtype="0" fill="hold" grpId="11" nodeType="withEffect">
                                  <p:stCondLst>
                                    <p:cond delay="1688"/>
                                  </p:stCondLst>
                                  <p:childTnLst>
                                    <p:animRot by="81240">
                                      <p:cBhvr>
                                        <p:cTn id="1034" dur="337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035" presetID="0" presetClass="path" presetSubtype="0" fill="hold" grpId="10" nodeType="withEffect">
                                  <p:stCondLst>
                                    <p:cond delay="1688"/>
                                  </p:stCondLst>
                                  <p:childTnLst>
                                    <p:animMotion origin="layout" path="M 0.033933 -0.013798 L 0.0439 -0.004946 E" pathEditMode="relative" rAng="0" ptsTypes="AA">
                                      <p:cBhvr>
                                        <p:cTn id="1036" dur="337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1037" presetID="8" presetClass="emph" presetSubtype="0" fill="hold" grpId="11" nodeType="withEffect">
                                  <p:stCondLst>
                                    <p:cond delay="1688"/>
                                  </p:stCondLst>
                                  <p:childTnLst>
                                    <p:animRot by="-27180">
                                      <p:cBhvr>
                                        <p:cTn id="1038" dur="337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039" presetID="0" presetClass="path" presetSubtype="0" fill="hold" grpId="10" nodeType="withEffect">
                                  <p:stCondLst>
                                    <p:cond delay="1708"/>
                                  </p:stCondLst>
                                  <p:childTnLst>
                                    <p:animMotion origin="layout" path="M 0.00875 -0.010371 L 0.0105 -0.012223 E" pathEditMode="relative" rAng="0" ptsTypes="AA">
                                      <p:cBhvr>
                                        <p:cTn id="1040" dur="337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1041" presetID="6" presetClass="emph" presetSubtype="0" fill="hold" grpId="11" nodeType="withEffect">
                                  <p:stCondLst>
                                    <p:cond delay="1708"/>
                                  </p:stCondLst>
                                  <p:childTnLst>
                                    <p:animScale>
                                      <p:cBhvr>
                                        <p:cTn id="1042" dur="337" fill="hold"/>
                                        <p:tgtEl>
                                          <p:spTgt spid="5"/>
                                        </p:tgtEl>
                                      </p:cBhvr>
                                      <p:by x="98572" y="98572"/>
                                    </p:animScale>
                                  </p:childTnLst>
                                </p:cTn>
                              </p:par>
                              <p:par>
                                <p:cTn id="1043" presetID="0" presetClass="path" presetSubtype="0" fill="hold" grpId="10" nodeType="withEffect">
                                  <p:stCondLst>
                                    <p:cond delay="1708"/>
                                  </p:stCondLst>
                                  <p:childTnLst>
                                    <p:animMotion origin="layout" path="M 0.026752 -0.014533 L 0.032211 -0.018027 E" pathEditMode="relative" rAng="0" ptsTypes="AA">
                                      <p:cBhvr>
                                        <p:cTn id="1044" dur="337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1045" presetID="6" presetClass="emph" presetSubtype="0" fill="hold" grpId="11" nodeType="withEffect">
                                  <p:stCondLst>
                                    <p:cond delay="1708"/>
                                  </p:stCondLst>
                                  <p:childTnLst>
                                    <p:animScale>
                                      <p:cBhvr>
                                        <p:cTn id="1046" dur="337" fill="hold"/>
                                        <p:tgtEl>
                                          <p:spTgt spid="10"/>
                                        </p:tgtEl>
                                      </p:cBhvr>
                                      <p:by x="99415" y="99415"/>
                                    </p:animScale>
                                  </p:childTnLst>
                                </p:cTn>
                              </p:par>
                              <p:par>
                                <p:cTn id="1047" presetID="0" presetClass="path" presetSubtype="0" fill="hold" grpId="10" nodeType="withEffect">
                                  <p:stCondLst>
                                    <p:cond delay="1708"/>
                                  </p:stCondLst>
                                  <p:childTnLst>
                                    <p:animMotion origin="layout" path="M 0.036176 -0.023351 L 0.043521 -0.020754 E" pathEditMode="relative" rAng="0" ptsTypes="AA">
                                      <p:cBhvr>
                                        <p:cTn id="1048" dur="337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1049" presetID="6" presetClass="emph" presetSubtype="0" fill="hold" grpId="11" nodeType="withEffect">
                                  <p:stCondLst>
                                    <p:cond delay="1708"/>
                                  </p:stCondLst>
                                  <p:childTnLst>
                                    <p:animScale>
                                      <p:cBhvr>
                                        <p:cTn id="1050" dur="337" fill="hold"/>
                                        <p:tgtEl>
                                          <p:spTgt spid="12"/>
                                        </p:tgtEl>
                                      </p:cBhvr>
                                      <p:by x="98710" y="98710"/>
                                    </p:animScale>
                                  </p:childTnLst>
                                </p:cTn>
                              </p:par>
                              <p:par>
                                <p:cTn id="1051" presetID="0" presetClass="path" presetSubtype="0" fill="hold" grpId="10" nodeType="withEffect">
                                  <p:stCondLst>
                                    <p:cond delay="1708"/>
                                  </p:stCondLst>
                                  <p:childTnLst>
                                    <p:animMotion origin="layout" path="M -0.04437 0.000389 L -0.053181 0.008853 E" pathEditMode="relative" rAng="0" ptsTypes="AA">
                                      <p:cBhvr>
                                        <p:cTn id="1052" dur="337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1053" presetID="6" presetClass="emph" presetSubtype="0" fill="hold" grpId="11" nodeType="withEffect">
                                  <p:stCondLst>
                                    <p:cond delay="1708"/>
                                  </p:stCondLst>
                                  <p:childTnLst>
                                    <p:animScale>
                                      <p:cBhvr>
                                        <p:cTn id="1054" dur="337" fill="hold"/>
                                        <p:tgtEl>
                                          <p:spTgt spid="14"/>
                                        </p:tgtEl>
                                      </p:cBhvr>
                                      <p:by x="98388" y="98388"/>
                                    </p:animScale>
                                  </p:childTnLst>
                                </p:cTn>
                              </p:par>
                              <p:par>
                                <p:cTn id="1055" presetID="0" presetClass="path" presetSubtype="0" fill="hold" grpId="10" nodeType="withEffect">
                                  <p:stCondLst>
                                    <p:cond delay="1708"/>
                                  </p:stCondLst>
                                  <p:childTnLst>
                                    <p:animMotion origin="layout" path="M 0.018735 0.011729 L 0.02247 0.013178 E" pathEditMode="relative" rAng="0" ptsTypes="AA">
                                      <p:cBhvr>
                                        <p:cTn id="1056" dur="337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1057" presetID="6" presetClass="emph" presetSubtype="0" fill="hold" grpId="11" nodeType="withEffect">
                                  <p:stCondLst>
                                    <p:cond delay="1708"/>
                                  </p:stCondLst>
                                  <p:childTnLst>
                                    <p:animScale>
                                      <p:cBhvr>
                                        <p:cTn id="1058" dur="337" fill="hold"/>
                                        <p:tgtEl>
                                          <p:spTgt spid="16"/>
                                        </p:tgtEl>
                                      </p:cBhvr>
                                      <p:by x="98613" y="98613"/>
                                    </p:animScale>
                                  </p:childTnLst>
                                </p:cTn>
                              </p:par>
                              <p:par>
                                <p:cTn id="1059" presetID="0" presetClass="path" presetSubtype="0" fill="hold" grpId="10" nodeType="withEffect">
                                  <p:stCondLst>
                                    <p:cond delay="1708"/>
                                  </p:stCondLst>
                                  <p:childTnLst>
                                    <p:animMotion origin="layout" path="M 0.027562 0.014139 L 0.033016 0.010838 E" pathEditMode="relative" rAng="0" ptsTypes="AA">
                                      <p:cBhvr>
                                        <p:cTn id="1060" dur="337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1061" presetID="6" presetClass="emph" presetSubtype="0" fill="hold" grpId="11" nodeType="withEffect">
                                  <p:stCondLst>
                                    <p:cond delay="1708"/>
                                  </p:stCondLst>
                                  <p:childTnLst>
                                    <p:animScale>
                                      <p:cBhvr>
                                        <p:cTn id="1062" dur="337" fill="hold"/>
                                        <p:tgtEl>
                                          <p:spTgt spid="18"/>
                                        </p:tgtEl>
                                      </p:cBhvr>
                                      <p:by x="99314" y="99314"/>
                                    </p:animScale>
                                  </p:childTnLst>
                                </p:cTn>
                              </p:par>
                              <p:par>
                                <p:cTn id="1063" presetID="0" presetClass="path" presetSubtype="0" fill="hold" grpId="10" nodeType="withEffect">
                                  <p:stCondLst>
                                    <p:cond delay="1708"/>
                                  </p:stCondLst>
                                  <p:childTnLst>
                                    <p:animMotion origin="layout" path="M 0.062159 -0.022558 L 0.080702 -0.014914 E" pathEditMode="relative" rAng="0" ptsTypes="AA">
                                      <p:cBhvr>
                                        <p:cTn id="1064" dur="337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1065" presetID="8" presetClass="emph" presetSubtype="0" fill="hold" grpId="11" nodeType="withEffect">
                                  <p:stCondLst>
                                    <p:cond delay="1708"/>
                                  </p:stCondLst>
                                  <p:childTnLst>
                                    <p:animRot by="83580">
                                      <p:cBhvr>
                                        <p:cTn id="1066" dur="337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067" presetID="0" presetClass="path" presetSubtype="0" fill="hold" grpId="15" nodeType="withEffect">
                                  <p:stCondLst>
                                    <p:cond delay="1708"/>
                                  </p:stCondLst>
                                  <p:childTnLst>
                                    <p:animMotion origin="layout" path="M 0.088422 -0.000264 L 0.106448 -0.007166 E" pathEditMode="relative" rAng="0" ptsTypes="AA">
                                      <p:cBhvr>
                                        <p:cTn id="1068" dur="337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1069" presetID="6" presetClass="emph" presetSubtype="0" fill="hold" grpId="16" nodeType="withEffect">
                                  <p:stCondLst>
                                    <p:cond delay="1708"/>
                                  </p:stCondLst>
                                  <p:childTnLst>
                                    <p:animScale>
                                      <p:cBhvr>
                                        <p:cTn id="1070" dur="337" fill="hold"/>
                                        <p:tgtEl>
                                          <p:spTgt spid="22"/>
                                        </p:tgtEl>
                                      </p:cBhvr>
                                      <p:by x="96312" y="96312"/>
                                    </p:animScale>
                                  </p:childTnLst>
                                </p:cTn>
                              </p:par>
                              <p:par>
                                <p:cTn id="1071" presetID="8" presetClass="emph" presetSubtype="0" fill="hold" grpId="17" nodeType="withEffect">
                                  <p:stCondLst>
                                    <p:cond delay="1708"/>
                                  </p:stCondLst>
                                  <p:childTnLst>
                                    <p:animRot by="231240">
                                      <p:cBhvr>
                                        <p:cTn id="1072" dur="337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073" presetID="0" presetClass="path" presetSubtype="0" fill="hold" grpId="15" nodeType="withEffect">
                                  <p:stCondLst>
                                    <p:cond delay="1708"/>
                                  </p:stCondLst>
                                  <p:childTnLst>
                                    <p:animMotion origin="layout" path="M 0.095885 -0.002949 L 0.115409 -0.0009 E" pathEditMode="relative" rAng="0" ptsTypes="AA">
                                      <p:cBhvr>
                                        <p:cTn id="1074" dur="337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1075" presetID="6" presetClass="emph" presetSubtype="0" fill="hold" grpId="16" nodeType="withEffect">
                                  <p:stCondLst>
                                    <p:cond delay="1708"/>
                                  </p:stCondLst>
                                  <p:childTnLst>
                                    <p:animScale>
                                      <p:cBhvr>
                                        <p:cTn id="1076" dur="337" fill="hold"/>
                                        <p:tgtEl>
                                          <p:spTgt spid="24"/>
                                        </p:tgtEl>
                                      </p:cBhvr>
                                      <p:by x="101655" y="101655"/>
                                    </p:animScale>
                                  </p:childTnLst>
                                </p:cTn>
                              </p:par>
                              <p:par>
                                <p:cTn id="1077" presetID="8" presetClass="emph" presetSubtype="0" fill="hold" grpId="17" nodeType="withEffect">
                                  <p:stCondLst>
                                    <p:cond delay="1708"/>
                                  </p:stCondLst>
                                  <p:childTnLst>
                                    <p:animRot by="271260">
                                      <p:cBhvr>
                                        <p:cTn id="1078" dur="337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079" presetID="0" presetClass="path" presetSubtype="0" fill="hold" grpId="15" nodeType="withEffect">
                                  <p:stCondLst>
                                    <p:cond delay="1708"/>
                                  </p:stCondLst>
                                  <p:childTnLst>
                                    <p:animMotion origin="layout" path="M 0.103422 -0.006032 L 0.124258 0.003156 E" pathEditMode="relative" rAng="0" ptsTypes="AA">
                                      <p:cBhvr>
                                        <p:cTn id="1080" dur="337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1081" presetID="6" presetClass="emph" presetSubtype="0" fill="hold" grpId="16" nodeType="withEffect">
                                  <p:stCondLst>
                                    <p:cond delay="1708"/>
                                  </p:stCondLst>
                                  <p:childTnLst>
                                    <p:animScale>
                                      <p:cBhvr>
                                        <p:cTn id="1082" dur="337" fill="hold"/>
                                        <p:tgtEl>
                                          <p:spTgt spid="26"/>
                                        </p:tgtEl>
                                      </p:cBhvr>
                                      <p:by x="106032" y="106032"/>
                                    </p:animScale>
                                  </p:childTnLst>
                                </p:cTn>
                              </p:par>
                              <p:par>
                                <p:cTn id="1083" presetID="8" presetClass="emph" presetSubtype="0" fill="hold" grpId="17" nodeType="withEffect">
                                  <p:stCondLst>
                                    <p:cond delay="1708"/>
                                  </p:stCondLst>
                                  <p:childTnLst>
                                    <p:animRot by="126840">
                                      <p:cBhvr>
                                        <p:cTn id="1084" dur="337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085" presetID="0" presetClass="path" presetSubtype="0" fill="hold" grpId="10" nodeType="withEffect">
                                  <p:stCondLst>
                                    <p:cond delay="1728"/>
                                  </p:stCondLst>
                                  <p:childTnLst>
                                    <p:animMotion origin="layout" path="M 0.00875 -0.010371 L 0.0105 -0.012223 E" pathEditMode="relative" rAng="0" ptsTypes="AA">
                                      <p:cBhvr>
                                        <p:cTn id="1086" dur="337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1087" presetID="6" presetClass="emph" presetSubtype="0" fill="hold" grpId="11" nodeType="withEffect">
                                  <p:stCondLst>
                                    <p:cond delay="1728"/>
                                  </p:stCondLst>
                                  <p:childTnLst>
                                    <p:animScale>
                                      <p:cBhvr>
                                        <p:cTn id="1088" dur="337" fill="hold"/>
                                        <p:tgtEl>
                                          <p:spTgt spid="6"/>
                                        </p:tgtEl>
                                      </p:cBhvr>
                                      <p:by x="98572" y="98572"/>
                                    </p:animScale>
                                  </p:childTnLst>
                                </p:cTn>
                              </p:par>
                              <p:par>
                                <p:cTn id="1089" presetID="0" presetClass="path" presetSubtype="0" fill="hold" grpId="10" nodeType="withEffect">
                                  <p:stCondLst>
                                    <p:cond delay="1728"/>
                                  </p:stCondLst>
                                  <p:childTnLst>
                                    <p:animMotion origin="layout" path="M 0.063091 -0.020424 L 0.082434 -0.010815 E" pathEditMode="relative" rAng="0" ptsTypes="AA">
                                      <p:cBhvr>
                                        <p:cTn id="1090" dur="337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1091" presetID="8" presetClass="emph" presetSubtype="0" fill="hold" grpId="11" nodeType="withEffect">
                                  <p:stCondLst>
                                    <p:cond delay="1728"/>
                                  </p:stCondLst>
                                  <p:childTnLst>
                                    <p:animRot by="83580">
                                      <p:cBhvr>
                                        <p:cTn id="1092" dur="337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093" presetID="0" presetClass="path" presetSubtype="0" fill="hold" grpId="10" nodeType="withEffect">
                                  <p:stCondLst>
                                    <p:cond delay="1748"/>
                                  </p:stCondLst>
                                  <p:childTnLst>
                                    <p:animMotion origin="layout" path="M 0.063301 -0.022823 L 0.082891 -0.015394 E" pathEditMode="relative" rAng="0" ptsTypes="AA">
                                      <p:cBhvr>
                                        <p:cTn id="1094" dur="337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1095" presetID="8" presetClass="emph" presetSubtype="0" fill="hold" grpId="11" nodeType="withEffect">
                                  <p:stCondLst>
                                    <p:cond delay="1748"/>
                                  </p:stCondLst>
                                  <p:childTnLst>
                                    <p:animRot by="83580">
                                      <p:cBhvr>
                                        <p:cTn id="1096" dur="337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097" presetID="0" presetClass="path" presetSubtype="0" fill="hold" grpId="10" nodeType="withEffect">
                                  <p:stCondLst>
                                    <p:cond delay="1768"/>
                                  </p:stCondLst>
                                  <p:childTnLst>
                                    <p:animMotion origin="layout" path="M 0.063337 -0.022823 L 0.082959 -0.015392 E" pathEditMode="relative" rAng="0" ptsTypes="AA">
                                      <p:cBhvr>
                                        <p:cTn id="1098" dur="337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1099" presetID="8" presetClass="emph" presetSubtype="0" fill="hold" grpId="11" nodeType="withEffect">
                                  <p:stCondLst>
                                    <p:cond delay="1768"/>
                                  </p:stCondLst>
                                  <p:childTnLst>
                                    <p:animRot by="83580">
                                      <p:cBhvr>
                                        <p:cTn id="1100" dur="337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101" presetID="0" presetClass="path" presetSubtype="0" fill="hold" grpId="10" nodeType="withEffect">
                                  <p:stCondLst>
                                    <p:cond delay="1788"/>
                                  </p:stCondLst>
                                  <p:childTnLst>
                                    <p:animMotion origin="layout" path="M 0.065362 -0.022616 L 0.086824 -0.014949 E" pathEditMode="relative" rAng="0" ptsTypes="AA">
                                      <p:cBhvr>
                                        <p:cTn id="1102" dur="337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1103" presetID="8" presetClass="emph" presetSubtype="0" fill="hold" grpId="11" nodeType="withEffect">
                                  <p:stCondLst>
                                    <p:cond delay="1788"/>
                                  </p:stCondLst>
                                  <p:childTnLst>
                                    <p:animRot by="83580">
                                      <p:cBhvr>
                                        <p:cTn id="1104" dur="337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105" presetID="0" presetClass="path" presetSubtype="0" fill="hold" grpId="10" nodeType="withEffect">
                                  <p:stCondLst>
                                    <p:cond delay="1808"/>
                                  </p:stCondLst>
                                  <p:childTnLst>
                                    <p:animMotion origin="layout" path="M 0.065349 -0.021615 L 0.086776 -0.013038 E" pathEditMode="relative" rAng="0" ptsTypes="AA">
                                      <p:cBhvr>
                                        <p:cTn id="1106" dur="337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1107" presetID="8" presetClass="emph" presetSubtype="0" fill="hold" grpId="11" nodeType="withEffect">
                                  <p:stCondLst>
                                    <p:cond delay="1808"/>
                                  </p:stCondLst>
                                  <p:childTnLst>
                                    <p:animRot by="83580">
                                      <p:cBhvr>
                                        <p:cTn id="1108" dur="337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109" presetID="0" presetClass="path" presetSubtype="0" fill="hold" grpId="10" nodeType="withEffect">
                                  <p:stCondLst>
                                    <p:cond delay="1828"/>
                                  </p:stCondLst>
                                  <p:childTnLst>
                                    <p:animMotion origin="layout" path="M 0.066498 -0.0217 L 0.088972 -0.013173 E" pathEditMode="relative" rAng="0" ptsTypes="AA">
                                      <p:cBhvr>
                                        <p:cTn id="1110" dur="337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1111" presetID="8" presetClass="emph" presetSubtype="0" fill="hold" grpId="11" nodeType="withEffect">
                                  <p:stCondLst>
                                    <p:cond delay="1828"/>
                                  </p:stCondLst>
                                  <p:childTnLst>
                                    <p:animRot by="83580">
                                      <p:cBhvr>
                                        <p:cTn id="1112" dur="337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113" presetID="0" presetClass="path" presetSubtype="0" fill="hold" grpId="10" nodeType="withEffect">
                                  <p:stCondLst>
                                    <p:cond delay="1848"/>
                                  </p:stCondLst>
                                  <p:childTnLst>
                                    <p:animMotion origin="layout" path="M 0.065181 -0.021717 L 0.086458 -0.013237 E" pathEditMode="relative" rAng="0" ptsTypes="AA">
                                      <p:cBhvr>
                                        <p:cTn id="1114" dur="337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1115" presetID="8" presetClass="emph" presetSubtype="0" fill="hold" grpId="11" nodeType="withEffect">
                                  <p:stCondLst>
                                    <p:cond delay="1848"/>
                                  </p:stCondLst>
                                  <p:childTnLst>
                                    <p:animRot by="83580">
                                      <p:cBhvr>
                                        <p:cTn id="1116" dur="337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117" presetID="0" presetClass="path" presetSubtype="0" fill="hold" grpId="10" nodeType="withEffect">
                                  <p:stCondLst>
                                    <p:cond delay="1868"/>
                                  </p:stCondLst>
                                  <p:childTnLst>
                                    <p:animMotion origin="layout" path="M 0.0639 -0.021734 L 0.084011 -0.013299 E" pathEditMode="relative" rAng="0" ptsTypes="AA">
                                      <p:cBhvr>
                                        <p:cTn id="1118" dur="337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1119" presetID="8" presetClass="emph" presetSubtype="0" fill="hold" grpId="11" nodeType="withEffect">
                                  <p:stCondLst>
                                    <p:cond delay="1868"/>
                                  </p:stCondLst>
                                  <p:childTnLst>
                                    <p:animRot by="83580">
                                      <p:cBhvr>
                                        <p:cTn id="1120" dur="337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121" presetID="0" presetClass="path" presetSubtype="0" fill="hold" grpId="12" nodeType="withEffect">
                                  <p:stCondLst>
                                    <p:cond delay="2025"/>
                                  </p:stCondLst>
                                  <p:childTnLst>
                                    <p:animMotion origin="layout" path="M 0.0105 -0.012223 L 0.01225 -0.013957 E" pathEditMode="relative" rAng="0" ptsTypes="AA">
                                      <p:cBhvr>
                                        <p:cTn id="1122" dur="337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1123" presetID="6" presetClass="emph" presetSubtype="0" fill="hold" grpId="13" nodeType="withEffect">
                                  <p:stCondLst>
                                    <p:cond delay="2025"/>
                                  </p:stCondLst>
                                  <p:childTnLst>
                                    <p:animScale>
                                      <p:cBhvr>
                                        <p:cTn id="1124" dur="337" fill="hold"/>
                                        <p:tgtEl>
                                          <p:spTgt spid="7"/>
                                        </p:tgtEl>
                                      </p:cBhvr>
                                      <p:by x="97837" y="97837"/>
                                    </p:animScale>
                                  </p:childTnLst>
                                </p:cTn>
                              </p:par>
                              <p:par>
                                <p:cTn id="1125" presetID="0" presetClass="path" presetSubtype="0" fill="hold" grpId="12" nodeType="withEffect">
                                  <p:stCondLst>
                                    <p:cond delay="2025"/>
                                  </p:stCondLst>
                                  <p:childTnLst>
                                    <p:animMotion origin="layout" path="M 0.0324 -0.01805 L 0.0378 -0.01928 E" pathEditMode="relative" rAng="0" ptsTypes="AA">
                                      <p:cBhvr>
                                        <p:cTn id="1126" dur="337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1127" presetID="6" presetClass="emph" presetSubtype="0" fill="hold" grpId="13" nodeType="withEffect">
                                  <p:stCondLst>
                                    <p:cond delay="2025"/>
                                  </p:stCondLst>
                                  <p:childTnLst>
                                    <p:animScale>
                                      <p:cBhvr>
                                        <p:cTn id="1128" dur="337" fill="hold"/>
                                        <p:tgtEl>
                                          <p:spTgt spid="9"/>
                                        </p:tgtEl>
                                      </p:cBhvr>
                                      <p:by x="99078" y="99078"/>
                                    </p:animScale>
                                  </p:childTnLst>
                                </p:cTn>
                              </p:par>
                              <p:par>
                                <p:cTn id="1129" presetID="0" presetClass="path" presetSubtype="0" fill="hold" grpId="12" nodeType="withEffect">
                                  <p:stCondLst>
                                    <p:cond delay="2025"/>
                                  </p:stCondLst>
                                  <p:childTnLst>
                                    <p:animMotion origin="layout" path="M 0.0432 -0.020716 L 0.0504 -0.015375 E" pathEditMode="relative" rAng="0" ptsTypes="AA">
                                      <p:cBhvr>
                                        <p:cTn id="1130" dur="337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1131" presetID="6" presetClass="emph" presetSubtype="0" fill="hold" grpId="13" nodeType="withEffect">
                                  <p:stCondLst>
                                    <p:cond delay="2025"/>
                                  </p:stCondLst>
                                  <p:childTnLst>
                                    <p:animScale>
                                      <p:cBhvr>
                                        <p:cTn id="1132" dur="337" fill="hold"/>
                                        <p:tgtEl>
                                          <p:spTgt spid="11"/>
                                        </p:tgtEl>
                                      </p:cBhvr>
                                      <p:by x="98508" y="98508"/>
                                    </p:animScale>
                                  </p:childTnLst>
                                </p:cTn>
                              </p:par>
                              <p:par>
                                <p:cTn id="1133" presetID="0" presetClass="path" presetSubtype="0" fill="hold" grpId="12" nodeType="withEffect">
                                  <p:stCondLst>
                                    <p:cond delay="2025"/>
                                  </p:stCondLst>
                                  <p:childTnLst>
                                    <p:animMotion origin="layout" path="M -0.054 0.008927 L -0.063 0.016432 E" pathEditMode="relative" rAng="0" ptsTypes="AA">
                                      <p:cBhvr>
                                        <p:cTn id="1134" dur="337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1135" presetID="6" presetClass="emph" presetSubtype="0" fill="hold" grpId="13" nodeType="withEffect">
                                  <p:stCondLst>
                                    <p:cond delay="2025"/>
                                  </p:stCondLst>
                                  <p:childTnLst>
                                    <p:animScale>
                                      <p:cBhvr>
                                        <p:cTn id="1136" dur="337" fill="hold"/>
                                        <p:tgtEl>
                                          <p:spTgt spid="13"/>
                                        </p:tgtEl>
                                      </p:cBhvr>
                                      <p:by x="98415" y="98415"/>
                                    </p:animScale>
                                  </p:childTnLst>
                                </p:cTn>
                              </p:par>
                              <p:par>
                                <p:cTn id="1137" presetID="0" presetClass="path" presetSubtype="0" fill="hold" grpId="12" nodeType="withEffect">
                                  <p:stCondLst>
                                    <p:cond delay="2025"/>
                                  </p:stCondLst>
                                  <p:childTnLst>
                                    <p:animMotion origin="layout" path="M 0.0216 0.013275 L 0.0252 0.013057 E" pathEditMode="relative" rAng="0" ptsTypes="AA">
                                      <p:cBhvr>
                                        <p:cTn id="1138" dur="337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1139" presetID="6" presetClass="emph" presetSubtype="0" fill="hold" grpId="13" nodeType="withEffect">
                                  <p:stCondLst>
                                    <p:cond delay="2025"/>
                                  </p:stCondLst>
                                  <p:childTnLst>
                                    <p:animScale>
                                      <p:cBhvr>
                                        <p:cTn id="1140" dur="337" fill="hold"/>
                                        <p:tgtEl>
                                          <p:spTgt spid="15"/>
                                        </p:tgtEl>
                                      </p:cBhvr>
                                      <p:by x="98855" y="98855"/>
                                    </p:animScale>
                                  </p:childTnLst>
                                </p:cTn>
                              </p:par>
                              <p:par>
                                <p:cTn id="1141" presetID="0" presetClass="path" presetSubtype="0" fill="hold" grpId="12" nodeType="withEffect">
                                  <p:stCondLst>
                                    <p:cond delay="2025"/>
                                  </p:stCondLst>
                                  <p:childTnLst>
                                    <p:animMotion origin="layout" path="M 0.0324 0.010912 L 0.0378 0.006142 E" pathEditMode="relative" rAng="0" ptsTypes="AA">
                                      <p:cBhvr>
                                        <p:cTn id="1142" dur="337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1143" presetID="6" presetClass="emph" presetSubtype="0" fill="hold" grpId="13" nodeType="withEffect">
                                  <p:stCondLst>
                                    <p:cond delay="2025"/>
                                  </p:stCondLst>
                                  <p:childTnLst>
                                    <p:animScale>
                                      <p:cBhvr>
                                        <p:cTn id="1144" dur="337" fill="hold"/>
                                        <p:tgtEl>
                                          <p:spTgt spid="17"/>
                                        </p:tgtEl>
                                      </p:cBhvr>
                                      <p:by x="99709" y="99709"/>
                                    </p:animScale>
                                  </p:childTnLst>
                                </p:cTn>
                              </p:par>
                              <p:par>
                                <p:cTn id="1145" presetID="0" presetClass="path" presetSubtype="0" fill="hold" grpId="18" nodeType="withEffect">
                                  <p:stCondLst>
                                    <p:cond delay="2025"/>
                                  </p:stCondLst>
                                  <p:childTnLst>
                                    <p:animMotion origin="layout" path="M -0.021228 -0.009408 L -0.014865 -0.002689 E" pathEditMode="relative" rAng="0" ptsTypes="AA">
                                      <p:cBhvr>
                                        <p:cTn id="1146" dur="337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1147" presetID="6" presetClass="emph" presetSubtype="0" fill="hold" grpId="19" nodeType="withEffect">
                                  <p:stCondLst>
                                    <p:cond delay="2025"/>
                                  </p:stCondLst>
                                  <p:childTnLst>
                                    <p:animScale>
                                      <p:cBhvr>
                                        <p:cTn id="1148" dur="337" fill="hold"/>
                                        <p:tgtEl>
                                          <p:spTgt spid="28"/>
                                        </p:tgtEl>
                                      </p:cBhvr>
                                      <p:by x="100685" y="100685"/>
                                    </p:animScale>
                                  </p:childTnLst>
                                </p:cTn>
                              </p:par>
                              <p:par>
                                <p:cTn id="1149" presetID="8" presetClass="emph" presetSubtype="0" fill="hold" grpId="20" nodeType="withEffect">
                                  <p:stCondLst>
                                    <p:cond delay="2025"/>
                                  </p:stCondLst>
                                  <p:childTnLst>
                                    <p:animRot by="23760">
                                      <p:cBhvr>
                                        <p:cTn id="1150" dur="337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151" presetID="0" presetClass="path" presetSubtype="0" fill="hold" grpId="18" nodeType="withEffect">
                                  <p:stCondLst>
                                    <p:cond delay="2025"/>
                                  </p:stCondLst>
                                  <p:childTnLst>
                                    <p:animMotion origin="layout" path="M 0.03228 0.004277 L 0.014207 0.005203 E" pathEditMode="relative" rAng="0" ptsTypes="AA">
                                      <p:cBhvr>
                                        <p:cTn id="1152" dur="337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1153" presetID="6" presetClass="emph" presetSubtype="0" fill="hold" grpId="19" nodeType="withEffect">
                                  <p:stCondLst>
                                    <p:cond delay="2025"/>
                                  </p:stCondLst>
                                  <p:childTnLst>
                                    <p:animScale>
                                      <p:cBhvr>
                                        <p:cTn id="1154" dur="337" fill="hold"/>
                                        <p:tgtEl>
                                          <p:spTgt spid="29"/>
                                        </p:tgtEl>
                                      </p:cBhvr>
                                      <p:by x="101721" y="101721"/>
                                    </p:animScale>
                                  </p:childTnLst>
                                </p:cTn>
                              </p:par>
                              <p:par>
                                <p:cTn id="1155" presetID="8" presetClass="emph" presetSubtype="0" fill="hold" grpId="20" nodeType="withEffect">
                                  <p:stCondLst>
                                    <p:cond delay="2025"/>
                                  </p:stCondLst>
                                  <p:childTnLst>
                                    <p:animRot by="-59340">
                                      <p:cBhvr>
                                        <p:cTn id="1156" dur="337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157" presetID="0" presetClass="path" presetSubtype="0" fill="hold" grpId="18" nodeType="withEffect">
                                  <p:stCondLst>
                                    <p:cond delay="2025"/>
                                  </p:stCondLst>
                                  <p:childTnLst>
                                    <p:animMotion origin="layout" path="M -0.008933 0.016775 L 0.003114 0.009236 E" pathEditMode="relative" rAng="0" ptsTypes="AA">
                                      <p:cBhvr>
                                        <p:cTn id="1158" dur="337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1159" presetID="6" presetClass="emph" presetSubtype="0" fill="hold" grpId="19" nodeType="withEffect">
                                  <p:stCondLst>
                                    <p:cond delay="2025"/>
                                  </p:stCondLst>
                                  <p:childTnLst>
                                    <p:animScale>
                                      <p:cBhvr>
                                        <p:cTn id="1160" dur="337" fill="hold"/>
                                        <p:tgtEl>
                                          <p:spTgt spid="30"/>
                                        </p:tgtEl>
                                      </p:cBhvr>
                                      <p:by x="101007" y="101007"/>
                                    </p:animScale>
                                  </p:childTnLst>
                                </p:cTn>
                              </p:par>
                              <p:par>
                                <p:cTn id="1161" presetID="8" presetClass="emph" presetSubtype="0" fill="hold" grpId="20" nodeType="withEffect">
                                  <p:stCondLst>
                                    <p:cond delay="2025"/>
                                  </p:stCondLst>
                                  <p:childTnLst>
                                    <p:animRot by="35280">
                                      <p:cBhvr>
                                        <p:cTn id="1162" dur="337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163" presetID="0" presetClass="path" presetSubtype="0" fill="hold" grpId="18" nodeType="withEffect">
                                  <p:stCondLst>
                                    <p:cond delay="2025"/>
                                  </p:stCondLst>
                                  <p:childTnLst>
                                    <p:animMotion origin="layout" path="M -0.030255 0.013184 L -0.021085 0.00372 E" pathEditMode="relative" rAng="0" ptsTypes="AA">
                                      <p:cBhvr>
                                        <p:cTn id="1164" dur="337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1165" presetID="6" presetClass="emph" presetSubtype="0" fill="hold" grpId="19" nodeType="withEffect">
                                  <p:stCondLst>
                                    <p:cond delay="2025"/>
                                  </p:stCondLst>
                                  <p:childTnLst>
                                    <p:animScale>
                                      <p:cBhvr>
                                        <p:cTn id="1166" dur="337" fill="hold"/>
                                        <p:tgtEl>
                                          <p:spTgt spid="31"/>
                                        </p:tgtEl>
                                      </p:cBhvr>
                                      <p:by x="99335" y="99335"/>
                                    </p:animScale>
                                  </p:childTnLst>
                                </p:cTn>
                              </p:par>
                              <p:par>
                                <p:cTn id="1167" presetID="8" presetClass="emph" presetSubtype="0" fill="hold" grpId="20" nodeType="withEffect">
                                  <p:stCondLst>
                                    <p:cond delay="2025"/>
                                  </p:stCondLst>
                                  <p:childTnLst>
                                    <p:animRot by="24180">
                                      <p:cBhvr>
                                        <p:cTn id="1168" dur="337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169" presetID="0" presetClass="path" presetSubtype="0" fill="hold" grpId="18" nodeType="withEffect">
                                  <p:stCondLst>
                                    <p:cond delay="2025"/>
                                  </p:stCondLst>
                                  <p:childTnLst>
                                    <p:animMotion origin="layout" path="M 0.024394 -0.003334 L 0.01069 -0.003983 E" pathEditMode="relative" rAng="0" ptsTypes="AA">
                                      <p:cBhvr>
                                        <p:cTn id="1170" dur="337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1171" presetID="6" presetClass="emph" presetSubtype="0" fill="hold" grpId="19" nodeType="withEffect">
                                  <p:stCondLst>
                                    <p:cond delay="2025"/>
                                  </p:stCondLst>
                                  <p:childTnLst>
                                    <p:animScale>
                                      <p:cBhvr>
                                        <p:cTn id="1172" dur="337" fill="hold"/>
                                        <p:tgtEl>
                                          <p:spTgt spid="42"/>
                                        </p:tgtEl>
                                      </p:cBhvr>
                                      <p:by x="98378" y="98378"/>
                                    </p:animScale>
                                  </p:childTnLst>
                                </p:cTn>
                              </p:par>
                              <p:par>
                                <p:cTn id="1173" presetID="8" presetClass="emph" presetSubtype="0" fill="hold" grpId="20" nodeType="withEffect">
                                  <p:stCondLst>
                                    <p:cond delay="2025"/>
                                  </p:stCondLst>
                                  <p:childTnLst>
                                    <p:animRot by="-59400">
                                      <p:cBhvr>
                                        <p:cTn id="1174" dur="337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175" presetID="0" presetClass="path" presetSubtype="0" fill="hold" grpId="12" nodeType="withEffect">
                                  <p:stCondLst>
                                    <p:cond delay="2025"/>
                                  </p:stCondLst>
                                  <p:childTnLst>
                                    <p:animMotion origin="layout" path="M 0.079818 -0.014899 L 0.099489 -0.006175 E" pathEditMode="relative" rAng="0" ptsTypes="AA">
                                      <p:cBhvr>
                                        <p:cTn id="1176" dur="337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1177" presetID="8" presetClass="emph" presetSubtype="0" fill="hold" grpId="13" nodeType="withEffect">
                                  <p:stCondLst>
                                    <p:cond delay="2025"/>
                                  </p:stCondLst>
                                  <p:childTnLst>
                                    <p:animRot by="-38040">
                                      <p:cBhvr>
                                        <p:cTn id="1178" dur="337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179" presetID="0" presetClass="path" presetSubtype="0" fill="hold" grpId="18" nodeType="withEffect">
                                  <p:stCondLst>
                                    <p:cond delay="2025"/>
                                  </p:stCondLst>
                                  <p:childTnLst>
                                    <p:animMotion origin="layout" path="M 0.1062 -0.007261 L 0.1239 -0.00176 E" pathEditMode="relative" rAng="0" ptsTypes="AA">
                                      <p:cBhvr>
                                        <p:cTn id="1180" dur="337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1181" presetID="6" presetClass="emph" presetSubtype="0" fill="hold" grpId="19" nodeType="withEffect">
                                  <p:stCondLst>
                                    <p:cond delay="2025"/>
                                  </p:stCondLst>
                                  <p:childTnLst>
                                    <p:animScale>
                                      <p:cBhvr>
                                        <p:cTn id="1182" dur="337" fill="hold"/>
                                        <p:tgtEl>
                                          <p:spTgt spid="21"/>
                                        </p:tgtEl>
                                      </p:cBhvr>
                                      <p:by x="103717" y="103717"/>
                                    </p:animScale>
                                  </p:childTnLst>
                                </p:cTn>
                              </p:par>
                              <p:par>
                                <p:cTn id="1183" presetID="8" presetClass="emph" presetSubtype="0" fill="hold" grpId="20" nodeType="withEffect">
                                  <p:stCondLst>
                                    <p:cond delay="2025"/>
                                  </p:stCondLst>
                                  <p:childTnLst>
                                    <p:animRot by="234420">
                                      <p:cBhvr>
                                        <p:cTn id="1184" dur="337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185" presetID="0" presetClass="path" presetSubtype="0" fill="hold" grpId="18" nodeType="withEffect">
                                  <p:stCondLst>
                                    <p:cond delay="2025"/>
                                  </p:stCondLst>
                                  <p:childTnLst>
                                    <p:animMotion origin="layout" path="M 0.1152 -0.000825 L 0.1344 0.009695 E" pathEditMode="relative" rAng="0" ptsTypes="AA">
                                      <p:cBhvr>
                                        <p:cTn id="1186" dur="337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1187" presetID="6" presetClass="emph" presetSubtype="0" fill="hold" grpId="19" nodeType="withEffect">
                                  <p:stCondLst>
                                    <p:cond delay="2025"/>
                                  </p:stCondLst>
                                  <p:childTnLst>
                                    <p:animScale>
                                      <p:cBhvr>
                                        <p:cTn id="1188" dur="337" fill="hold"/>
                                        <p:tgtEl>
                                          <p:spTgt spid="23"/>
                                        </p:tgtEl>
                                      </p:cBhvr>
                                      <p:by x="106471" y="106471"/>
                                    </p:animScale>
                                  </p:childTnLst>
                                </p:cTn>
                              </p:par>
                              <p:par>
                                <p:cTn id="1189" presetID="8" presetClass="emph" presetSubtype="0" fill="hold" grpId="20" nodeType="withEffect">
                                  <p:stCondLst>
                                    <p:cond delay="2025"/>
                                  </p:stCondLst>
                                  <p:childTnLst>
                                    <p:animRot by="39600">
                                      <p:cBhvr>
                                        <p:cTn id="1190" dur="337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191" presetID="0" presetClass="path" presetSubtype="0" fill="hold" grpId="18" nodeType="withEffect">
                                  <p:stCondLst>
                                    <p:cond delay="2025"/>
                                  </p:stCondLst>
                                  <p:childTnLst>
                                    <p:animMotion origin="layout" path="M 0.1242 0.003316 L 0.1449 0.011225 E" pathEditMode="relative" rAng="0" ptsTypes="AA">
                                      <p:cBhvr>
                                        <p:cTn id="1192" dur="337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1193" presetID="6" presetClass="emph" presetSubtype="0" fill="hold" grpId="19" nodeType="withEffect">
                                  <p:stCondLst>
                                    <p:cond delay="2025"/>
                                  </p:stCondLst>
                                  <p:childTnLst>
                                    <p:animScale>
                                      <p:cBhvr>
                                        <p:cTn id="1194" dur="337" fill="hold"/>
                                        <p:tgtEl>
                                          <p:spTgt spid="25"/>
                                        </p:tgtEl>
                                      </p:cBhvr>
                                      <p:by x="104855" y="104855"/>
                                    </p:animScale>
                                  </p:childTnLst>
                                </p:cTn>
                              </p:par>
                              <p:par>
                                <p:cTn id="1195" presetID="8" presetClass="emph" presetSubtype="0" fill="hold" grpId="20" nodeType="withEffect">
                                  <p:stCondLst>
                                    <p:cond delay="2025"/>
                                  </p:stCondLst>
                                  <p:childTnLst>
                                    <p:animRot by="-182100">
                                      <p:cBhvr>
                                        <p:cTn id="1196" dur="337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197" presetID="0" presetClass="path" presetSubtype="0" fill="hold" grpId="12" nodeType="withEffect">
                                  <p:stCondLst>
                                    <p:cond delay="2025"/>
                                  </p:stCondLst>
                                  <p:childTnLst>
                                    <p:animMotion origin="layout" path="M 0.006937 -0.003637 L -0.001837 -0.009129 E" pathEditMode="relative" rAng="0" ptsTypes="AA">
                                      <p:cBhvr>
                                        <p:cTn id="1198" dur="337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1199" presetID="6" presetClass="emph" presetSubtype="0" fill="hold" grpId="13" nodeType="withEffect">
                                  <p:stCondLst>
                                    <p:cond delay="2025"/>
                                  </p:stCondLst>
                                  <p:childTnLst>
                                    <p:animScale>
                                      <p:cBhvr>
                                        <p:cTn id="1200" dur="337" fill="hold"/>
                                        <p:tgtEl>
                                          <p:spTgt spid="43"/>
                                        </p:tgtEl>
                                      </p:cBhvr>
                                      <p:by x="91199" y="91199"/>
                                    </p:animScale>
                                  </p:childTnLst>
                                </p:cTn>
                              </p:par>
                              <p:par>
                                <p:cTn id="1201" presetID="0" presetClass="path" presetSubtype="0" fill="hold" grpId="12" nodeType="withEffect">
                                  <p:stCondLst>
                                    <p:cond delay="2025"/>
                                  </p:stCondLst>
                                  <p:childTnLst>
                                    <p:animMotion origin="layout" path="M -0.009614 -0.003015 L -0.029279 -0.001901 E" pathEditMode="relative" rAng="0" ptsTypes="AA">
                                      <p:cBhvr>
                                        <p:cTn id="1202" dur="337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1203" presetID="6" presetClass="emph" presetSubtype="0" fill="hold" grpId="13" nodeType="withEffect">
                                  <p:stCondLst>
                                    <p:cond delay="2025"/>
                                  </p:stCondLst>
                                  <p:childTnLst>
                                    <p:animScale>
                                      <p:cBhvr>
                                        <p:cTn id="1204" dur="337" fill="hold"/>
                                        <p:tgtEl>
                                          <p:spTgt spid="44"/>
                                        </p:tgtEl>
                                      </p:cBhvr>
                                      <p:by x="77889" y="77889"/>
                                    </p:animScale>
                                  </p:childTnLst>
                                </p:cTn>
                              </p:par>
                              <p:par>
                                <p:cTn id="1205" presetID="0" presetClass="path" presetSubtype="0" fill="hold" grpId="12" nodeType="withEffect">
                                  <p:stCondLst>
                                    <p:cond delay="2025"/>
                                  </p:stCondLst>
                                  <p:childTnLst>
                                    <p:animMotion origin="layout" path="M -0.01208 0.002024 L -0.013828 0.008112 E" pathEditMode="relative" rAng="0" ptsTypes="AA">
                                      <p:cBhvr>
                                        <p:cTn id="1206" dur="337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1207" presetID="6" presetClass="emph" presetSubtype="0" fill="hold" grpId="13" nodeType="withEffect">
                                  <p:stCondLst>
                                    <p:cond delay="2025"/>
                                  </p:stCondLst>
                                  <p:childTnLst>
                                    <p:animScale>
                                      <p:cBhvr>
                                        <p:cTn id="1208" dur="337" fill="hold"/>
                                        <p:tgtEl>
                                          <p:spTgt spid="45"/>
                                        </p:tgtEl>
                                      </p:cBhvr>
                                      <p:by x="97417" y="97417"/>
                                    </p:animScale>
                                  </p:childTnLst>
                                </p:cTn>
                              </p:par>
                              <p:par>
                                <p:cTn id="1209" presetID="0" presetClass="path" presetSubtype="0" fill="hold" grpId="12" nodeType="withEffect">
                                  <p:stCondLst>
                                    <p:cond delay="2025"/>
                                  </p:stCondLst>
                                  <p:childTnLst>
                                    <p:animMotion origin="layout" path="M 0.003151 0.004098 L 0.021881 0.006241 E" pathEditMode="relative" rAng="0" ptsTypes="AA">
                                      <p:cBhvr>
                                        <p:cTn id="1210" dur="337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1211" presetID="6" presetClass="emph" presetSubtype="0" fill="hold" grpId="13" nodeType="withEffect">
                                  <p:stCondLst>
                                    <p:cond delay="2025"/>
                                  </p:stCondLst>
                                  <p:childTnLst>
                                    <p:animScale>
                                      <p:cBhvr>
                                        <p:cTn id="1212" dur="337" fill="hold"/>
                                        <p:tgtEl>
                                          <p:spTgt spid="46"/>
                                        </p:tgtEl>
                                      </p:cBhvr>
                                      <p:by x="127867" y="127867"/>
                                    </p:animScale>
                                  </p:childTnLst>
                                </p:cTn>
                              </p:par>
                              <p:par>
                                <p:cTn id="1213" presetID="0" presetClass="path" presetSubtype="0" fill="hold" grpId="12" nodeType="withEffect">
                                  <p:stCondLst>
                                    <p:cond delay="2025"/>
                                  </p:stCondLst>
                                  <p:childTnLst>
                                    <p:animMotion origin="layout" path="M 0.053478 -0.018148 L 0.066658 -0.010056 E" pathEditMode="relative" rAng="0" ptsTypes="AA">
                                      <p:cBhvr>
                                        <p:cTn id="1214" dur="337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1215" presetID="8" presetClass="emph" presetSubtype="0" fill="hold" grpId="13" nodeType="withEffect">
                                  <p:stCondLst>
                                    <p:cond delay="2025"/>
                                  </p:stCondLst>
                                  <p:childTnLst>
                                    <p:animRot by="69120">
                                      <p:cBhvr>
                                        <p:cTn id="1216" dur="337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217" presetID="0" presetClass="path" presetSubtype="0" fill="hold" grpId="12" nodeType="withEffect">
                                  <p:stCondLst>
                                    <p:cond delay="2025"/>
                                  </p:stCondLst>
                                  <p:childTnLst>
                                    <p:animMotion origin="layout" path="M 0.063056 -0.014728 L 0.078597 -0.006042 E" pathEditMode="relative" rAng="0" ptsTypes="AA">
                                      <p:cBhvr>
                                        <p:cTn id="1218" dur="337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1219" presetID="8" presetClass="emph" presetSubtype="0" fill="hold" grpId="13" nodeType="withEffect">
                                  <p:stCondLst>
                                    <p:cond delay="2025"/>
                                  </p:stCondLst>
                                  <p:childTnLst>
                                    <p:animRot by="-40680">
                                      <p:cBhvr>
                                        <p:cTn id="1220" dur="337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221" presetID="0" presetClass="path" presetSubtype="0" fill="hold" grpId="12" nodeType="withEffect">
                                  <p:stCondLst>
                                    <p:cond delay="2025"/>
                                  </p:stCondLst>
                                  <p:childTnLst>
                                    <p:animMotion origin="layout" path="M 0.0439 -0.004946 L 0.054719 0.000155 E" pathEditMode="relative" rAng="0" ptsTypes="AA">
                                      <p:cBhvr>
                                        <p:cTn id="1222" dur="337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1223" presetID="8" presetClass="emph" presetSubtype="0" fill="hold" grpId="13" nodeType="withEffect">
                                  <p:stCondLst>
                                    <p:cond delay="2025"/>
                                  </p:stCondLst>
                                  <p:childTnLst>
                                    <p:animRot by="-131280">
                                      <p:cBhvr>
                                        <p:cTn id="1224" dur="337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225" presetID="0" presetClass="path" presetSubtype="0" fill="hold" grpId="12" nodeType="withEffect">
                                  <p:stCondLst>
                                    <p:cond delay="2045"/>
                                  </p:stCondLst>
                                  <p:childTnLst>
                                    <p:animMotion origin="layout" path="M 0.0105 -0.012223 L 0.01225 -0.013957 E" pathEditMode="relative" rAng="0" ptsTypes="AA">
                                      <p:cBhvr>
                                        <p:cTn id="1226" dur="337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1227" presetID="6" presetClass="emph" presetSubtype="0" fill="hold" grpId="13" nodeType="withEffect">
                                  <p:stCondLst>
                                    <p:cond delay="2045"/>
                                  </p:stCondLst>
                                  <p:childTnLst>
                                    <p:animScale>
                                      <p:cBhvr>
                                        <p:cTn id="1228" dur="337" fill="hold"/>
                                        <p:tgtEl>
                                          <p:spTgt spid="5"/>
                                        </p:tgtEl>
                                      </p:cBhvr>
                                      <p:by x="97837" y="97837"/>
                                    </p:animScale>
                                  </p:childTnLst>
                                </p:cTn>
                              </p:par>
                              <p:par>
                                <p:cTn id="1229" presetID="0" presetClass="path" presetSubtype="0" fill="hold" grpId="12" nodeType="withEffect">
                                  <p:stCondLst>
                                    <p:cond delay="2045"/>
                                  </p:stCondLst>
                                  <p:childTnLst>
                                    <p:animMotion origin="layout" path="M 0.032211 -0.018027 L 0.037705 -0.019269 E" pathEditMode="relative" rAng="0" ptsTypes="AA">
                                      <p:cBhvr>
                                        <p:cTn id="1230" dur="337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1231" presetID="6" presetClass="emph" presetSubtype="0" fill="hold" grpId="13" nodeType="withEffect">
                                  <p:stCondLst>
                                    <p:cond delay="2045"/>
                                  </p:stCondLst>
                                  <p:childTnLst>
                                    <p:animScale>
                                      <p:cBhvr>
                                        <p:cTn id="1232" dur="337" fill="hold"/>
                                        <p:tgtEl>
                                          <p:spTgt spid="10"/>
                                        </p:tgtEl>
                                      </p:cBhvr>
                                      <p:by x="99078" y="99078"/>
                                    </p:animScale>
                                  </p:childTnLst>
                                </p:cTn>
                              </p:par>
                              <p:par>
                                <p:cTn id="1233" presetID="0" presetClass="path" presetSubtype="0" fill="hold" grpId="12" nodeType="withEffect">
                                  <p:stCondLst>
                                    <p:cond delay="2045"/>
                                  </p:stCondLst>
                                  <p:childTnLst>
                                    <p:animMotion origin="layout" path="M 0.043521 -0.020754 L 0.050887 -0.015433 E" pathEditMode="relative" rAng="0" ptsTypes="AA">
                                      <p:cBhvr>
                                        <p:cTn id="1234" dur="337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1235" presetID="6" presetClass="emph" presetSubtype="0" fill="hold" grpId="13" nodeType="withEffect">
                                  <p:stCondLst>
                                    <p:cond delay="2045"/>
                                  </p:stCondLst>
                                  <p:childTnLst>
                                    <p:animScale>
                                      <p:cBhvr>
                                        <p:cTn id="1236" dur="337" fill="hold"/>
                                        <p:tgtEl>
                                          <p:spTgt spid="12"/>
                                        </p:tgtEl>
                                      </p:cBhvr>
                                      <p:by x="98508" y="98508"/>
                                    </p:animScale>
                                  </p:childTnLst>
                                </p:cTn>
                              </p:par>
                              <p:par>
                                <p:cTn id="1237" presetID="0" presetClass="path" presetSubtype="0" fill="hold" grpId="12" nodeType="withEffect">
                                  <p:stCondLst>
                                    <p:cond delay="2045"/>
                                  </p:stCondLst>
                                  <p:childTnLst>
                                    <p:animMotion origin="layout" path="M -0.053181 0.008853 L -0.061998 0.016341 E" pathEditMode="relative" rAng="0" ptsTypes="AA">
                                      <p:cBhvr>
                                        <p:cTn id="1238" dur="337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1239" presetID="6" presetClass="emph" presetSubtype="0" fill="hold" grpId="13" nodeType="withEffect">
                                  <p:stCondLst>
                                    <p:cond delay="2045"/>
                                  </p:stCondLst>
                                  <p:childTnLst>
                                    <p:animScale>
                                      <p:cBhvr>
                                        <p:cTn id="1240" dur="337" fill="hold"/>
                                        <p:tgtEl>
                                          <p:spTgt spid="14"/>
                                        </p:tgtEl>
                                      </p:cBhvr>
                                      <p:by x="98415" y="98415"/>
                                    </p:animScale>
                                  </p:childTnLst>
                                </p:cTn>
                              </p:par>
                              <p:par>
                                <p:cTn id="1241" presetID="0" presetClass="path" presetSubtype="0" fill="hold" grpId="12" nodeType="withEffect">
                                  <p:stCondLst>
                                    <p:cond delay="2045"/>
                                  </p:stCondLst>
                                  <p:childTnLst>
                                    <p:animMotion origin="layout" path="M 0.02247 0.013178 L 0.026181 0.012948 E" pathEditMode="relative" rAng="0" ptsTypes="AA">
                                      <p:cBhvr>
                                        <p:cTn id="1242" dur="337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1243" presetID="6" presetClass="emph" presetSubtype="0" fill="hold" grpId="13" nodeType="withEffect">
                                  <p:stCondLst>
                                    <p:cond delay="2045"/>
                                  </p:stCondLst>
                                  <p:childTnLst>
                                    <p:animScale>
                                      <p:cBhvr>
                                        <p:cTn id="1244" dur="337" fill="hold"/>
                                        <p:tgtEl>
                                          <p:spTgt spid="16"/>
                                        </p:tgtEl>
                                      </p:cBhvr>
                                      <p:by x="98855" y="98855"/>
                                    </p:animScale>
                                  </p:childTnLst>
                                </p:cTn>
                              </p:par>
                              <p:par>
                                <p:cTn id="1245" presetID="0" presetClass="path" presetSubtype="0" fill="hold" grpId="12" nodeType="withEffect">
                                  <p:stCondLst>
                                    <p:cond delay="2045"/>
                                  </p:stCondLst>
                                  <p:childTnLst>
                                    <p:animMotion origin="layout" path="M 0.033016 0.010838 L 0.038439 0.006065 E" pathEditMode="relative" rAng="0" ptsTypes="AA">
                                      <p:cBhvr>
                                        <p:cTn id="1246" dur="337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1247" presetID="6" presetClass="emph" presetSubtype="0" fill="hold" grpId="13" nodeType="withEffect">
                                  <p:stCondLst>
                                    <p:cond delay="2045"/>
                                  </p:stCondLst>
                                  <p:childTnLst>
                                    <p:animScale>
                                      <p:cBhvr>
                                        <p:cTn id="1248" dur="337" fill="hold"/>
                                        <p:tgtEl>
                                          <p:spTgt spid="18"/>
                                        </p:tgtEl>
                                      </p:cBhvr>
                                      <p:by x="99709" y="99709"/>
                                    </p:animScale>
                                  </p:childTnLst>
                                </p:cTn>
                              </p:par>
                              <p:par>
                                <p:cTn id="1249" presetID="0" presetClass="path" presetSubtype="0" fill="hold" grpId="12" nodeType="withEffect">
                                  <p:stCondLst>
                                    <p:cond delay="2045"/>
                                  </p:stCondLst>
                                  <p:childTnLst>
                                    <p:animMotion origin="layout" path="M 0.080702 -0.014914 L 0.100182 -0.006191 E" pathEditMode="relative" rAng="0" ptsTypes="AA">
                                      <p:cBhvr>
                                        <p:cTn id="1250" dur="337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1251" presetID="8" presetClass="emph" presetSubtype="0" fill="hold" grpId="13" nodeType="withEffect">
                                  <p:stCondLst>
                                    <p:cond delay="2045"/>
                                  </p:stCondLst>
                                  <p:childTnLst>
                                    <p:animRot by="-38040">
                                      <p:cBhvr>
                                        <p:cTn id="1252" dur="337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253" presetID="0" presetClass="path" presetSubtype="0" fill="hold" grpId="18" nodeType="withEffect">
                                  <p:stCondLst>
                                    <p:cond delay="2045"/>
                                  </p:stCondLst>
                                  <p:childTnLst>
                                    <p:animMotion origin="layout" path="M 0.106448 -0.007166 L 0.124496 -0.001815 E" pathEditMode="relative" rAng="0" ptsTypes="AA">
                                      <p:cBhvr>
                                        <p:cTn id="1254" dur="337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1255" presetID="6" presetClass="emph" presetSubtype="0" fill="hold" grpId="19" nodeType="withEffect">
                                  <p:stCondLst>
                                    <p:cond delay="2045"/>
                                  </p:stCondLst>
                                  <p:childTnLst>
                                    <p:animScale>
                                      <p:cBhvr>
                                        <p:cTn id="1256" dur="337" fill="hold"/>
                                        <p:tgtEl>
                                          <p:spTgt spid="22"/>
                                        </p:tgtEl>
                                      </p:cBhvr>
                                      <p:by x="103717" y="103717"/>
                                    </p:animScale>
                                  </p:childTnLst>
                                </p:cTn>
                              </p:par>
                              <p:par>
                                <p:cTn id="1257" presetID="8" presetClass="emph" presetSubtype="0" fill="hold" grpId="20" nodeType="withEffect">
                                  <p:stCondLst>
                                    <p:cond delay="2045"/>
                                  </p:stCondLst>
                                  <p:childTnLst>
                                    <p:animRot by="234420">
                                      <p:cBhvr>
                                        <p:cTn id="1258" dur="337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259" presetID="0" presetClass="path" presetSubtype="0" fill="hold" grpId="18" nodeType="withEffect">
                                  <p:stCondLst>
                                    <p:cond delay="2045"/>
                                  </p:stCondLst>
                                  <p:childTnLst>
                                    <p:animMotion origin="layout" path="M 0.115409 -0.0009 L 0.134674 0.009355 E" pathEditMode="relative" rAng="0" ptsTypes="AA">
                                      <p:cBhvr>
                                        <p:cTn id="1260" dur="337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1261" presetID="6" presetClass="emph" presetSubtype="0" fill="hold" grpId="19" nodeType="withEffect">
                                  <p:stCondLst>
                                    <p:cond delay="2045"/>
                                  </p:stCondLst>
                                  <p:childTnLst>
                                    <p:animScale>
                                      <p:cBhvr>
                                        <p:cTn id="1262" dur="337" fill="hold"/>
                                        <p:tgtEl>
                                          <p:spTgt spid="24"/>
                                        </p:tgtEl>
                                      </p:cBhvr>
                                      <p:by x="106471" y="106471"/>
                                    </p:animScale>
                                  </p:childTnLst>
                                </p:cTn>
                              </p:par>
                              <p:par>
                                <p:cTn id="1263" presetID="8" presetClass="emph" presetSubtype="0" fill="hold" grpId="20" nodeType="withEffect">
                                  <p:stCondLst>
                                    <p:cond delay="2045"/>
                                  </p:stCondLst>
                                  <p:childTnLst>
                                    <p:animRot by="39600">
                                      <p:cBhvr>
                                        <p:cTn id="1264" dur="337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265" presetID="0" presetClass="path" presetSubtype="0" fill="hold" grpId="18" nodeType="withEffect">
                                  <p:stCondLst>
                                    <p:cond delay="2045"/>
                                  </p:stCondLst>
                                  <p:childTnLst>
                                    <p:animMotion origin="layout" path="M 0.124258 0.003156 L 0.144749 0.010883 E" pathEditMode="relative" rAng="0" ptsTypes="AA">
                                      <p:cBhvr>
                                        <p:cTn id="1266" dur="337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1267" presetID="6" presetClass="emph" presetSubtype="0" fill="hold" grpId="19" nodeType="withEffect">
                                  <p:stCondLst>
                                    <p:cond delay="2045"/>
                                  </p:stCondLst>
                                  <p:childTnLst>
                                    <p:animScale>
                                      <p:cBhvr>
                                        <p:cTn id="1268" dur="337" fill="hold"/>
                                        <p:tgtEl>
                                          <p:spTgt spid="26"/>
                                        </p:tgtEl>
                                      </p:cBhvr>
                                      <p:by x="104855" y="104855"/>
                                    </p:animScale>
                                  </p:childTnLst>
                                </p:cTn>
                              </p:par>
                              <p:par>
                                <p:cTn id="1269" presetID="8" presetClass="emph" presetSubtype="0" fill="hold" grpId="20" nodeType="withEffect">
                                  <p:stCondLst>
                                    <p:cond delay="2045"/>
                                  </p:stCondLst>
                                  <p:childTnLst>
                                    <p:animRot by="-182100">
                                      <p:cBhvr>
                                        <p:cTn id="1270" dur="337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271" presetID="0" presetClass="path" presetSubtype="0" fill="hold" grpId="12" nodeType="withEffect">
                                  <p:stCondLst>
                                    <p:cond delay="2065"/>
                                  </p:stCondLst>
                                  <p:childTnLst>
                                    <p:animMotion origin="layout" path="M 0.0105 -0.012223 L 0.01225 -0.013957 E" pathEditMode="relative" rAng="0" ptsTypes="AA">
                                      <p:cBhvr>
                                        <p:cTn id="1272" dur="337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1273" presetID="6" presetClass="emph" presetSubtype="0" fill="hold" grpId="13" nodeType="withEffect">
                                  <p:stCondLst>
                                    <p:cond delay="2065"/>
                                  </p:stCondLst>
                                  <p:childTnLst>
                                    <p:animScale>
                                      <p:cBhvr>
                                        <p:cTn id="1274" dur="337" fill="hold"/>
                                        <p:tgtEl>
                                          <p:spTgt spid="6"/>
                                        </p:tgtEl>
                                      </p:cBhvr>
                                      <p:by x="97837" y="97837"/>
                                    </p:animScale>
                                  </p:childTnLst>
                                </p:cTn>
                              </p:par>
                              <p:par>
                                <p:cTn id="1275" presetID="0" presetClass="path" presetSubtype="0" fill="hold" grpId="12" nodeType="withEffect">
                                  <p:stCondLst>
                                    <p:cond delay="2065"/>
                                  </p:stCondLst>
                                  <p:childTnLst>
                                    <p:animMotion origin="layout" path="M 0.082434 -0.010815 L 0.101556 -0.002988 E" pathEditMode="relative" rAng="0" ptsTypes="AA">
                                      <p:cBhvr>
                                        <p:cTn id="1276" dur="337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1277" presetID="8" presetClass="emph" presetSubtype="0" fill="hold" grpId="13" nodeType="withEffect">
                                  <p:stCondLst>
                                    <p:cond delay="2065"/>
                                  </p:stCondLst>
                                  <p:childTnLst>
                                    <p:animRot by="-38040">
                                      <p:cBhvr>
                                        <p:cTn id="1278" dur="337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279" presetID="0" presetClass="path" presetSubtype="0" fill="hold" grpId="12" nodeType="withEffect">
                                  <p:stCondLst>
                                    <p:cond delay="2085"/>
                                  </p:stCondLst>
                                  <p:childTnLst>
                                    <p:animMotion origin="layout" path="M 0.082891 -0.015394 L 0.101894 -0.006576 E" pathEditMode="relative" rAng="0" ptsTypes="AA">
                                      <p:cBhvr>
                                        <p:cTn id="1280" dur="337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1281" presetID="8" presetClass="emph" presetSubtype="0" fill="hold" grpId="13" nodeType="withEffect">
                                  <p:stCondLst>
                                    <p:cond delay="2085"/>
                                  </p:stCondLst>
                                  <p:childTnLst>
                                    <p:animRot by="-38040">
                                      <p:cBhvr>
                                        <p:cTn id="1282" dur="337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283" presetID="0" presetClass="path" presetSubtype="0" fill="hold" grpId="12" nodeType="withEffect">
                                  <p:stCondLst>
                                    <p:cond delay="2105"/>
                                  </p:stCondLst>
                                  <p:childTnLst>
                                    <p:animMotion origin="layout" path="M 0.082959 -0.015392 L 0.101947 -0.006575 E" pathEditMode="relative" rAng="0" ptsTypes="AA">
                                      <p:cBhvr>
                                        <p:cTn id="1284" dur="337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1285" presetID="8" presetClass="emph" presetSubtype="0" fill="hold" grpId="13" nodeType="withEffect">
                                  <p:stCondLst>
                                    <p:cond delay="2105"/>
                                  </p:stCondLst>
                                  <p:childTnLst>
                                    <p:animRot by="-38040">
                                      <p:cBhvr>
                                        <p:cTn id="1286" dur="337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287" presetID="0" presetClass="path" presetSubtype="0" fill="hold" grpId="12" nodeType="withEffect">
                                  <p:stCondLst>
                                    <p:cond delay="2125"/>
                                  </p:stCondLst>
                                  <p:childTnLst>
                                    <p:animMotion origin="layout" path="M 0.086824 -0.014949 L 0.104976 -0.006245 E" pathEditMode="relative" rAng="0" ptsTypes="AA">
                                      <p:cBhvr>
                                        <p:cTn id="1288" dur="337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1289" presetID="8" presetClass="emph" presetSubtype="0" fill="hold" grpId="13" nodeType="withEffect">
                                  <p:stCondLst>
                                    <p:cond delay="2125"/>
                                  </p:stCondLst>
                                  <p:childTnLst>
                                    <p:animRot by="-38040">
                                      <p:cBhvr>
                                        <p:cTn id="1290" dur="337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291" presetID="0" presetClass="path" presetSubtype="0" fill="hold" grpId="12" nodeType="withEffect">
                                  <p:stCondLst>
                                    <p:cond delay="2145"/>
                                  </p:stCondLst>
                                  <p:childTnLst>
                                    <p:animMotion origin="layout" path="M 0.086776 -0.013038 L 0.104946 -0.004748 E" pathEditMode="relative" rAng="0" ptsTypes="AA">
                                      <p:cBhvr>
                                        <p:cTn id="1292" dur="337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1293" presetID="8" presetClass="emph" presetSubtype="0" fill="hold" grpId="13" nodeType="withEffect">
                                  <p:stCondLst>
                                    <p:cond delay="2145"/>
                                  </p:stCondLst>
                                  <p:childTnLst>
                                    <p:animRot by="-38040">
                                      <p:cBhvr>
                                        <p:cTn id="1294" dur="337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295" presetID="0" presetClass="path" presetSubtype="0" fill="hold" grpId="12" nodeType="withEffect">
                                  <p:stCondLst>
                                    <p:cond delay="2165"/>
                                  </p:stCondLst>
                                  <p:childTnLst>
                                    <p:animMotion origin="layout" path="M 0.088972 -0.013173 L 0.106665 -0.004863 E" pathEditMode="relative" rAng="0" ptsTypes="AA">
                                      <p:cBhvr>
                                        <p:cTn id="1296" dur="337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1297" presetID="8" presetClass="emph" presetSubtype="0" fill="hold" grpId="13" nodeType="withEffect">
                                  <p:stCondLst>
                                    <p:cond delay="2165"/>
                                  </p:stCondLst>
                                  <p:childTnLst>
                                    <p:animRot by="-38040">
                                      <p:cBhvr>
                                        <p:cTn id="1298" dur="337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299" presetID="0" presetClass="path" presetSubtype="0" fill="hold" grpId="12" nodeType="withEffect">
                                  <p:stCondLst>
                                    <p:cond delay="2185"/>
                                  </p:stCondLst>
                                  <p:childTnLst>
                                    <p:animMotion origin="layout" path="M 0.086458 -0.013237 L 0.104696 -0.004902 E" pathEditMode="relative" rAng="0" ptsTypes="AA">
                                      <p:cBhvr>
                                        <p:cTn id="1300" dur="337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1301" presetID="8" presetClass="emph" presetSubtype="0" fill="hold" grpId="13" nodeType="withEffect">
                                  <p:stCondLst>
                                    <p:cond delay="2185"/>
                                  </p:stCondLst>
                                  <p:childTnLst>
                                    <p:animRot by="-38040">
                                      <p:cBhvr>
                                        <p:cTn id="1302" dur="337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303" presetID="0" presetClass="path" presetSubtype="0" fill="hold" grpId="12" nodeType="withEffect">
                                  <p:stCondLst>
                                    <p:cond delay="2205"/>
                                  </p:stCondLst>
                                  <p:childTnLst>
                                    <p:animMotion origin="layout" path="M 0.084011 -0.013299 L 0.10278 -0.004941 E" pathEditMode="relative" rAng="0" ptsTypes="AA">
                                      <p:cBhvr>
                                        <p:cTn id="1304" dur="337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1305" presetID="8" presetClass="emph" presetSubtype="0" fill="hold" grpId="13" nodeType="withEffect">
                                  <p:stCondLst>
                                    <p:cond delay="2205"/>
                                  </p:stCondLst>
                                  <p:childTnLst>
                                    <p:animRot by="-38040">
                                      <p:cBhvr>
                                        <p:cTn id="1306" dur="337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307" presetID="0" presetClass="path" presetSubtype="0" fill="hold" grpId="14" nodeType="withEffect">
                                  <p:stCondLst>
                                    <p:cond delay="2362"/>
                                  </p:stCondLst>
                                  <p:childTnLst>
                                    <p:animMotion origin="layout" path="M 0.01225 -0.013957 L 0.014 -0.015556 E" pathEditMode="relative" rAng="0" ptsTypes="AA">
                                      <p:cBhvr>
                                        <p:cTn id="1308" dur="338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1309" presetID="6" presetClass="emph" presetSubtype="0" fill="hold" grpId="15" nodeType="withEffect">
                                  <p:stCondLst>
                                    <p:cond delay="2362"/>
                                  </p:stCondLst>
                                  <p:childTnLst>
                                    <p:animScale>
                                      <p:cBhvr>
                                        <p:cTn id="1310" dur="338" fill="hold"/>
                                        <p:tgtEl>
                                          <p:spTgt spid="7"/>
                                        </p:tgtEl>
                                      </p:cBhvr>
                                      <p:by x="97390" y="97390"/>
                                    </p:animScale>
                                  </p:childTnLst>
                                </p:cTn>
                              </p:par>
                              <p:par>
                                <p:cTn id="1311" presetID="0" presetClass="path" presetSubtype="0" fill="hold" grpId="14" nodeType="withEffect">
                                  <p:stCondLst>
                                    <p:cond delay="2362"/>
                                  </p:stCondLst>
                                  <p:childTnLst>
                                    <p:animMotion origin="layout" path="M 0.0378 -0.01928 L 0.0432 -0.01794 E" pathEditMode="relative" rAng="0" ptsTypes="AA">
                                      <p:cBhvr>
                                        <p:cTn id="1312" dur="338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1313" presetID="6" presetClass="emph" presetSubtype="0" fill="hold" grpId="15" nodeType="withEffect">
                                  <p:stCondLst>
                                    <p:cond delay="2362"/>
                                  </p:stCondLst>
                                  <p:childTnLst>
                                    <p:animScale>
                                      <p:cBhvr>
                                        <p:cTn id="1314" dur="338" fill="hold"/>
                                        <p:tgtEl>
                                          <p:spTgt spid="9"/>
                                        </p:tgtEl>
                                      </p:cBhvr>
                                      <p:by x="98792" y="98792"/>
                                    </p:animScale>
                                  </p:childTnLst>
                                </p:cTn>
                              </p:par>
                              <p:par>
                                <p:cTn id="1315" presetID="0" presetClass="path" presetSubtype="0" fill="hold" grpId="14" nodeType="withEffect">
                                  <p:stCondLst>
                                    <p:cond delay="2362"/>
                                  </p:stCondLst>
                                  <p:childTnLst>
                                    <p:animMotion origin="layout" path="M 0.0504 -0.015375 L 0.0576 -0.008669 E" pathEditMode="relative" rAng="0" ptsTypes="AA">
                                      <p:cBhvr>
                                        <p:cTn id="1316" dur="338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1317" presetID="6" presetClass="emph" presetSubtype="0" fill="hold" grpId="15" nodeType="withEffect">
                                  <p:stCondLst>
                                    <p:cond delay="2362"/>
                                  </p:stCondLst>
                                  <p:childTnLst>
                                    <p:animScale>
                                      <p:cBhvr>
                                        <p:cTn id="1318" dur="338" fill="hold"/>
                                        <p:tgtEl>
                                          <p:spTgt spid="11"/>
                                        </p:tgtEl>
                                      </p:cBhvr>
                                      <p:by x="98412" y="98412"/>
                                    </p:animScale>
                                  </p:childTnLst>
                                </p:cTn>
                              </p:par>
                              <p:par>
                                <p:cTn id="1319" presetID="0" presetClass="path" presetSubtype="0" fill="hold" grpId="14" nodeType="withEffect">
                                  <p:stCondLst>
                                    <p:cond delay="2362"/>
                                  </p:stCondLst>
                                  <p:childTnLst>
                                    <p:animMotion origin="layout" path="M -0.063 0.016432 L -0.072 0.021047 E" pathEditMode="relative" rAng="0" ptsTypes="AA">
                                      <p:cBhvr>
                                        <p:cTn id="1320" dur="338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1321" presetID="6" presetClass="emph" presetSubtype="0" fill="hold" grpId="15" nodeType="withEffect">
                                  <p:stCondLst>
                                    <p:cond delay="2362"/>
                                  </p:stCondLst>
                                  <p:childTnLst>
                                    <p:animScale>
                                      <p:cBhvr>
                                        <p:cTn id="1322" dur="338" fill="hold"/>
                                        <p:tgtEl>
                                          <p:spTgt spid="13"/>
                                        </p:tgtEl>
                                      </p:cBhvr>
                                      <p:by x="98542" y="98542"/>
                                    </p:animScale>
                                  </p:childTnLst>
                                </p:cTn>
                              </p:par>
                              <p:par>
                                <p:cTn id="1323" presetID="0" presetClass="path" presetSubtype="0" fill="hold" grpId="14" nodeType="withEffect">
                                  <p:stCondLst>
                                    <p:cond delay="2362"/>
                                  </p:stCondLst>
                                  <p:childTnLst>
                                    <p:animMotion origin="layout" path="M 0.0252 0.013057 L 0.0288 0.011212 E" pathEditMode="relative" rAng="0" ptsTypes="AA">
                                      <p:cBhvr>
                                        <p:cTn id="1324" dur="338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1325" presetID="6" presetClass="emph" presetSubtype="0" fill="hold" grpId="15" nodeType="withEffect">
                                  <p:stCondLst>
                                    <p:cond delay="2362"/>
                                  </p:stCondLst>
                                  <p:childTnLst>
                                    <p:animScale>
                                      <p:cBhvr>
                                        <p:cTn id="1326" dur="338" fill="hold"/>
                                        <p:tgtEl>
                                          <p:spTgt spid="15"/>
                                        </p:tgtEl>
                                      </p:cBhvr>
                                      <p:by x="99195" y="99195"/>
                                    </p:animScale>
                                  </p:childTnLst>
                                </p:cTn>
                              </p:par>
                              <p:par>
                                <p:cTn id="1327" presetID="0" presetClass="path" presetSubtype="0" fill="hold" grpId="14" nodeType="withEffect">
                                  <p:stCondLst>
                                    <p:cond delay="2362"/>
                                  </p:stCondLst>
                                  <p:childTnLst>
                                    <p:animMotion origin="layout" path="M 0.0378 0.006142 L 0.0432 0.001112 E" pathEditMode="relative" rAng="0" ptsTypes="AA">
                                      <p:cBhvr>
                                        <p:cTn id="1328" dur="338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1329" presetID="6" presetClass="emph" presetSubtype="0" fill="hold" grpId="15" nodeType="withEffect">
                                  <p:stCondLst>
                                    <p:cond delay="2362"/>
                                  </p:stCondLst>
                                  <p:childTnLst>
                                    <p:animScale>
                                      <p:cBhvr>
                                        <p:cTn id="1330" dur="338" fill="hold"/>
                                        <p:tgtEl>
                                          <p:spTgt spid="17"/>
                                        </p:tgtEl>
                                      </p:cBhvr>
                                      <p:by x="100119" y="100119"/>
                                    </p:animScale>
                                  </p:childTnLst>
                                </p:cTn>
                              </p:par>
                              <p:par>
                                <p:cTn id="1331" presetID="0" presetClass="path" presetSubtype="0" fill="hold" grpId="21" nodeType="withEffect">
                                  <p:stCondLst>
                                    <p:cond delay="2362"/>
                                  </p:stCondLst>
                                  <p:childTnLst>
                                    <p:animMotion origin="layout" path="M -0.014865 -0.002689 L -0 0 E" pathEditMode="relative" rAng="0" ptsTypes="AA">
                                      <p:cBhvr>
                                        <p:cTn id="1332" dur="338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1333" presetID="6" presetClass="emph" presetSubtype="0" fill="hold" grpId="22" nodeType="withEffect">
                                  <p:stCondLst>
                                    <p:cond delay="2362"/>
                                  </p:stCondLst>
                                  <p:childTnLst>
                                    <p:animScale>
                                      <p:cBhvr>
                                        <p:cTn id="1334" dur="338" fill="hold"/>
                                        <p:tgtEl>
                                          <p:spTgt spid="28"/>
                                        </p:tgtEl>
                                      </p:cBhvr>
                                      <p:by x="101595" y="101595"/>
                                    </p:animScale>
                                  </p:childTnLst>
                                </p:cTn>
                              </p:par>
                              <p:par>
                                <p:cTn id="1335" presetID="8" presetClass="emph" presetSubtype="0" fill="hold" grpId="23" nodeType="withEffect">
                                  <p:stCondLst>
                                    <p:cond delay="2362"/>
                                  </p:stCondLst>
                                  <p:childTnLst>
                                    <p:animRot by="55560">
                                      <p:cBhvr>
                                        <p:cTn id="1336" dur="338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337" presetID="0" presetClass="path" presetSubtype="0" fill="hold" grpId="21" nodeType="withEffect">
                                  <p:stCondLst>
                                    <p:cond delay="2362"/>
                                  </p:stCondLst>
                                  <p:childTnLst>
                                    <p:animMotion origin="layout" path="M 0.014207 0.005203 L -0 -0 E" pathEditMode="relative" rAng="0" ptsTypes="AA">
                                      <p:cBhvr>
                                        <p:cTn id="1338" dur="338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1339" presetID="6" presetClass="emph" presetSubtype="0" fill="hold" grpId="22" nodeType="withEffect">
                                  <p:stCondLst>
                                    <p:cond delay="2362"/>
                                  </p:stCondLst>
                                  <p:childTnLst>
                                    <p:animScale>
                                      <p:cBhvr>
                                        <p:cTn id="1340" dur="338" fill="hold"/>
                                        <p:tgtEl>
                                          <p:spTgt spid="29"/>
                                        </p:tgtEl>
                                      </p:cBhvr>
                                      <p:by x="101338" y="101338"/>
                                    </p:animScale>
                                  </p:childTnLst>
                                </p:cTn>
                              </p:par>
                              <p:par>
                                <p:cTn id="1341" presetID="8" presetClass="emph" presetSubtype="0" fill="hold" grpId="23" nodeType="withEffect">
                                  <p:stCondLst>
                                    <p:cond delay="2362"/>
                                  </p:stCondLst>
                                  <p:childTnLst>
                                    <p:animRot by="-46620">
                                      <p:cBhvr>
                                        <p:cTn id="1342" dur="338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343" presetID="0" presetClass="path" presetSubtype="0" fill="hold" grpId="21" nodeType="withEffect">
                                  <p:stCondLst>
                                    <p:cond delay="2362"/>
                                  </p:stCondLst>
                                  <p:childTnLst>
                                    <p:animMotion origin="layout" path="M 0.003114 0.009236 L 0 0 E" pathEditMode="relative" rAng="0" ptsTypes="AA">
                                      <p:cBhvr>
                                        <p:cTn id="1344" dur="338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1345" presetID="6" presetClass="emph" presetSubtype="0" fill="hold" grpId="22" nodeType="withEffect">
                                  <p:stCondLst>
                                    <p:cond delay="2362"/>
                                  </p:stCondLst>
                                  <p:childTnLst>
                                    <p:animScale>
                                      <p:cBhvr>
                                        <p:cTn id="1346" dur="338" fill="hold"/>
                                        <p:tgtEl>
                                          <p:spTgt spid="30"/>
                                        </p:tgtEl>
                                      </p:cBhvr>
                                      <p:by x="99741" y="99741"/>
                                    </p:animScale>
                                  </p:childTnLst>
                                </p:cTn>
                              </p:par>
                              <p:par>
                                <p:cTn id="1347" presetID="8" presetClass="emph" presetSubtype="0" fill="hold" grpId="23" nodeType="withEffect">
                                  <p:stCondLst>
                                    <p:cond delay="2362"/>
                                  </p:stCondLst>
                                  <p:childTnLst>
                                    <p:animRot by="-9120">
                                      <p:cBhvr>
                                        <p:cTn id="1348" dur="338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349" presetID="0" presetClass="path" presetSubtype="0" fill="hold" grpId="21" nodeType="withEffect">
                                  <p:stCondLst>
                                    <p:cond delay="2362"/>
                                  </p:stCondLst>
                                  <p:childTnLst>
                                    <p:animMotion origin="layout" path="M -0.021085 0.00372 L -0 0 E" pathEditMode="relative" rAng="0" ptsTypes="AA">
                                      <p:cBhvr>
                                        <p:cTn id="1350" dur="338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1351" presetID="6" presetClass="emph" presetSubtype="0" fill="hold" grpId="22" nodeType="withEffect">
                                  <p:stCondLst>
                                    <p:cond delay="2362"/>
                                  </p:stCondLst>
                                  <p:childTnLst>
                                    <p:animScale>
                                      <p:cBhvr>
                                        <p:cTn id="1352" dur="338" fill="hold"/>
                                        <p:tgtEl>
                                          <p:spTgt spid="31"/>
                                        </p:tgtEl>
                                      </p:cBhvr>
                                      <p:by x="98454" y="98454"/>
                                    </p:animScale>
                                  </p:childTnLst>
                                </p:cTn>
                              </p:par>
                              <p:par>
                                <p:cTn id="1353" presetID="8" presetClass="emph" presetSubtype="0" fill="hold" grpId="23" nodeType="withEffect">
                                  <p:stCondLst>
                                    <p:cond delay="2362"/>
                                  </p:stCondLst>
                                  <p:childTnLst>
                                    <p:animRot by="55740">
                                      <p:cBhvr>
                                        <p:cTn id="1354" dur="338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355" presetID="0" presetClass="path" presetSubtype="0" fill="hold" grpId="21" nodeType="withEffect">
                                  <p:stCondLst>
                                    <p:cond delay="2362"/>
                                  </p:stCondLst>
                                  <p:childTnLst>
                                    <p:animMotion origin="layout" path="M 0.01069 -0.003983 L 0 -0 E" pathEditMode="relative" rAng="0" ptsTypes="AA">
                                      <p:cBhvr>
                                        <p:cTn id="1356" dur="338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1357" presetID="6" presetClass="emph" presetSubtype="0" fill="hold" grpId="22" nodeType="withEffect">
                                  <p:stCondLst>
                                    <p:cond delay="2362"/>
                                  </p:stCondLst>
                                  <p:childTnLst>
                                    <p:animScale>
                                      <p:cBhvr>
                                        <p:cTn id="1358" dur="338" fill="hold"/>
                                        <p:tgtEl>
                                          <p:spTgt spid="42"/>
                                        </p:tgtEl>
                                      </p:cBhvr>
                                      <p:by x="98707" y="98707"/>
                                    </p:animScale>
                                  </p:childTnLst>
                                </p:cTn>
                              </p:par>
                              <p:par>
                                <p:cTn id="1359" presetID="8" presetClass="emph" presetSubtype="0" fill="hold" grpId="23" nodeType="withEffect">
                                  <p:stCondLst>
                                    <p:cond delay="2362"/>
                                  </p:stCondLst>
                                  <p:childTnLst>
                                    <p:animRot by="-46320">
                                      <p:cBhvr>
                                        <p:cTn id="1360" dur="338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361" presetID="0" presetClass="path" presetSubtype="0" fill="hold" grpId="14" nodeType="withEffect">
                                  <p:stCondLst>
                                    <p:cond delay="2362"/>
                                  </p:stCondLst>
                                  <p:childTnLst>
                                    <p:animMotion origin="layout" path="M 0.099489 -0.006175 L 0.12 -0.0016 E" pathEditMode="relative" rAng="0" ptsTypes="AA">
                                      <p:cBhvr>
                                        <p:cTn id="1362" dur="338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1363" presetID="8" presetClass="emph" presetSubtype="0" fill="hold" grpId="15" nodeType="withEffect">
                                  <p:stCondLst>
                                    <p:cond delay="2362"/>
                                  </p:stCondLst>
                                  <p:childTnLst>
                                    <p:animRot by="-137280">
                                      <p:cBhvr>
                                        <p:cTn id="1364" dur="338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365" presetID="0" presetClass="path" presetSubtype="0" fill="hold" grpId="21" nodeType="withEffect">
                                  <p:stCondLst>
                                    <p:cond delay="2362"/>
                                  </p:stCondLst>
                                  <p:childTnLst>
                                    <p:animMotion origin="layout" path="M 0.1239 -0.00176 L 0.1416 0.008677 E" pathEditMode="relative" rAng="0" ptsTypes="AA">
                                      <p:cBhvr>
                                        <p:cTn id="1366" dur="338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1367" presetID="6" presetClass="emph" presetSubtype="0" fill="hold" grpId="22" nodeType="withEffect">
                                  <p:stCondLst>
                                    <p:cond delay="2362"/>
                                  </p:stCondLst>
                                  <p:childTnLst>
                                    <p:animScale>
                                      <p:cBhvr>
                                        <p:cTn id="1368" dur="338" fill="hold"/>
                                        <p:tgtEl>
                                          <p:spTgt spid="21"/>
                                        </p:tgtEl>
                                      </p:cBhvr>
                                      <p:by x="106431" y="106431"/>
                                    </p:animScale>
                                  </p:childTnLst>
                                </p:cTn>
                              </p:par>
                              <p:par>
                                <p:cTn id="1369" presetID="8" presetClass="emph" presetSubtype="0" fill="hold" grpId="23" nodeType="withEffect">
                                  <p:stCondLst>
                                    <p:cond delay="2362"/>
                                  </p:stCondLst>
                                  <p:childTnLst>
                                    <p:animRot by="-51840">
                                      <p:cBhvr>
                                        <p:cTn id="1370" dur="338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371" presetID="0" presetClass="path" presetSubtype="0" fill="hold" grpId="21" nodeType="withEffect">
                                  <p:stCondLst>
                                    <p:cond delay="2362"/>
                                  </p:stCondLst>
                                  <p:childTnLst>
                                    <p:animMotion origin="layout" path="M 0.1344 0.009695 L 0.1536 0.01477 E" pathEditMode="relative" rAng="0" ptsTypes="AA">
                                      <p:cBhvr>
                                        <p:cTn id="1372" dur="338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1373" presetID="6" presetClass="emph" presetSubtype="0" fill="hold" grpId="22" nodeType="withEffect">
                                  <p:stCondLst>
                                    <p:cond delay="2362"/>
                                  </p:stCondLst>
                                  <p:childTnLst>
                                    <p:animScale>
                                      <p:cBhvr>
                                        <p:cTn id="1374" dur="338" fill="hold"/>
                                        <p:tgtEl>
                                          <p:spTgt spid="23"/>
                                        </p:tgtEl>
                                      </p:cBhvr>
                                      <p:by x="103122" y="103122"/>
                                    </p:animScale>
                                  </p:childTnLst>
                                </p:cTn>
                              </p:par>
                              <p:par>
                                <p:cTn id="1375" presetID="8" presetClass="emph" presetSubtype="0" fill="hold" grpId="23" nodeType="withEffect">
                                  <p:stCondLst>
                                    <p:cond delay="2362"/>
                                  </p:stCondLst>
                                  <p:childTnLst>
                                    <p:animRot by="-240960">
                                      <p:cBhvr>
                                        <p:cTn id="1376" dur="338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377" presetID="0" presetClass="path" presetSubtype="0" fill="hold" grpId="21" nodeType="withEffect">
                                  <p:stCondLst>
                                    <p:cond delay="2362"/>
                                  </p:stCondLst>
                                  <p:childTnLst>
                                    <p:animMotion origin="layout" path="M 0.1449 0.011225 L 0.1656 0.00701 E" pathEditMode="relative" rAng="0" ptsTypes="AA">
                                      <p:cBhvr>
                                        <p:cTn id="1378" dur="338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1379" presetID="6" presetClass="emph" presetSubtype="0" fill="hold" grpId="22" nodeType="withEffect">
                                  <p:stCondLst>
                                    <p:cond delay="2362"/>
                                  </p:stCondLst>
                                  <p:childTnLst>
                                    <p:animScale>
                                      <p:cBhvr>
                                        <p:cTn id="1380" dur="338" fill="hold"/>
                                        <p:tgtEl>
                                          <p:spTgt spid="25"/>
                                        </p:tgtEl>
                                      </p:cBhvr>
                                      <p:by x="98109" y="98109"/>
                                    </p:animScale>
                                  </p:childTnLst>
                                </p:cTn>
                              </p:par>
                              <p:par>
                                <p:cTn id="1381" presetID="8" presetClass="emph" presetSubtype="0" fill="hold" grpId="23" nodeType="withEffect">
                                  <p:stCondLst>
                                    <p:cond delay="2362"/>
                                  </p:stCondLst>
                                  <p:childTnLst>
                                    <p:animRot by="-266220">
                                      <p:cBhvr>
                                        <p:cTn id="1382" dur="338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383" presetID="0" presetClass="path" presetSubtype="0" fill="hold" grpId="14" nodeType="withEffect">
                                  <p:stCondLst>
                                    <p:cond delay="2362"/>
                                  </p:stCondLst>
                                  <p:childTnLst>
                                    <p:animMotion origin="layout" path="M -0.001837 -0.009129 L -0.021799 -0.008754 E" pathEditMode="relative" rAng="0" ptsTypes="AA">
                                      <p:cBhvr>
                                        <p:cTn id="1384" dur="338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1385" presetID="6" presetClass="emph" presetSubtype="0" fill="hold" grpId="15" nodeType="withEffect">
                                  <p:stCondLst>
                                    <p:cond delay="2362"/>
                                  </p:stCondLst>
                                  <p:childTnLst>
                                    <p:animScale>
                                      <p:cBhvr>
                                        <p:cTn id="1386" dur="338" fill="hold"/>
                                        <p:tgtEl>
                                          <p:spTgt spid="43"/>
                                        </p:tgtEl>
                                      </p:cBhvr>
                                      <p:by x="78034" y="78034"/>
                                    </p:animScale>
                                  </p:childTnLst>
                                </p:cTn>
                              </p:par>
                              <p:par>
                                <p:cTn id="1387" presetID="0" presetClass="path" presetSubtype="0" fill="hold" grpId="14" nodeType="withEffect">
                                  <p:stCondLst>
                                    <p:cond delay="2362"/>
                                  </p:stCondLst>
                                  <p:childTnLst>
                                    <p:animMotion origin="layout" path="M -0.029279 -0.001901 L -0.033437 0.004077 E" pathEditMode="relative" rAng="0" ptsTypes="AA">
                                      <p:cBhvr>
                                        <p:cTn id="1388" dur="338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1389" presetID="6" presetClass="emph" presetSubtype="0" fill="hold" grpId="15" nodeType="withEffect">
                                  <p:stCondLst>
                                    <p:cond delay="2362"/>
                                  </p:stCondLst>
                                  <p:childTnLst>
                                    <p:animScale>
                                      <p:cBhvr>
                                        <p:cTn id="1390" dur="338" fill="hold"/>
                                        <p:tgtEl>
                                          <p:spTgt spid="44"/>
                                        </p:tgtEl>
                                      </p:cBhvr>
                                      <p:by x="93999" y="93999"/>
                                    </p:animScale>
                                  </p:childTnLst>
                                </p:cTn>
                              </p:par>
                              <p:par>
                                <p:cTn id="1391" presetID="0" presetClass="path" presetSubtype="0" fill="hold" grpId="14" nodeType="withEffect">
                                  <p:stCondLst>
                                    <p:cond delay="2362"/>
                                  </p:stCondLst>
                                  <p:childTnLst>
                                    <p:animMotion origin="layout" path="M -0.013828 0.008112 L 0.003911 0.010935 E" pathEditMode="relative" rAng="0" ptsTypes="AA">
                                      <p:cBhvr>
                                        <p:cTn id="1392" dur="338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1393" presetID="6" presetClass="emph" presetSubtype="0" fill="hold" grpId="15" nodeType="withEffect">
                                  <p:stCondLst>
                                    <p:cond delay="2362"/>
                                  </p:stCondLst>
                                  <p:childTnLst>
                                    <p:animScale>
                                      <p:cBhvr>
                                        <p:cTn id="1394" dur="338" fill="hold"/>
                                        <p:tgtEl>
                                          <p:spTgt spid="45"/>
                                        </p:tgtEl>
                                      </p:cBhvr>
                                      <p:by x="126862" y="126862"/>
                                    </p:animScale>
                                  </p:childTnLst>
                                </p:cTn>
                              </p:par>
                              <p:par>
                                <p:cTn id="1395" presetID="0" presetClass="path" presetSubtype="0" fill="hold" grpId="14" nodeType="withEffect">
                                  <p:stCondLst>
                                    <p:cond delay="2362"/>
                                  </p:stCondLst>
                                  <p:childTnLst>
                                    <p:animMotion origin="layout" path="M 0.021881 0.006241 L 0.035529 0.001774 E" pathEditMode="relative" rAng="0" ptsTypes="AA">
                                      <p:cBhvr>
                                        <p:cTn id="1396" dur="338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1397" presetID="6" presetClass="emph" presetSubtype="0" fill="hold" grpId="15" nodeType="withEffect">
                                  <p:stCondLst>
                                    <p:cond delay="2362"/>
                                  </p:stCondLst>
                                  <p:childTnLst>
                                    <p:animScale>
                                      <p:cBhvr>
                                        <p:cTn id="1398" dur="338" fill="hold"/>
                                        <p:tgtEl>
                                          <p:spTgt spid="46"/>
                                        </p:tgtEl>
                                      </p:cBhvr>
                                      <p:by x="115881" y="115881"/>
                                    </p:animScale>
                                  </p:childTnLst>
                                </p:cTn>
                              </p:par>
                              <p:par>
                                <p:cTn id="1399" presetID="0" presetClass="path" presetSubtype="0" fill="hold" grpId="14" nodeType="withEffect">
                                  <p:stCondLst>
                                    <p:cond delay="2362"/>
                                  </p:stCondLst>
                                  <p:childTnLst>
                                    <p:animMotion origin="layout" path="M 0.066658 -0.010056 L 0.0804 -0.0016 E" pathEditMode="relative" rAng="0" ptsTypes="AA">
                                      <p:cBhvr>
                                        <p:cTn id="1400" dur="338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1401" presetID="8" presetClass="emph" presetSubtype="0" fill="hold" grpId="15" nodeType="withEffect">
                                  <p:stCondLst>
                                    <p:cond delay="2362"/>
                                  </p:stCondLst>
                                  <p:childTnLst>
                                    <p:animRot by="-53760">
                                      <p:cBhvr>
                                        <p:cTn id="1402" dur="338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403" presetID="0" presetClass="path" presetSubtype="0" fill="hold" grpId="14" nodeType="withEffect">
                                  <p:stCondLst>
                                    <p:cond delay="2362"/>
                                  </p:stCondLst>
                                  <p:childTnLst>
                                    <p:animMotion origin="layout" path="M 0.078597 -0.006042 L 0.0948 -0.0016 E" pathEditMode="relative" rAng="0" ptsTypes="AA">
                                      <p:cBhvr>
                                        <p:cTn id="1404" dur="338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1405" presetID="8" presetClass="emph" presetSubtype="0" fill="hold" grpId="15" nodeType="withEffect">
                                  <p:stCondLst>
                                    <p:cond delay="2362"/>
                                  </p:stCondLst>
                                  <p:childTnLst>
                                    <p:animRot by="-138660">
                                      <p:cBhvr>
                                        <p:cTn id="1406" dur="338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407" presetID="0" presetClass="path" presetSubtype="0" fill="hold" grpId="14" nodeType="withEffect">
                                  <p:stCondLst>
                                    <p:cond delay="2362"/>
                                  </p:stCondLst>
                                  <p:childTnLst>
                                    <p:animMotion origin="layout" path="M 0.054719 0.000155 L 0.066 -0.0016 E" pathEditMode="relative" rAng="0" ptsTypes="AA">
                                      <p:cBhvr>
                                        <p:cTn id="1408" dur="338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1409" presetID="8" presetClass="emph" presetSubtype="0" fill="hold" grpId="15" nodeType="withEffect">
                                  <p:stCondLst>
                                    <p:cond delay="2362"/>
                                  </p:stCondLst>
                                  <p:childTnLst>
                                    <p:animRot by="-158400">
                                      <p:cBhvr>
                                        <p:cTn id="1410" dur="338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411" presetID="0" presetClass="path" presetSubtype="0" fill="hold" grpId="14" nodeType="withEffect">
                                  <p:stCondLst>
                                    <p:cond delay="2382"/>
                                  </p:stCondLst>
                                  <p:childTnLst>
                                    <p:animMotion origin="layout" path="M 0.01225 -0.013957 L 0.014 -0.015556 E" pathEditMode="relative" rAng="0" ptsTypes="AA">
                                      <p:cBhvr>
                                        <p:cTn id="1412" dur="338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1413" presetID="6" presetClass="emph" presetSubtype="0" fill="hold" grpId="15" nodeType="withEffect">
                                  <p:stCondLst>
                                    <p:cond delay="2382"/>
                                  </p:stCondLst>
                                  <p:childTnLst>
                                    <p:animScale>
                                      <p:cBhvr>
                                        <p:cTn id="1414" dur="338" fill="hold"/>
                                        <p:tgtEl>
                                          <p:spTgt spid="5"/>
                                        </p:tgtEl>
                                      </p:cBhvr>
                                      <p:by x="97390" y="97390"/>
                                    </p:animScale>
                                  </p:childTnLst>
                                </p:cTn>
                              </p:par>
                              <p:par>
                                <p:cTn id="1415" presetID="0" presetClass="path" presetSubtype="0" fill="hold" grpId="14" nodeType="withEffect">
                                  <p:stCondLst>
                                    <p:cond delay="2382"/>
                                  </p:stCondLst>
                                  <p:childTnLst>
                                    <p:animMotion origin="layout" path="M 0.037705 -0.019269 L 0.043226 -0.017943 E" pathEditMode="relative" rAng="0" ptsTypes="AA">
                                      <p:cBhvr>
                                        <p:cTn id="1416" dur="338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1417" presetID="6" presetClass="emph" presetSubtype="0" fill="hold" grpId="15" nodeType="withEffect">
                                  <p:stCondLst>
                                    <p:cond delay="2382"/>
                                  </p:stCondLst>
                                  <p:childTnLst>
                                    <p:animScale>
                                      <p:cBhvr>
                                        <p:cTn id="1418" dur="338" fill="hold"/>
                                        <p:tgtEl>
                                          <p:spTgt spid="10"/>
                                        </p:tgtEl>
                                      </p:cBhvr>
                                      <p:by x="98792" y="98792"/>
                                    </p:animScale>
                                  </p:childTnLst>
                                </p:cTn>
                              </p:par>
                              <p:par>
                                <p:cTn id="1419" presetID="0" presetClass="path" presetSubtype="0" fill="hold" grpId="14" nodeType="withEffect">
                                  <p:stCondLst>
                                    <p:cond delay="2382"/>
                                  </p:stCondLst>
                                  <p:childTnLst>
                                    <p:animMotion origin="layout" path="M 0.050887 -0.015433 L 0.058261 -0.008747 E" pathEditMode="relative" rAng="0" ptsTypes="AA">
                                      <p:cBhvr>
                                        <p:cTn id="1420" dur="338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1421" presetID="6" presetClass="emph" presetSubtype="0" fill="hold" grpId="15" nodeType="withEffect">
                                  <p:stCondLst>
                                    <p:cond delay="2382"/>
                                  </p:stCondLst>
                                  <p:childTnLst>
                                    <p:animScale>
                                      <p:cBhvr>
                                        <p:cTn id="1422" dur="338" fill="hold"/>
                                        <p:tgtEl>
                                          <p:spTgt spid="12"/>
                                        </p:tgtEl>
                                      </p:cBhvr>
                                      <p:by x="98412" y="98412"/>
                                    </p:animScale>
                                  </p:childTnLst>
                                </p:cTn>
                              </p:par>
                              <p:par>
                                <p:cTn id="1423" presetID="0" presetClass="path" presetSubtype="0" fill="hold" grpId="14" nodeType="withEffect">
                                  <p:stCondLst>
                                    <p:cond delay="2382"/>
                                  </p:stCondLst>
                                  <p:childTnLst>
                                    <p:animMotion origin="layout" path="M -0.061998 0.016341 L -0.070832 0.020941 E" pathEditMode="relative" rAng="0" ptsTypes="AA">
                                      <p:cBhvr>
                                        <p:cTn id="1424" dur="338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1425" presetID="6" presetClass="emph" presetSubtype="0" fill="hold" grpId="15" nodeType="withEffect">
                                  <p:stCondLst>
                                    <p:cond delay="2382"/>
                                  </p:stCondLst>
                                  <p:childTnLst>
                                    <p:animScale>
                                      <p:cBhvr>
                                        <p:cTn id="1426" dur="338" fill="hold"/>
                                        <p:tgtEl>
                                          <p:spTgt spid="14"/>
                                        </p:tgtEl>
                                      </p:cBhvr>
                                      <p:by x="98542" y="98542"/>
                                    </p:animScale>
                                  </p:childTnLst>
                                </p:cTn>
                              </p:par>
                              <p:par>
                                <p:cTn id="1427" presetID="0" presetClass="path" presetSubtype="0" fill="hold" grpId="14" nodeType="withEffect">
                                  <p:stCondLst>
                                    <p:cond delay="2382"/>
                                  </p:stCondLst>
                                  <p:childTnLst>
                                    <p:animMotion origin="layout" path="M 0.026181 0.012948 L 0.029857 0.011094 E" pathEditMode="relative" rAng="0" ptsTypes="AA">
                                      <p:cBhvr>
                                        <p:cTn id="1428" dur="338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1429" presetID="6" presetClass="emph" presetSubtype="0" fill="hold" grpId="15" nodeType="withEffect">
                                  <p:stCondLst>
                                    <p:cond delay="2382"/>
                                  </p:stCondLst>
                                  <p:childTnLst>
                                    <p:animScale>
                                      <p:cBhvr>
                                        <p:cTn id="1430" dur="338" fill="hold"/>
                                        <p:tgtEl>
                                          <p:spTgt spid="16"/>
                                        </p:tgtEl>
                                      </p:cBhvr>
                                      <p:by x="99195" y="99195"/>
                                    </p:animScale>
                                  </p:childTnLst>
                                </p:cTn>
                              </p:par>
                              <p:par>
                                <p:cTn id="1431" presetID="0" presetClass="path" presetSubtype="0" fill="hold" grpId="14" nodeType="withEffect">
                                  <p:stCondLst>
                                    <p:cond delay="2382"/>
                                  </p:stCondLst>
                                  <p:childTnLst>
                                    <p:animMotion origin="layout" path="M 0.038439 0.006065 L 0.043829 0.001036 E" pathEditMode="relative" rAng="0" ptsTypes="AA">
                                      <p:cBhvr>
                                        <p:cTn id="1432" dur="338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1433" presetID="6" presetClass="emph" presetSubtype="0" fill="hold" grpId="15" nodeType="withEffect">
                                  <p:stCondLst>
                                    <p:cond delay="2382"/>
                                  </p:stCondLst>
                                  <p:childTnLst>
                                    <p:animScale>
                                      <p:cBhvr>
                                        <p:cTn id="1434" dur="338" fill="hold"/>
                                        <p:tgtEl>
                                          <p:spTgt spid="18"/>
                                        </p:tgtEl>
                                      </p:cBhvr>
                                      <p:by x="100119" y="100119"/>
                                    </p:animScale>
                                  </p:childTnLst>
                                </p:cTn>
                              </p:par>
                              <p:par>
                                <p:cTn id="1435" presetID="0" presetClass="path" presetSubtype="0" fill="hold" grpId="14" nodeType="withEffect">
                                  <p:stCondLst>
                                    <p:cond delay="2382"/>
                                  </p:stCondLst>
                                  <p:childTnLst>
                                    <p:animMotion origin="layout" path="M 0.100182 -0.006191 L 0.12 -0.0016 E" pathEditMode="relative" rAng="0" ptsTypes="AA">
                                      <p:cBhvr>
                                        <p:cTn id="1436" dur="338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1437" presetID="8" presetClass="emph" presetSubtype="0" fill="hold" grpId="15" nodeType="withEffect">
                                  <p:stCondLst>
                                    <p:cond delay="2382"/>
                                  </p:stCondLst>
                                  <p:childTnLst>
                                    <p:animRot by="-137280">
                                      <p:cBhvr>
                                        <p:cTn id="1438" dur="338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439" presetID="0" presetClass="path" presetSubtype="0" fill="hold" grpId="21" nodeType="withEffect">
                                  <p:stCondLst>
                                    <p:cond delay="2382"/>
                                  </p:stCondLst>
                                  <p:childTnLst>
                                    <p:animMotion origin="layout" path="M 0.124496 -0.001815 L 0.142155 0.008295 E" pathEditMode="relative" rAng="0" ptsTypes="AA">
                                      <p:cBhvr>
                                        <p:cTn id="1440" dur="338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1441" presetID="6" presetClass="emph" presetSubtype="0" fill="hold" grpId="22" nodeType="withEffect">
                                  <p:stCondLst>
                                    <p:cond delay="2382"/>
                                  </p:stCondLst>
                                  <p:childTnLst>
                                    <p:animScale>
                                      <p:cBhvr>
                                        <p:cTn id="1442" dur="338" fill="hold"/>
                                        <p:tgtEl>
                                          <p:spTgt spid="22"/>
                                        </p:tgtEl>
                                      </p:cBhvr>
                                      <p:by x="106431" y="106431"/>
                                    </p:animScale>
                                  </p:childTnLst>
                                </p:cTn>
                              </p:par>
                              <p:par>
                                <p:cTn id="1443" presetID="8" presetClass="emph" presetSubtype="0" fill="hold" grpId="23" nodeType="withEffect">
                                  <p:stCondLst>
                                    <p:cond delay="2382"/>
                                  </p:stCondLst>
                                  <p:childTnLst>
                                    <p:animRot by="-51840">
                                      <p:cBhvr>
                                        <p:cTn id="1444" dur="338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445" presetID="0" presetClass="path" presetSubtype="0" fill="hold" grpId="21" nodeType="withEffect">
                                  <p:stCondLst>
                                    <p:cond delay="2382"/>
                                  </p:stCondLst>
                                  <p:childTnLst>
                                    <p:animMotion origin="layout" path="M 0.134674 0.009355 L 0.153564 0.014284 E" pathEditMode="relative" rAng="0" ptsTypes="AA">
                                      <p:cBhvr>
                                        <p:cTn id="1446" dur="338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1447" presetID="6" presetClass="emph" presetSubtype="0" fill="hold" grpId="22" nodeType="withEffect">
                                  <p:stCondLst>
                                    <p:cond delay="2382"/>
                                  </p:stCondLst>
                                  <p:childTnLst>
                                    <p:animScale>
                                      <p:cBhvr>
                                        <p:cTn id="1448" dur="338" fill="hold"/>
                                        <p:tgtEl>
                                          <p:spTgt spid="24"/>
                                        </p:tgtEl>
                                      </p:cBhvr>
                                      <p:by x="103122" y="103122"/>
                                    </p:animScale>
                                  </p:childTnLst>
                                </p:cTn>
                              </p:par>
                              <p:par>
                                <p:cTn id="1449" presetID="8" presetClass="emph" presetSubtype="0" fill="hold" grpId="23" nodeType="withEffect">
                                  <p:stCondLst>
                                    <p:cond delay="2382"/>
                                  </p:stCondLst>
                                  <p:childTnLst>
                                    <p:animRot by="-240960">
                                      <p:cBhvr>
                                        <p:cTn id="1450" dur="338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451" presetID="0" presetClass="path" presetSubtype="0" fill="hold" grpId="21" nodeType="withEffect">
                                  <p:stCondLst>
                                    <p:cond delay="2382"/>
                                  </p:stCondLst>
                                  <p:childTnLst>
                                    <p:animMotion origin="layout" path="M 0.144749 0.010883 L 0.16515 0.006766 E" pathEditMode="relative" rAng="0" ptsTypes="AA">
                                      <p:cBhvr>
                                        <p:cTn id="1452" dur="338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1453" presetID="6" presetClass="emph" presetSubtype="0" fill="hold" grpId="22" nodeType="withEffect">
                                  <p:stCondLst>
                                    <p:cond delay="2382"/>
                                  </p:stCondLst>
                                  <p:childTnLst>
                                    <p:animScale>
                                      <p:cBhvr>
                                        <p:cTn id="1454" dur="338" fill="hold"/>
                                        <p:tgtEl>
                                          <p:spTgt spid="26"/>
                                        </p:tgtEl>
                                      </p:cBhvr>
                                      <p:by x="98109" y="98109"/>
                                    </p:animScale>
                                  </p:childTnLst>
                                </p:cTn>
                              </p:par>
                              <p:par>
                                <p:cTn id="1455" presetID="8" presetClass="emph" presetSubtype="0" fill="hold" grpId="23" nodeType="withEffect">
                                  <p:stCondLst>
                                    <p:cond delay="2382"/>
                                  </p:stCondLst>
                                  <p:childTnLst>
                                    <p:animRot by="-266220">
                                      <p:cBhvr>
                                        <p:cTn id="1456" dur="338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457" presetID="0" presetClass="path" presetSubtype="0" fill="hold" grpId="14" nodeType="withEffect">
                                  <p:stCondLst>
                                    <p:cond delay="2402"/>
                                  </p:stCondLst>
                                  <p:childTnLst>
                                    <p:animMotion origin="layout" path="M 0.01225 -0.013957 L 0.014 -0.015556 E" pathEditMode="relative" rAng="0" ptsTypes="AA">
                                      <p:cBhvr>
                                        <p:cTn id="1458" dur="338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1459" presetID="6" presetClass="emph" presetSubtype="0" fill="hold" grpId="15" nodeType="withEffect">
                                  <p:stCondLst>
                                    <p:cond delay="2402"/>
                                  </p:stCondLst>
                                  <p:childTnLst>
                                    <p:animScale>
                                      <p:cBhvr>
                                        <p:cTn id="1460" dur="338" fill="hold"/>
                                        <p:tgtEl>
                                          <p:spTgt spid="6"/>
                                        </p:tgtEl>
                                      </p:cBhvr>
                                      <p:by x="97390" y="97390"/>
                                    </p:animScale>
                                  </p:childTnLst>
                                </p:cTn>
                              </p:par>
                              <p:par>
                                <p:cTn id="1461" presetID="0" presetClass="path" presetSubtype="0" fill="hold" grpId="14" nodeType="withEffect">
                                  <p:stCondLst>
                                    <p:cond delay="2402"/>
                                  </p:stCondLst>
                                  <p:childTnLst>
                                    <p:animMotion origin="layout" path="M 0.101556 -0.002988 L 0.12 -0.0016 E" pathEditMode="relative" rAng="0" ptsTypes="AA">
                                      <p:cBhvr>
                                        <p:cTn id="1462" dur="338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1463" presetID="8" presetClass="emph" presetSubtype="0" fill="hold" grpId="15" nodeType="withEffect">
                                  <p:stCondLst>
                                    <p:cond delay="2402"/>
                                  </p:stCondLst>
                                  <p:childTnLst>
                                    <p:animRot by="-137280">
                                      <p:cBhvr>
                                        <p:cTn id="1464" dur="338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465" presetID="0" presetClass="path" presetSubtype="0" fill="hold" grpId="14" nodeType="withEffect">
                                  <p:stCondLst>
                                    <p:cond delay="2422"/>
                                  </p:stCondLst>
                                  <p:childTnLst>
                                    <p:animMotion origin="layout" path="M 0.101894 -0.006576 L 0.12 -0.0016 E" pathEditMode="relative" rAng="0" ptsTypes="AA">
                                      <p:cBhvr>
                                        <p:cTn id="1466" dur="338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1467" presetID="8" presetClass="emph" presetSubtype="0" fill="hold" grpId="15" nodeType="withEffect">
                                  <p:stCondLst>
                                    <p:cond delay="2422"/>
                                  </p:stCondLst>
                                  <p:childTnLst>
                                    <p:animRot by="-137280">
                                      <p:cBhvr>
                                        <p:cTn id="1468" dur="338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469" presetID="0" presetClass="path" presetSubtype="0" fill="hold" grpId="14" nodeType="withEffect">
                                  <p:stCondLst>
                                    <p:cond delay="2442"/>
                                  </p:stCondLst>
                                  <p:childTnLst>
                                    <p:animMotion origin="layout" path="M 0.101947 -0.006575 L 0.12 -0.0016 E" pathEditMode="relative" rAng="0" ptsTypes="AA">
                                      <p:cBhvr>
                                        <p:cTn id="1470" dur="338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1471" presetID="8" presetClass="emph" presetSubtype="0" fill="hold" grpId="15" nodeType="withEffect">
                                  <p:stCondLst>
                                    <p:cond delay="2442"/>
                                  </p:stCondLst>
                                  <p:childTnLst>
                                    <p:animRot by="-137280">
                                      <p:cBhvr>
                                        <p:cTn id="1472" dur="338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473" presetID="0" presetClass="path" presetSubtype="0" fill="hold" grpId="14" nodeType="withEffect">
                                  <p:stCondLst>
                                    <p:cond delay="2462"/>
                                  </p:stCondLst>
                                  <p:childTnLst>
                                    <p:animMotion origin="layout" path="M 0.104976 -0.006245 L 0.12 -0.0016 E" pathEditMode="relative" rAng="0" ptsTypes="AA">
                                      <p:cBhvr>
                                        <p:cTn id="1474" dur="338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1475" presetID="8" presetClass="emph" presetSubtype="0" fill="hold" grpId="15" nodeType="withEffect">
                                  <p:stCondLst>
                                    <p:cond delay="2462"/>
                                  </p:stCondLst>
                                  <p:childTnLst>
                                    <p:animRot by="-137280">
                                      <p:cBhvr>
                                        <p:cTn id="1476" dur="338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477" presetID="0" presetClass="path" presetSubtype="0" fill="hold" grpId="14" nodeType="withEffect">
                                  <p:stCondLst>
                                    <p:cond delay="2482"/>
                                  </p:stCondLst>
                                  <p:childTnLst>
                                    <p:animMotion origin="layout" path="M 0.104946 -0.004748 L 0.12 -0.0016 E" pathEditMode="relative" rAng="0" ptsTypes="AA">
                                      <p:cBhvr>
                                        <p:cTn id="1478" dur="338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1479" presetID="8" presetClass="emph" presetSubtype="0" fill="hold" grpId="15" nodeType="withEffect">
                                  <p:stCondLst>
                                    <p:cond delay="2482"/>
                                  </p:stCondLst>
                                  <p:childTnLst>
                                    <p:animRot by="-137280">
                                      <p:cBhvr>
                                        <p:cTn id="1480" dur="338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481" presetID="0" presetClass="path" presetSubtype="0" fill="hold" grpId="14" nodeType="withEffect">
                                  <p:stCondLst>
                                    <p:cond delay="2502"/>
                                  </p:stCondLst>
                                  <p:childTnLst>
                                    <p:animMotion origin="layout" path="M 0.106665 -0.004863 L 0.12 -0.0016 E" pathEditMode="relative" rAng="0" ptsTypes="AA">
                                      <p:cBhvr>
                                        <p:cTn id="1482" dur="338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1483" presetID="8" presetClass="emph" presetSubtype="0" fill="hold" grpId="15" nodeType="withEffect">
                                  <p:stCondLst>
                                    <p:cond delay="2502"/>
                                  </p:stCondLst>
                                  <p:childTnLst>
                                    <p:animRot by="-137280">
                                      <p:cBhvr>
                                        <p:cTn id="1484" dur="338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485" presetID="0" presetClass="path" presetSubtype="0" fill="hold" grpId="14" nodeType="withEffect">
                                  <p:stCondLst>
                                    <p:cond delay="2522"/>
                                  </p:stCondLst>
                                  <p:childTnLst>
                                    <p:animMotion origin="layout" path="M 0.104696 -0.004902 L 0.12 -0.0016 E" pathEditMode="relative" rAng="0" ptsTypes="AA">
                                      <p:cBhvr>
                                        <p:cTn id="1486" dur="338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1487" presetID="8" presetClass="emph" presetSubtype="0" fill="hold" grpId="15" nodeType="withEffect">
                                  <p:stCondLst>
                                    <p:cond delay="2522"/>
                                  </p:stCondLst>
                                  <p:childTnLst>
                                    <p:animRot by="-137280">
                                      <p:cBhvr>
                                        <p:cTn id="1488" dur="338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489" presetID="0" presetClass="path" presetSubtype="0" fill="hold" grpId="14" nodeType="withEffect">
                                  <p:stCondLst>
                                    <p:cond delay="2542"/>
                                  </p:stCondLst>
                                  <p:childTnLst>
                                    <p:animMotion origin="layout" path="M 0.10278 -0.004941 L 0.12 -0.0016 E" pathEditMode="relative" rAng="0" ptsTypes="AA">
                                      <p:cBhvr>
                                        <p:cTn id="1490" dur="338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1491" presetID="8" presetClass="emph" presetSubtype="0" fill="hold" grpId="15" nodeType="withEffect">
                                  <p:stCondLst>
                                    <p:cond delay="2542"/>
                                  </p:stCondLst>
                                  <p:childTnLst>
                                    <p:animRot by="-137280">
                                      <p:cBhvr>
                                        <p:cTn id="1492" dur="338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493" presetID="0" presetClass="path" presetSubtype="0" fill="hold" grpId="16" nodeType="withEffect">
                                  <p:stCondLst>
                                    <p:cond delay="2700"/>
                                  </p:stCondLst>
                                  <p:childTnLst>
                                    <p:animMotion origin="layout" path="M 0.014 -0.015556 L 0.01575 -0.017006 E" pathEditMode="relative" rAng="0" ptsTypes="AA">
                                      <p:cBhvr>
                                        <p:cTn id="1494" dur="338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1495" presetID="6" presetClass="emph" presetSubtype="0" fill="hold" grpId="17" nodeType="withEffect">
                                  <p:stCondLst>
                                    <p:cond delay="2700"/>
                                  </p:stCondLst>
                                  <p:childTnLst>
                                    <p:animScale>
                                      <p:cBhvr>
                                        <p:cTn id="1496" dur="338" fill="hold"/>
                                        <p:tgtEl>
                                          <p:spTgt spid="7"/>
                                        </p:tgtEl>
                                      </p:cBhvr>
                                      <p:by x="97320" y="97320"/>
                                    </p:animScale>
                                  </p:childTnLst>
                                </p:cTn>
                              </p:par>
                              <p:par>
                                <p:cTn id="1497" presetID="0" presetClass="path" presetSubtype="0" fill="hold" grpId="16" nodeType="withEffect">
                                  <p:stCondLst>
                                    <p:cond delay="2700"/>
                                  </p:stCondLst>
                                  <p:childTnLst>
                                    <p:animMotion origin="layout" path="M 0.0432 -0.01794 L 0.0486 -0.014371 E" pathEditMode="relative" rAng="0" ptsTypes="AA">
                                      <p:cBhvr>
                                        <p:cTn id="1498" dur="338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1499" presetID="6" presetClass="emph" presetSubtype="0" fill="hold" grpId="17" nodeType="withEffect">
                                  <p:stCondLst>
                                    <p:cond delay="2700"/>
                                  </p:stCondLst>
                                  <p:childTnLst>
                                    <p:animScale>
                                      <p:cBhvr>
                                        <p:cTn id="1500" dur="338" fill="hold"/>
                                        <p:tgtEl>
                                          <p:spTgt spid="9"/>
                                        </p:tgtEl>
                                      </p:cBhvr>
                                      <p:by x="98586" y="98586"/>
                                    </p:animScale>
                                  </p:childTnLst>
                                </p:cTn>
                              </p:par>
                              <p:par>
                                <p:cTn id="1501" presetID="0" presetClass="path" presetSubtype="0" fill="hold" grpId="16" nodeType="withEffect">
                                  <p:stCondLst>
                                    <p:cond delay="2700"/>
                                  </p:stCondLst>
                                  <p:childTnLst>
                                    <p:animMotion origin="layout" path="M 0.0576 -0.008669 L 0.0648 -0.002308 E" pathEditMode="relative" rAng="0" ptsTypes="AA">
                                      <p:cBhvr>
                                        <p:cTn id="1502" dur="338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1503" presetID="6" presetClass="emph" presetSubtype="0" fill="hold" grpId="17" nodeType="withEffect">
                                  <p:stCondLst>
                                    <p:cond delay="2700"/>
                                  </p:stCondLst>
                                  <p:childTnLst>
                                    <p:animScale>
                                      <p:cBhvr>
                                        <p:cTn id="1504" dur="338" fill="hold"/>
                                        <p:tgtEl>
                                          <p:spTgt spid="11"/>
                                        </p:tgtEl>
                                      </p:cBhvr>
                                      <p:by x="98408" y="98408"/>
                                    </p:animScale>
                                  </p:childTnLst>
                                </p:cTn>
                              </p:par>
                              <p:par>
                                <p:cTn id="1505" presetID="0" presetClass="path" presetSubtype="0" fill="hold" grpId="16" nodeType="withEffect">
                                  <p:stCondLst>
                                    <p:cond delay="2700"/>
                                  </p:stCondLst>
                                  <p:childTnLst>
                                    <p:animMotion origin="layout" path="M -0.072 0.021047 L -0.081 0.021595 E" pathEditMode="relative" rAng="0" ptsTypes="AA">
                                      <p:cBhvr>
                                        <p:cTn id="1506" dur="338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1507" presetID="6" presetClass="emph" presetSubtype="0" fill="hold" grpId="17" nodeType="withEffect">
                                  <p:stCondLst>
                                    <p:cond delay="2700"/>
                                  </p:stCondLst>
                                  <p:childTnLst>
                                    <p:animScale>
                                      <p:cBhvr>
                                        <p:cTn id="1508" dur="338" fill="hold"/>
                                        <p:tgtEl>
                                          <p:spTgt spid="13"/>
                                        </p:tgtEl>
                                      </p:cBhvr>
                                      <p:by x="98763" y="98763"/>
                                    </p:animScale>
                                  </p:childTnLst>
                                </p:cTn>
                              </p:par>
                              <p:par>
                                <p:cTn id="1509" presetID="0" presetClass="path" presetSubtype="0" fill="hold" grpId="16" nodeType="withEffect">
                                  <p:stCondLst>
                                    <p:cond delay="2700"/>
                                  </p:stCondLst>
                                  <p:childTnLst>
                                    <p:animMotion origin="layout" path="M 0.0288 0.011212 L 0.0324 0.008211 E" pathEditMode="relative" rAng="0" ptsTypes="AA">
                                      <p:cBhvr>
                                        <p:cTn id="1510" dur="338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1511" presetID="6" presetClass="emph" presetSubtype="0" fill="hold" grpId="17" nodeType="withEffect">
                                  <p:stCondLst>
                                    <p:cond delay="2700"/>
                                  </p:stCondLst>
                                  <p:childTnLst>
                                    <p:animScale>
                                      <p:cBhvr>
                                        <p:cTn id="1512" dur="338" fill="hold"/>
                                        <p:tgtEl>
                                          <p:spTgt spid="15"/>
                                        </p:tgtEl>
                                      </p:cBhvr>
                                      <p:by x="99600" y="99600"/>
                                    </p:animScale>
                                  </p:childTnLst>
                                </p:cTn>
                              </p:par>
                              <p:par>
                                <p:cTn id="1513" presetID="0" presetClass="path" presetSubtype="0" fill="hold" grpId="16" nodeType="withEffect">
                                  <p:stCondLst>
                                    <p:cond delay="2700"/>
                                  </p:stCondLst>
                                  <p:childTnLst>
                                    <p:animMotion origin="layout" path="M 0.0432 0.001112 L 0.0486 -0.002895 E" pathEditMode="relative" rAng="0" ptsTypes="AA">
                                      <p:cBhvr>
                                        <p:cTn id="1514" dur="338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1515" presetID="6" presetClass="emph" presetSubtype="0" fill="hold" grpId="17" nodeType="withEffect">
                                  <p:stCondLst>
                                    <p:cond delay="2700"/>
                                  </p:stCondLst>
                                  <p:childTnLst>
                                    <p:animScale>
                                      <p:cBhvr>
                                        <p:cTn id="1516" dur="338" fill="hold"/>
                                        <p:tgtEl>
                                          <p:spTgt spid="17"/>
                                        </p:tgtEl>
                                      </p:cBhvr>
                                      <p:by x="100540" y="100540"/>
                                    </p:animScale>
                                  </p:childTnLst>
                                </p:cTn>
                              </p:par>
                              <p:par>
                                <p:cTn id="1517" presetID="0" presetClass="path" presetSubtype="0" fill="hold" grpId="24" nodeType="withEffect">
                                  <p:stCondLst>
                                    <p:cond delay="2700"/>
                                  </p:stCondLst>
                                  <p:childTnLst>
                                    <p:animMotion origin="layout" path="M -0 0 L 0.014659 -0.002916 E" pathEditMode="relative" rAng="0" ptsTypes="AA">
                                      <p:cBhvr>
                                        <p:cTn id="1518" dur="338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1519" presetID="6" presetClass="emph" presetSubtype="0" fill="hold" grpId="25" nodeType="withEffect">
                                  <p:stCondLst>
                                    <p:cond delay="2700"/>
                                  </p:stCondLst>
                                  <p:childTnLst>
                                    <p:animScale>
                                      <p:cBhvr>
                                        <p:cTn id="1520" dur="338" fill="hold"/>
                                        <p:tgtEl>
                                          <p:spTgt spid="28"/>
                                        </p:tgtEl>
                                      </p:cBhvr>
                                      <p:by x="101540" y="101540"/>
                                    </p:animScale>
                                  </p:childTnLst>
                                </p:cTn>
                              </p:par>
                              <p:par>
                                <p:cTn id="1521" presetID="8" presetClass="emph" presetSubtype="0" fill="hold" grpId="26" nodeType="withEffect">
                                  <p:stCondLst>
                                    <p:cond delay="2700"/>
                                  </p:stCondLst>
                                  <p:childTnLst>
                                    <p:animRot by="54780">
                                      <p:cBhvr>
                                        <p:cTn id="1522" dur="338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523" presetID="0" presetClass="path" presetSubtype="0" fill="hold" grpId="24" nodeType="withEffect">
                                  <p:stCondLst>
                                    <p:cond delay="2700"/>
                                  </p:stCondLst>
                                  <p:childTnLst>
                                    <p:animMotion origin="layout" path="M -0 -0 L -0.00202 -0.008283 E" pathEditMode="relative" rAng="0" ptsTypes="AA">
                                      <p:cBhvr>
                                        <p:cTn id="1524" dur="338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1525" presetID="6" presetClass="emph" presetSubtype="0" fill="hold" grpId="25" nodeType="withEffect">
                                  <p:stCondLst>
                                    <p:cond delay="2700"/>
                                  </p:stCondLst>
                                  <p:childTnLst>
                                    <p:animScale>
                                      <p:cBhvr>
                                        <p:cTn id="1526" dur="338" fill="hold"/>
                                        <p:tgtEl>
                                          <p:spTgt spid="29"/>
                                        </p:tgtEl>
                                      </p:cBhvr>
                                      <p:by x="100190" y="100190"/>
                                    </p:animScale>
                                  </p:childTnLst>
                                </p:cTn>
                              </p:par>
                              <p:par>
                                <p:cTn id="1527" presetID="8" presetClass="emph" presetSubtype="0" fill="hold" grpId="26" nodeType="withEffect">
                                  <p:stCondLst>
                                    <p:cond delay="2700"/>
                                  </p:stCondLst>
                                  <p:childTnLst>
                                    <p:animRot by="-6600">
                                      <p:cBhvr>
                                        <p:cTn id="1528" dur="338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529" presetID="0" presetClass="path" presetSubtype="0" fill="hold" grpId="24" nodeType="withEffect">
                                  <p:stCondLst>
                                    <p:cond delay="2700"/>
                                  </p:stCondLst>
                                  <p:childTnLst>
                                    <p:animMotion origin="layout" path="M 0 0 L -0.01645 -0.005521 E" pathEditMode="relative" rAng="0" ptsTypes="AA">
                                      <p:cBhvr>
                                        <p:cTn id="1530" dur="338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1531" presetID="6" presetClass="emph" presetSubtype="0" fill="hold" grpId="25" nodeType="withEffect">
                                  <p:stCondLst>
                                    <p:cond delay="2700"/>
                                  </p:stCondLst>
                                  <p:childTnLst>
                                    <p:animScale>
                                      <p:cBhvr>
                                        <p:cTn id="1532" dur="338" fill="hold"/>
                                        <p:tgtEl>
                                          <p:spTgt spid="30"/>
                                        </p:tgtEl>
                                      </p:cBhvr>
                                      <p:by x="98640" y="98640"/>
                                    </p:animScale>
                                  </p:childTnLst>
                                </p:cTn>
                              </p:par>
                              <p:par>
                                <p:cTn id="1533" presetID="8" presetClass="emph" presetSubtype="0" fill="hold" grpId="26" nodeType="withEffect">
                                  <p:stCondLst>
                                    <p:cond delay="2700"/>
                                  </p:stCondLst>
                                  <p:childTnLst>
                                    <p:animRot by="-48180">
                                      <p:cBhvr>
                                        <p:cTn id="1534" dur="338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535" presetID="0" presetClass="path" presetSubtype="0" fill="hold" grpId="24" nodeType="withEffect">
                                  <p:stCondLst>
                                    <p:cond delay="2700"/>
                                  </p:stCondLst>
                                  <p:childTnLst>
                                    <p:animMotion origin="layout" path="M -0 0 L 0.020649 0.004203 E" pathEditMode="relative" rAng="0" ptsTypes="AA">
                                      <p:cBhvr>
                                        <p:cTn id="1536" dur="338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1537" presetID="6" presetClass="emph" presetSubtype="0" fill="hold" grpId="25" nodeType="withEffect">
                                  <p:stCondLst>
                                    <p:cond delay="2700"/>
                                  </p:stCondLst>
                                  <p:childTnLst>
                                    <p:animScale>
                                      <p:cBhvr>
                                        <p:cTn id="1538" dur="338" fill="hold"/>
                                        <p:tgtEl>
                                          <p:spTgt spid="31"/>
                                        </p:tgtEl>
                                      </p:cBhvr>
                                      <p:by x="98460" y="98460"/>
                                    </p:animScale>
                                  </p:childTnLst>
                                </p:cTn>
                              </p:par>
                              <p:par>
                                <p:cTn id="1539" presetID="8" presetClass="emph" presetSubtype="0" fill="hold" grpId="26" nodeType="withEffect">
                                  <p:stCondLst>
                                    <p:cond delay="2700"/>
                                  </p:stCondLst>
                                  <p:childTnLst>
                                    <p:animRot by="54540">
                                      <p:cBhvr>
                                        <p:cTn id="1540" dur="338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541" presetID="0" presetClass="path" presetSubtype="0" fill="hold" grpId="24" nodeType="withEffect">
                                  <p:stCondLst>
                                    <p:cond delay="2700"/>
                                  </p:stCondLst>
                                  <p:childTnLst>
                                    <p:animMotion origin="layout" path="M 0 -0 L -0.001415 0.006281 E" pathEditMode="relative" rAng="0" ptsTypes="AA">
                                      <p:cBhvr>
                                        <p:cTn id="1542" dur="338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1543" presetID="6" presetClass="emph" presetSubtype="0" fill="hold" grpId="25" nodeType="withEffect">
                                  <p:stCondLst>
                                    <p:cond delay="2700"/>
                                  </p:stCondLst>
                                  <p:childTnLst>
                                    <p:animScale>
                                      <p:cBhvr>
                                        <p:cTn id="1544" dur="338" fill="hold"/>
                                        <p:tgtEl>
                                          <p:spTgt spid="42"/>
                                        </p:tgtEl>
                                      </p:cBhvr>
                                      <p:by x="99830" y="99830"/>
                                    </p:animScale>
                                  </p:childTnLst>
                                </p:cTn>
                              </p:par>
                              <p:par>
                                <p:cTn id="1545" presetID="8" presetClass="emph" presetSubtype="0" fill="hold" grpId="26" nodeType="withEffect">
                                  <p:stCondLst>
                                    <p:cond delay="2700"/>
                                  </p:stCondLst>
                                  <p:childTnLst>
                                    <p:animRot by="-6120">
                                      <p:cBhvr>
                                        <p:cTn id="1546" dur="338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547" presetID="0" presetClass="path" presetSubtype="0" fill="hold" grpId="16" nodeType="withEffect">
                                  <p:stCondLst>
                                    <p:cond delay="2700"/>
                                  </p:stCondLst>
                                  <p:childTnLst>
                                    <p:animMotion origin="layout" path="M 0.12 -0.0016 L 0.140511 -0.003972 E" pathEditMode="relative" rAng="0" ptsTypes="AA">
                                      <p:cBhvr>
                                        <p:cTn id="1548" dur="338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1549" presetID="8" presetClass="emph" presetSubtype="0" fill="hold" grpId="17" nodeType="withEffect">
                                  <p:stCondLst>
                                    <p:cond delay="2700"/>
                                  </p:stCondLst>
                                  <p:childTnLst>
                                    <p:animRot by="-156180">
                                      <p:cBhvr>
                                        <p:cTn id="1550" dur="338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551" presetID="0" presetClass="path" presetSubtype="0" fill="hold" grpId="24" nodeType="withEffect">
                                  <p:stCondLst>
                                    <p:cond delay="2700"/>
                                  </p:stCondLst>
                                  <p:childTnLst>
                                    <p:animMotion origin="layout" path="M 0.1416 0.008677 L 0.1593 0.010302 E" pathEditMode="relative" rAng="0" ptsTypes="AA">
                                      <p:cBhvr>
                                        <p:cTn id="1552" dur="338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1553" presetID="6" presetClass="emph" presetSubtype="0" fill="hold" grpId="25" nodeType="withEffect">
                                  <p:stCondLst>
                                    <p:cond delay="2700"/>
                                  </p:stCondLst>
                                  <p:childTnLst>
                                    <p:animScale>
                                      <p:cBhvr>
                                        <p:cTn id="1554" dur="338" fill="hold"/>
                                        <p:tgtEl>
                                          <p:spTgt spid="21"/>
                                        </p:tgtEl>
                                      </p:cBhvr>
                                      <p:by x="101264" y="101264"/>
                                    </p:animScale>
                                  </p:childTnLst>
                                </p:cTn>
                              </p:par>
                              <p:par>
                                <p:cTn id="1555" presetID="8" presetClass="emph" presetSubtype="0" fill="hold" grpId="26" nodeType="withEffect">
                                  <p:stCondLst>
                                    <p:cond delay="2700"/>
                                  </p:stCondLst>
                                  <p:childTnLst>
                                    <p:animRot by="-274080">
                                      <p:cBhvr>
                                        <p:cTn id="1556" dur="338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557" presetID="0" presetClass="path" presetSubtype="0" fill="hold" grpId="24" nodeType="withEffect">
                                  <p:stCondLst>
                                    <p:cond delay="2700"/>
                                  </p:stCondLst>
                                  <p:childTnLst>
                                    <p:animMotion origin="layout" path="M 0.1536 0.01477 L 0.1728 0.00727 E" pathEditMode="relative" rAng="0" ptsTypes="AA">
                                      <p:cBhvr>
                                        <p:cTn id="1558" dur="338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1559" presetID="6" presetClass="emph" presetSubtype="0" fill="hold" grpId="25" nodeType="withEffect">
                                  <p:stCondLst>
                                    <p:cond delay="2700"/>
                                  </p:stCondLst>
                                  <p:childTnLst>
                                    <p:animScale>
                                      <p:cBhvr>
                                        <p:cTn id="1560" dur="338" fill="hold"/>
                                        <p:tgtEl>
                                          <p:spTgt spid="23"/>
                                        </p:tgtEl>
                                      </p:cBhvr>
                                      <p:by x="96428" y="96428"/>
                                    </p:animScale>
                                  </p:childTnLst>
                                </p:cTn>
                              </p:par>
                              <p:par>
                                <p:cTn id="1561" presetID="8" presetClass="emph" presetSubtype="0" fill="hold" grpId="26" nodeType="withEffect">
                                  <p:stCondLst>
                                    <p:cond delay="2700"/>
                                  </p:stCondLst>
                                  <p:childTnLst>
                                    <p:animRot by="-223980">
                                      <p:cBhvr>
                                        <p:cTn id="1562" dur="338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563" presetID="0" presetClass="path" presetSubtype="0" fill="hold" grpId="24" nodeType="withEffect">
                                  <p:stCondLst>
                                    <p:cond delay="2700"/>
                                  </p:stCondLst>
                                  <p:childTnLst>
                                    <p:animMotion origin="layout" path="M 0.1656 0.00701 L 0.1863 -0.00499 E" pathEditMode="relative" rAng="0" ptsTypes="AA">
                                      <p:cBhvr>
                                        <p:cTn id="1564" dur="338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1565" presetID="6" presetClass="emph" presetSubtype="0" fill="hold" grpId="25" nodeType="withEffect">
                                  <p:stCondLst>
                                    <p:cond delay="2700"/>
                                  </p:stCondLst>
                                  <p:childTnLst>
                                    <p:animScale>
                                      <p:cBhvr>
                                        <p:cTn id="1566" dur="338" fill="hold"/>
                                        <p:tgtEl>
                                          <p:spTgt spid="25"/>
                                        </p:tgtEl>
                                      </p:cBhvr>
                                      <p:by x="93809" y="93809"/>
                                    </p:animScale>
                                  </p:childTnLst>
                                </p:cTn>
                              </p:par>
                              <p:par>
                                <p:cTn id="1567" presetID="8" presetClass="emph" presetSubtype="0" fill="hold" grpId="26" nodeType="withEffect">
                                  <p:stCondLst>
                                    <p:cond delay="2700"/>
                                  </p:stCondLst>
                                  <p:childTnLst>
                                    <p:animRot by="-21600">
                                      <p:cBhvr>
                                        <p:cTn id="1568" dur="338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569" presetID="0" presetClass="path" presetSubtype="0" fill="hold" grpId="16" nodeType="withEffect">
                                  <p:stCondLst>
                                    <p:cond delay="2700"/>
                                  </p:stCondLst>
                                  <p:childTnLst>
                                    <p:animMotion origin="layout" path="M -0.021799 -0.008754 L -0.028305 -0.002975 E" pathEditMode="relative" rAng="0" ptsTypes="AA">
                                      <p:cBhvr>
                                        <p:cTn id="1570" dur="338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1571" presetID="6" presetClass="emph" presetSubtype="0" fill="hold" grpId="17" nodeType="withEffect">
                                  <p:stCondLst>
                                    <p:cond delay="2700"/>
                                  </p:stCondLst>
                                  <p:childTnLst>
                                    <p:animScale>
                                      <p:cBhvr>
                                        <p:cTn id="1572" dur="338" fill="hold"/>
                                        <p:tgtEl>
                                          <p:spTgt spid="43"/>
                                        </p:tgtEl>
                                      </p:cBhvr>
                                      <p:by x="90828" y="90828"/>
                                    </p:animScale>
                                  </p:childTnLst>
                                </p:cTn>
                              </p:par>
                              <p:par>
                                <p:cTn id="1573" presetID="0" presetClass="path" presetSubtype="0" fill="hold" grpId="16" nodeType="withEffect">
                                  <p:stCondLst>
                                    <p:cond delay="2700"/>
                                  </p:stCondLst>
                                  <p:childTnLst>
                                    <p:animMotion origin="layout" path="M -0.033437 0.004077 L -0.016953 0.007538 E" pathEditMode="relative" rAng="0" ptsTypes="AA">
                                      <p:cBhvr>
                                        <p:cTn id="1574" dur="338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1575" presetID="6" presetClass="emph" presetSubtype="0" fill="hold" grpId="17" nodeType="withEffect">
                                  <p:stCondLst>
                                    <p:cond delay="2700"/>
                                  </p:stCondLst>
                                  <p:childTnLst>
                                    <p:animScale>
                                      <p:cBhvr>
                                        <p:cTn id="1576" dur="338" fill="hold"/>
                                        <p:tgtEl>
                                          <p:spTgt spid="44"/>
                                        </p:tgtEl>
                                      </p:cBhvr>
                                      <p:by x="125311" y="125311"/>
                                    </p:animScale>
                                  </p:childTnLst>
                                </p:cTn>
                              </p:par>
                              <p:par>
                                <p:cTn id="1577" presetID="0" presetClass="path" presetSubtype="0" fill="hold" grpId="16" nodeType="withEffect">
                                  <p:stCondLst>
                                    <p:cond delay="2700"/>
                                  </p:stCondLst>
                                  <p:childTnLst>
                                    <p:animMotion origin="layout" path="M 0.003911 0.010935 L 0.019235 0.007008 E" pathEditMode="relative" rAng="0" ptsTypes="AA">
                                      <p:cBhvr>
                                        <p:cTn id="1578" dur="338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1579" presetID="6" presetClass="emph" presetSubtype="0" fill="hold" grpId="17" nodeType="withEffect">
                                  <p:stCondLst>
                                    <p:cond delay="2700"/>
                                  </p:stCondLst>
                                  <p:childTnLst>
                                    <p:animScale>
                                      <p:cBhvr>
                                        <p:cTn id="1580" dur="338" fill="hold"/>
                                        <p:tgtEl>
                                          <p:spTgt spid="45"/>
                                        </p:tgtEl>
                                      </p:cBhvr>
                                      <p:by x="118293" y="118293"/>
                                    </p:animScale>
                                  </p:childTnLst>
                                </p:cTn>
                              </p:par>
                              <p:par>
                                <p:cTn id="1581" presetID="0" presetClass="path" presetSubtype="0" fill="hold" grpId="16" nodeType="withEffect">
                                  <p:stCondLst>
                                    <p:cond delay="2700"/>
                                  </p:stCondLst>
                                  <p:childTnLst>
                                    <p:animMotion origin="layout" path="M 0.035529 0.001774 L 0.027244 -0.003789 E" pathEditMode="relative" rAng="0" ptsTypes="AA">
                                      <p:cBhvr>
                                        <p:cTn id="1582" dur="338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1583" presetID="6" presetClass="emph" presetSubtype="0" fill="hold" grpId="17" nodeType="withEffect">
                                  <p:stCondLst>
                                    <p:cond delay="2700"/>
                                  </p:stCondLst>
                                  <p:childTnLst>
                                    <p:animScale>
                                      <p:cBhvr>
                                        <p:cTn id="1584" dur="338" fill="hold"/>
                                        <p:tgtEl>
                                          <p:spTgt spid="46"/>
                                        </p:tgtEl>
                                      </p:cBhvr>
                                      <p:by x="91685" y="91685"/>
                                    </p:animScale>
                                  </p:childTnLst>
                                </p:cTn>
                              </p:par>
                              <p:par>
                                <p:cTn id="1585" presetID="0" presetClass="path" presetSubtype="0" fill="hold" grpId="16" nodeType="withEffect">
                                  <p:stCondLst>
                                    <p:cond delay="2700"/>
                                  </p:stCondLst>
                                  <p:childTnLst>
                                    <p:animMotion origin="layout" path="M 0.0804 -0.0016 L 0.094142 0.002149 E" pathEditMode="relative" rAng="0" ptsTypes="AA">
                                      <p:cBhvr>
                                        <p:cTn id="1586" dur="338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1587" presetID="8" presetClass="emph" presetSubtype="0" fill="hold" grpId="17" nodeType="withEffect">
                                  <p:stCondLst>
                                    <p:cond delay="2700"/>
                                  </p:stCondLst>
                                  <p:childTnLst>
                                    <p:animRot by="-145140">
                                      <p:cBhvr>
                                        <p:cTn id="1588" dur="338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589" presetID="0" presetClass="path" presetSubtype="0" fill="hold" grpId="16" nodeType="withEffect">
                                  <p:stCondLst>
                                    <p:cond delay="2700"/>
                                  </p:stCondLst>
                                  <p:childTnLst>
                                    <p:animMotion origin="layout" path="M 0.0948 -0.0016 L 0.111003 -0.004121 E" pathEditMode="relative" rAng="0" ptsTypes="AA">
                                      <p:cBhvr>
                                        <p:cTn id="1590" dur="338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1591" presetID="8" presetClass="emph" presetSubtype="0" fill="hold" grpId="17" nodeType="withEffect">
                                  <p:stCondLst>
                                    <p:cond delay="2700"/>
                                  </p:stCondLst>
                                  <p:childTnLst>
                                    <p:animRot by="-155520">
                                      <p:cBhvr>
                                        <p:cTn id="1592" dur="338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593" presetID="0" presetClass="path" presetSubtype="0" fill="hold" grpId="16" nodeType="withEffect">
                                  <p:stCondLst>
                                    <p:cond delay="2700"/>
                                  </p:stCondLst>
                                  <p:childTnLst>
                                    <p:animMotion origin="layout" path="M 0.066 -0.0016 L 0.077281 -0.0093 E" pathEditMode="relative" rAng="0" ptsTypes="AA">
                                      <p:cBhvr>
                                        <p:cTn id="1594" dur="338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1595" presetID="8" presetClass="emph" presetSubtype="0" fill="hold" grpId="17" nodeType="withEffect">
                                  <p:stCondLst>
                                    <p:cond delay="2700"/>
                                  </p:stCondLst>
                                  <p:childTnLst>
                                    <p:animRot by="-92760">
                                      <p:cBhvr>
                                        <p:cTn id="1596" dur="338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597" presetID="0" presetClass="path" presetSubtype="0" fill="hold" grpId="16" nodeType="withEffect">
                                  <p:stCondLst>
                                    <p:cond delay="2720"/>
                                  </p:stCondLst>
                                  <p:childTnLst>
                                    <p:animMotion origin="layout" path="M 0.014 -0.015556 L 0.01575 -0.017006 E" pathEditMode="relative" rAng="0" ptsTypes="AA">
                                      <p:cBhvr>
                                        <p:cTn id="1598" dur="338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1599" presetID="6" presetClass="emph" presetSubtype="0" fill="hold" grpId="17" nodeType="withEffect">
                                  <p:stCondLst>
                                    <p:cond delay="2720"/>
                                  </p:stCondLst>
                                  <p:childTnLst>
                                    <p:animScale>
                                      <p:cBhvr>
                                        <p:cTn id="1600" dur="338" fill="hold"/>
                                        <p:tgtEl>
                                          <p:spTgt spid="5"/>
                                        </p:tgtEl>
                                      </p:cBhvr>
                                      <p:by x="97320" y="97320"/>
                                    </p:animScale>
                                  </p:childTnLst>
                                </p:cTn>
                              </p:par>
                              <p:par>
                                <p:cTn id="1601" presetID="0" presetClass="path" presetSubtype="0" fill="hold" grpId="16" nodeType="withEffect">
                                  <p:stCondLst>
                                    <p:cond delay="2720"/>
                                  </p:stCondLst>
                                  <p:childTnLst>
                                    <p:animMotion origin="layout" path="M 0.043226 -0.017943 L 0.048766 -0.014391 E" pathEditMode="relative" rAng="0" ptsTypes="AA">
                                      <p:cBhvr>
                                        <p:cTn id="1602" dur="338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1603" presetID="6" presetClass="emph" presetSubtype="0" fill="hold" grpId="17" nodeType="withEffect">
                                  <p:stCondLst>
                                    <p:cond delay="2720"/>
                                  </p:stCondLst>
                                  <p:childTnLst>
                                    <p:animScale>
                                      <p:cBhvr>
                                        <p:cTn id="1604" dur="338" fill="hold"/>
                                        <p:tgtEl>
                                          <p:spTgt spid="10"/>
                                        </p:tgtEl>
                                      </p:cBhvr>
                                      <p:by x="98586" y="98586"/>
                                    </p:animScale>
                                  </p:childTnLst>
                                </p:cTn>
                              </p:par>
                              <p:par>
                                <p:cTn id="1605" presetID="0" presetClass="path" presetSubtype="0" fill="hold" grpId="16" nodeType="withEffect">
                                  <p:stCondLst>
                                    <p:cond delay="2720"/>
                                  </p:stCondLst>
                                  <p:childTnLst>
                                    <p:animMotion origin="layout" path="M 0.058261 -0.008747 L 0.065633 -0.002407 E" pathEditMode="relative" rAng="0" ptsTypes="AA">
                                      <p:cBhvr>
                                        <p:cTn id="1606" dur="338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1607" presetID="6" presetClass="emph" presetSubtype="0" fill="hold" grpId="17" nodeType="withEffect">
                                  <p:stCondLst>
                                    <p:cond delay="2720"/>
                                  </p:stCondLst>
                                  <p:childTnLst>
                                    <p:animScale>
                                      <p:cBhvr>
                                        <p:cTn id="1608" dur="338" fill="hold"/>
                                        <p:tgtEl>
                                          <p:spTgt spid="12"/>
                                        </p:tgtEl>
                                      </p:cBhvr>
                                      <p:by x="98408" y="98408"/>
                                    </p:animScale>
                                  </p:childTnLst>
                                </p:cTn>
                              </p:par>
                              <p:par>
                                <p:cTn id="1609" presetID="0" presetClass="path" presetSubtype="0" fill="hold" grpId="16" nodeType="withEffect">
                                  <p:stCondLst>
                                    <p:cond delay="2720"/>
                                  </p:stCondLst>
                                  <p:childTnLst>
                                    <p:animMotion origin="layout" path="M -0.070832 0.020941 L -0.079693 0.021477 E" pathEditMode="relative" rAng="0" ptsTypes="AA">
                                      <p:cBhvr>
                                        <p:cTn id="1610" dur="338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1611" presetID="6" presetClass="emph" presetSubtype="0" fill="hold" grpId="17" nodeType="withEffect">
                                  <p:stCondLst>
                                    <p:cond delay="2720"/>
                                  </p:stCondLst>
                                  <p:childTnLst>
                                    <p:animScale>
                                      <p:cBhvr>
                                        <p:cTn id="1612" dur="338" fill="hold"/>
                                        <p:tgtEl>
                                          <p:spTgt spid="14"/>
                                        </p:tgtEl>
                                      </p:cBhvr>
                                      <p:by x="98763" y="98763"/>
                                    </p:animScale>
                                  </p:childTnLst>
                                </p:cTn>
                              </p:par>
                              <p:par>
                                <p:cTn id="1613" presetID="0" presetClass="path" presetSubtype="0" fill="hold" grpId="16" nodeType="withEffect">
                                  <p:stCondLst>
                                    <p:cond delay="2720"/>
                                  </p:stCondLst>
                                  <p:childTnLst>
                                    <p:animMotion origin="layout" path="M 0.029857 0.011094 L 0.033495 0.008089 E" pathEditMode="relative" rAng="0" ptsTypes="AA">
                                      <p:cBhvr>
                                        <p:cTn id="1614" dur="338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1615" presetID="6" presetClass="emph" presetSubtype="0" fill="hold" grpId="17" nodeType="withEffect">
                                  <p:stCondLst>
                                    <p:cond delay="2720"/>
                                  </p:stCondLst>
                                  <p:childTnLst>
                                    <p:animScale>
                                      <p:cBhvr>
                                        <p:cTn id="1616" dur="338" fill="hold"/>
                                        <p:tgtEl>
                                          <p:spTgt spid="16"/>
                                        </p:tgtEl>
                                      </p:cBhvr>
                                      <p:by x="99600" y="99600"/>
                                    </p:animScale>
                                  </p:childTnLst>
                                </p:cTn>
                              </p:par>
                              <p:par>
                                <p:cTn id="1617" presetID="0" presetClass="path" presetSubtype="0" fill="hold" grpId="16" nodeType="withEffect">
                                  <p:stCondLst>
                                    <p:cond delay="2720"/>
                                  </p:stCondLst>
                                  <p:childTnLst>
                                    <p:animMotion origin="layout" path="M 0.043829 0.001036 L 0.049187 -0.002966 E" pathEditMode="relative" rAng="0" ptsTypes="AA">
                                      <p:cBhvr>
                                        <p:cTn id="1618" dur="338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1619" presetID="6" presetClass="emph" presetSubtype="0" fill="hold" grpId="17" nodeType="withEffect">
                                  <p:stCondLst>
                                    <p:cond delay="2720"/>
                                  </p:stCondLst>
                                  <p:childTnLst>
                                    <p:animScale>
                                      <p:cBhvr>
                                        <p:cTn id="1620" dur="338" fill="hold"/>
                                        <p:tgtEl>
                                          <p:spTgt spid="18"/>
                                        </p:tgtEl>
                                      </p:cBhvr>
                                      <p:by x="100540" y="100540"/>
                                    </p:animScale>
                                  </p:childTnLst>
                                </p:cTn>
                              </p:par>
                              <p:par>
                                <p:cTn id="1621" presetID="0" presetClass="path" presetSubtype="0" fill="hold" grpId="16" nodeType="withEffect">
                                  <p:stCondLst>
                                    <p:cond delay="2720"/>
                                  </p:stCondLst>
                                  <p:childTnLst>
                                    <p:animMotion origin="layout" path="M 0.12 -0.0016 L 0.139724 -0.00392 E" pathEditMode="relative" rAng="0" ptsTypes="AA">
                                      <p:cBhvr>
                                        <p:cTn id="1622" dur="338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1623" presetID="8" presetClass="emph" presetSubtype="0" fill="hold" grpId="17" nodeType="withEffect">
                                  <p:stCondLst>
                                    <p:cond delay="2720"/>
                                  </p:stCondLst>
                                  <p:childTnLst>
                                    <p:animRot by="-156180">
                                      <p:cBhvr>
                                        <p:cTn id="1624" dur="338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625" presetID="0" presetClass="path" presetSubtype="0" fill="hold" grpId="24" nodeType="withEffect">
                                  <p:stCondLst>
                                    <p:cond delay="2720"/>
                                  </p:stCondLst>
                                  <p:childTnLst>
                                    <p:animMotion origin="layout" path="M 0.142155 0.008295 L 0.159434 0.009824 E" pathEditMode="relative" rAng="0" ptsTypes="AA">
                                      <p:cBhvr>
                                        <p:cTn id="1626" dur="338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1627" presetID="6" presetClass="emph" presetSubtype="0" fill="hold" grpId="25" nodeType="withEffect">
                                  <p:stCondLst>
                                    <p:cond delay="2720"/>
                                  </p:stCondLst>
                                  <p:childTnLst>
                                    <p:animScale>
                                      <p:cBhvr>
                                        <p:cTn id="1628" dur="338" fill="hold"/>
                                        <p:tgtEl>
                                          <p:spTgt spid="22"/>
                                        </p:tgtEl>
                                      </p:cBhvr>
                                      <p:by x="101264" y="101264"/>
                                    </p:animScale>
                                  </p:childTnLst>
                                </p:cTn>
                              </p:par>
                              <p:par>
                                <p:cTn id="1629" presetID="8" presetClass="emph" presetSubtype="0" fill="hold" grpId="26" nodeType="withEffect">
                                  <p:stCondLst>
                                    <p:cond delay="2720"/>
                                  </p:stCondLst>
                                  <p:childTnLst>
                                    <p:animRot by="-274080">
                                      <p:cBhvr>
                                        <p:cTn id="1630" dur="338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631" presetID="0" presetClass="path" presetSubtype="0" fill="hold" grpId="24" nodeType="withEffect">
                                  <p:stCondLst>
                                    <p:cond delay="2720"/>
                                  </p:stCondLst>
                                  <p:childTnLst>
                                    <p:animMotion origin="layout" path="M 0.153564 0.014284 L 0.17248 0.006958 E" pathEditMode="relative" rAng="0" ptsTypes="AA">
                                      <p:cBhvr>
                                        <p:cTn id="1632" dur="338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1633" presetID="6" presetClass="emph" presetSubtype="0" fill="hold" grpId="25" nodeType="withEffect">
                                  <p:stCondLst>
                                    <p:cond delay="2720"/>
                                  </p:stCondLst>
                                  <p:childTnLst>
                                    <p:animScale>
                                      <p:cBhvr>
                                        <p:cTn id="1634" dur="338" fill="hold"/>
                                        <p:tgtEl>
                                          <p:spTgt spid="24"/>
                                        </p:tgtEl>
                                      </p:cBhvr>
                                      <p:by x="96428" y="96428"/>
                                    </p:animScale>
                                  </p:childTnLst>
                                </p:cTn>
                              </p:par>
                              <p:par>
                                <p:cTn id="1635" presetID="8" presetClass="emph" presetSubtype="0" fill="hold" grpId="26" nodeType="withEffect">
                                  <p:stCondLst>
                                    <p:cond delay="2720"/>
                                  </p:stCondLst>
                                  <p:childTnLst>
                                    <p:animRot by="-223980">
                                      <p:cBhvr>
                                        <p:cTn id="1636" dur="338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637" presetID="0" presetClass="path" presetSubtype="0" fill="hold" grpId="24" nodeType="withEffect">
                                  <p:stCondLst>
                                    <p:cond delay="2720"/>
                                  </p:stCondLst>
                                  <p:childTnLst>
                                    <p:animMotion origin="layout" path="M 0.16515 0.006766 L 0.185855 -0.004991 E" pathEditMode="relative" rAng="0" ptsTypes="AA">
                                      <p:cBhvr>
                                        <p:cTn id="1638" dur="338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1639" presetID="6" presetClass="emph" presetSubtype="0" fill="hold" grpId="25" nodeType="withEffect">
                                  <p:stCondLst>
                                    <p:cond delay="2720"/>
                                  </p:stCondLst>
                                  <p:childTnLst>
                                    <p:animScale>
                                      <p:cBhvr>
                                        <p:cTn id="1640" dur="338" fill="hold"/>
                                        <p:tgtEl>
                                          <p:spTgt spid="26"/>
                                        </p:tgtEl>
                                      </p:cBhvr>
                                      <p:by x="93809" y="93809"/>
                                    </p:animScale>
                                  </p:childTnLst>
                                </p:cTn>
                              </p:par>
                              <p:par>
                                <p:cTn id="1641" presetID="8" presetClass="emph" presetSubtype="0" fill="hold" grpId="26" nodeType="withEffect">
                                  <p:stCondLst>
                                    <p:cond delay="2720"/>
                                  </p:stCondLst>
                                  <p:childTnLst>
                                    <p:animRot by="-21600">
                                      <p:cBhvr>
                                        <p:cTn id="1642" dur="338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643" presetID="0" presetClass="path" presetSubtype="0" fill="hold" grpId="16" nodeType="withEffect">
                                  <p:stCondLst>
                                    <p:cond delay="2740"/>
                                  </p:stCondLst>
                                  <p:childTnLst>
                                    <p:animMotion origin="layout" path="M 0.014 -0.015556 L 0.01575 -0.017006 E" pathEditMode="relative" rAng="0" ptsTypes="AA">
                                      <p:cBhvr>
                                        <p:cTn id="1644" dur="338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1645" presetID="6" presetClass="emph" presetSubtype="0" fill="hold" grpId="17" nodeType="withEffect">
                                  <p:stCondLst>
                                    <p:cond delay="2740"/>
                                  </p:stCondLst>
                                  <p:childTnLst>
                                    <p:animScale>
                                      <p:cBhvr>
                                        <p:cTn id="1646" dur="338" fill="hold"/>
                                        <p:tgtEl>
                                          <p:spTgt spid="6"/>
                                        </p:tgtEl>
                                      </p:cBhvr>
                                      <p:by x="97320" y="97320"/>
                                    </p:animScale>
                                  </p:childTnLst>
                                </p:cTn>
                              </p:par>
                              <p:par>
                                <p:cTn id="1647" presetID="0" presetClass="path" presetSubtype="0" fill="hold" grpId="16" nodeType="withEffect">
                                  <p:stCondLst>
                                    <p:cond delay="2740"/>
                                  </p:stCondLst>
                                  <p:childTnLst>
                                    <p:animMotion origin="layout" path="M 0.12 -0.0016 L 0.138007 -0.007493 E" pathEditMode="relative" rAng="0" ptsTypes="AA">
                                      <p:cBhvr>
                                        <p:cTn id="1648" dur="338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1649" presetID="8" presetClass="emph" presetSubtype="0" fill="hold" grpId="17" nodeType="withEffect">
                                  <p:stCondLst>
                                    <p:cond delay="2740"/>
                                  </p:stCondLst>
                                  <p:childTnLst>
                                    <p:animRot by="-156180">
                                      <p:cBhvr>
                                        <p:cTn id="1650" dur="338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651" presetID="0" presetClass="path" presetSubtype="0" fill="hold" grpId="16" nodeType="withEffect">
                                  <p:stCondLst>
                                    <p:cond delay="2760"/>
                                  </p:stCondLst>
                                  <p:childTnLst>
                                    <p:animMotion origin="layout" path="M 0.12 -0.0016 L 0.137797 -0.003399 E" pathEditMode="relative" rAng="0" ptsTypes="AA">
                                      <p:cBhvr>
                                        <p:cTn id="1652" dur="338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1653" presetID="8" presetClass="emph" presetSubtype="0" fill="hold" grpId="17" nodeType="withEffect">
                                  <p:stCondLst>
                                    <p:cond delay="2760"/>
                                  </p:stCondLst>
                                  <p:childTnLst>
                                    <p:animRot by="-156180">
                                      <p:cBhvr>
                                        <p:cTn id="1654" dur="338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655" presetID="0" presetClass="path" presetSubtype="0" fill="hold" grpId="16" nodeType="withEffect">
                                  <p:stCondLst>
                                    <p:cond delay="2780"/>
                                  </p:stCondLst>
                                  <p:childTnLst>
                                    <p:animMotion origin="layout" path="M 0.12 -0.0016 L 0.137737 -0.003397 E" pathEditMode="relative" rAng="0" ptsTypes="AA">
                                      <p:cBhvr>
                                        <p:cTn id="1656" dur="338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1657" presetID="8" presetClass="emph" presetSubtype="0" fill="hold" grpId="17" nodeType="withEffect">
                                  <p:stCondLst>
                                    <p:cond delay="2780"/>
                                  </p:stCondLst>
                                  <p:childTnLst>
                                    <p:animRot by="-156180">
                                      <p:cBhvr>
                                        <p:cTn id="1658" dur="338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659" presetID="0" presetClass="path" presetSubtype="0" fill="hold" grpId="16" nodeType="withEffect">
                                  <p:stCondLst>
                                    <p:cond delay="2800"/>
                                  </p:stCondLst>
                                  <p:childTnLst>
                                    <p:animMotion origin="layout" path="M 0.12 -0.0016 L 0.134278 -0.003626 E" pathEditMode="relative" rAng="0" ptsTypes="AA">
                                      <p:cBhvr>
                                        <p:cTn id="1660" dur="338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1661" presetID="8" presetClass="emph" presetSubtype="0" fill="hold" grpId="17" nodeType="withEffect">
                                  <p:stCondLst>
                                    <p:cond delay="2800"/>
                                  </p:stCondLst>
                                  <p:childTnLst>
                                    <p:animRot by="-156180">
                                      <p:cBhvr>
                                        <p:cTn id="1662" dur="338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663" presetID="0" presetClass="path" presetSubtype="0" fill="hold" grpId="16" nodeType="withEffect">
                                  <p:stCondLst>
                                    <p:cond delay="2820"/>
                                  </p:stCondLst>
                                  <p:childTnLst>
                                    <p:animMotion origin="layout" path="M 0.12 -0.0016 L 0.13424 -0.005329 E" pathEditMode="relative" rAng="0" ptsTypes="AA">
                                      <p:cBhvr>
                                        <p:cTn id="1664" dur="338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1665" presetID="8" presetClass="emph" presetSubtype="0" fill="hold" grpId="17" nodeType="withEffect">
                                  <p:stCondLst>
                                    <p:cond delay="2820"/>
                                  </p:stCondLst>
                                  <p:childTnLst>
                                    <p:animRot by="-156180">
                                      <p:cBhvr>
                                        <p:cTn id="1666" dur="338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667" presetID="0" presetClass="path" presetSubtype="0" fill="hold" grpId="16" nodeType="withEffect">
                                  <p:stCondLst>
                                    <p:cond delay="2840"/>
                                  </p:stCondLst>
                                  <p:childTnLst>
                                    <p:animMotion origin="layout" path="M 0.12 -0.0016 L 0.132291 -0.005114 E" pathEditMode="relative" rAng="0" ptsTypes="AA">
                                      <p:cBhvr>
                                        <p:cTn id="1668" dur="338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1669" presetID="8" presetClass="emph" presetSubtype="0" fill="hold" grpId="17" nodeType="withEffect">
                                  <p:stCondLst>
                                    <p:cond delay="2840"/>
                                  </p:stCondLst>
                                  <p:childTnLst>
                                    <p:animRot by="-156180">
                                      <p:cBhvr>
                                        <p:cTn id="1670" dur="338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671" presetID="0" presetClass="path" presetSubtype="0" fill="hold" grpId="16" nodeType="withEffect">
                                  <p:stCondLst>
                                    <p:cond delay="2860"/>
                                  </p:stCondLst>
                                  <p:childTnLst>
                                    <p:animMotion origin="layout" path="M 0.12 -0.0016 L 0.134531 -0.005165 E" pathEditMode="relative" rAng="0" ptsTypes="AA">
                                      <p:cBhvr>
                                        <p:cTn id="1672" dur="338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1673" presetID="8" presetClass="emph" presetSubtype="0" fill="hold" grpId="17" nodeType="withEffect">
                                  <p:stCondLst>
                                    <p:cond delay="2860"/>
                                  </p:stCondLst>
                                  <p:childTnLst>
                                    <p:animRot by="-156180">
                                      <p:cBhvr>
                                        <p:cTn id="1674" dur="338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675" presetID="0" presetClass="path" presetSubtype="0" fill="hold" grpId="16" nodeType="withEffect">
                                  <p:stCondLst>
                                    <p:cond delay="2880"/>
                                  </p:stCondLst>
                                  <p:childTnLst>
                                    <p:animMotion origin="layout" path="M 0.12 -0.0016 L 0.136711 -0.005215 E" pathEditMode="relative" rAng="0" ptsTypes="AA">
                                      <p:cBhvr>
                                        <p:cTn id="1676" dur="338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1677" presetID="8" presetClass="emph" presetSubtype="0" fill="hold" grpId="17" nodeType="withEffect">
                                  <p:stCondLst>
                                    <p:cond delay="2880"/>
                                  </p:stCondLst>
                                  <p:childTnLst>
                                    <p:animRot by="-156180">
                                      <p:cBhvr>
                                        <p:cTn id="1678" dur="338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679" presetID="0" presetClass="path" presetSubtype="0" fill="hold" grpId="18" nodeType="withEffect">
                                  <p:stCondLst>
                                    <p:cond delay="3038"/>
                                  </p:stCondLst>
                                  <p:childTnLst>
                                    <p:animMotion origin="layout" path="M 0.01575 -0.017006 L 0.0175 -0.018292 E" pathEditMode="relative" rAng="0" ptsTypes="AA">
                                      <p:cBhvr>
                                        <p:cTn id="1680" dur="337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1681" presetID="6" presetClass="emph" presetSubtype="0" fill="hold" grpId="19" nodeType="withEffect">
                                  <p:stCondLst>
                                    <p:cond delay="3038"/>
                                  </p:stCondLst>
                                  <p:childTnLst>
                                    <p:animScale>
                                      <p:cBhvr>
                                        <p:cTn id="1682" dur="337" fill="hold"/>
                                        <p:tgtEl>
                                          <p:spTgt spid="7"/>
                                        </p:tgtEl>
                                      </p:cBhvr>
                                      <p:by x="97667" y="97667"/>
                                    </p:animScale>
                                  </p:childTnLst>
                                </p:cTn>
                              </p:par>
                              <p:par>
                                <p:cTn id="1683" presetID="0" presetClass="path" presetSubtype="0" fill="hold" grpId="18" nodeType="withEffect">
                                  <p:stCondLst>
                                    <p:cond delay="3038"/>
                                  </p:stCondLst>
                                  <p:childTnLst>
                                    <p:animMotion origin="layout" path="M 0.0486 -0.014371 L 0.054 -0.009484 E" pathEditMode="relative" rAng="0" ptsTypes="AA">
                                      <p:cBhvr>
                                        <p:cTn id="1684" dur="337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1685" presetID="6" presetClass="emph" presetSubtype="0" fill="hold" grpId="19" nodeType="withEffect">
                                  <p:stCondLst>
                                    <p:cond delay="3038"/>
                                  </p:stCondLst>
                                  <p:childTnLst>
                                    <p:animScale>
                                      <p:cBhvr>
                                        <p:cTn id="1686" dur="337" fill="hold"/>
                                        <p:tgtEl>
                                          <p:spTgt spid="9"/>
                                        </p:tgtEl>
                                      </p:cBhvr>
                                      <p:by x="98464" y="98464"/>
                                    </p:animScale>
                                  </p:childTnLst>
                                </p:cTn>
                              </p:par>
                              <p:par>
                                <p:cTn id="1687" presetID="0" presetClass="path" presetSubtype="0" fill="hold" grpId="18" nodeType="withEffect">
                                  <p:stCondLst>
                                    <p:cond delay="3038"/>
                                  </p:stCondLst>
                                  <p:childTnLst>
                                    <p:animMotion origin="layout" path="M 0.0648 -0.002308 L 0.072 0.002086 E" pathEditMode="relative" rAng="0" ptsTypes="AA">
                                      <p:cBhvr>
                                        <p:cTn id="1688" dur="337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1689" presetID="6" presetClass="emph" presetSubtype="0" fill="hold" grpId="19" nodeType="withEffect">
                                  <p:stCondLst>
                                    <p:cond delay="3038"/>
                                  </p:stCondLst>
                                  <p:childTnLst>
                                    <p:animScale>
                                      <p:cBhvr>
                                        <p:cTn id="1690" dur="337" fill="hold"/>
                                        <p:tgtEl>
                                          <p:spTgt spid="11"/>
                                        </p:tgtEl>
                                      </p:cBhvr>
                                      <p:by x="98501" y="98501"/>
                                    </p:animScale>
                                  </p:childTnLst>
                                </p:cTn>
                              </p:par>
                              <p:par>
                                <p:cTn id="1691" presetID="0" presetClass="path" presetSubtype="0" fill="hold" grpId="18" nodeType="withEffect">
                                  <p:stCondLst>
                                    <p:cond delay="3038"/>
                                  </p:stCondLst>
                                  <p:childTnLst>
                                    <p:animMotion origin="layout" path="M -0.081 0.021595 L -0.09 0.017937 E" pathEditMode="relative" rAng="0" ptsTypes="AA">
                                      <p:cBhvr>
                                        <p:cTn id="1692" dur="337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1693" presetID="6" presetClass="emph" presetSubtype="0" fill="hold" grpId="19" nodeType="withEffect">
                                  <p:stCondLst>
                                    <p:cond delay="3038"/>
                                  </p:stCondLst>
                                  <p:childTnLst>
                                    <p:animScale>
                                      <p:cBhvr>
                                        <p:cTn id="1694" dur="337" fill="hold"/>
                                        <p:tgtEl>
                                          <p:spTgt spid="13"/>
                                        </p:tgtEl>
                                      </p:cBhvr>
                                      <p:by x="99094" y="99094"/>
                                    </p:animScale>
                                  </p:childTnLst>
                                </p:cTn>
                              </p:par>
                              <p:par>
                                <p:cTn id="1695" presetID="0" presetClass="path" presetSubtype="0" fill="hold" grpId="18" nodeType="withEffect">
                                  <p:stCondLst>
                                    <p:cond delay="3038"/>
                                  </p:stCondLst>
                                  <p:childTnLst>
                                    <p:animMotion origin="layout" path="M 0.0324 0.008211 L 0.036 0.004818 E" pathEditMode="relative" rAng="0" ptsTypes="AA">
                                      <p:cBhvr>
                                        <p:cTn id="1696" dur="337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1697" presetID="6" presetClass="emph" presetSubtype="0" fill="hold" grpId="19" nodeType="withEffect">
                                  <p:stCondLst>
                                    <p:cond delay="3038"/>
                                  </p:stCondLst>
                                  <p:childTnLst>
                                    <p:animScale>
                                      <p:cBhvr>
                                        <p:cTn id="1698" dur="337" fill="hold"/>
                                        <p:tgtEl>
                                          <p:spTgt spid="15"/>
                                        </p:tgtEl>
                                      </p:cBhvr>
                                      <p:by x="100011" y="100011"/>
                                    </p:animScale>
                                  </p:childTnLst>
                                </p:cTn>
                              </p:par>
                              <p:par>
                                <p:cTn id="1699" presetID="0" presetClass="path" presetSubtype="0" fill="hold" grpId="18" nodeType="withEffect">
                                  <p:stCondLst>
                                    <p:cond delay="3038"/>
                                  </p:stCondLst>
                                  <p:childTnLst>
                                    <p:animMotion origin="layout" path="M 0.0486 -0.002895 L 0.054 -0.004857 E" pathEditMode="relative" rAng="0" ptsTypes="AA">
                                      <p:cBhvr>
                                        <p:cTn id="1700" dur="337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1701" presetID="6" presetClass="emph" presetSubtype="0" fill="hold" grpId="19" nodeType="withEffect">
                                  <p:stCondLst>
                                    <p:cond delay="3038"/>
                                  </p:stCondLst>
                                  <p:childTnLst>
                                    <p:animScale>
                                      <p:cBhvr>
                                        <p:cTn id="1702" dur="337" fill="hold"/>
                                        <p:tgtEl>
                                          <p:spTgt spid="17"/>
                                        </p:tgtEl>
                                      </p:cBhvr>
                                      <p:by x="100914" y="100914"/>
                                    </p:animScale>
                                  </p:childTnLst>
                                </p:cTn>
                              </p:par>
                              <p:par>
                                <p:cTn id="1703" presetID="0" presetClass="path" presetSubtype="0" fill="hold" grpId="27" nodeType="withEffect">
                                  <p:stCondLst>
                                    <p:cond delay="3038"/>
                                  </p:stCondLst>
                                  <p:childTnLst>
                                    <p:animMotion origin="layout" path="M 0.014659 -0.002916 L 0.020526 -0.00973 E" pathEditMode="relative" rAng="0" ptsTypes="AA">
                                      <p:cBhvr>
                                        <p:cTn id="1704" dur="337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1705" presetID="6" presetClass="emph" presetSubtype="0" fill="hold" grpId="28" nodeType="withEffect">
                                  <p:stCondLst>
                                    <p:cond delay="3038"/>
                                  </p:stCondLst>
                                  <p:childTnLst>
                                    <p:animScale>
                                      <p:cBhvr>
                                        <p:cTn id="1706" dur="337" fill="hold"/>
                                        <p:tgtEl>
                                          <p:spTgt spid="28"/>
                                        </p:tgtEl>
                                      </p:cBhvr>
                                      <p:by x="100611" y="100611"/>
                                    </p:animScale>
                                  </p:childTnLst>
                                </p:cTn>
                              </p:par>
                              <p:par>
                                <p:cTn id="1707" presetID="8" presetClass="emph" presetSubtype="0" fill="hold" grpId="29" nodeType="withEffect">
                                  <p:stCondLst>
                                    <p:cond delay="3038"/>
                                  </p:stCondLst>
                                  <p:childTnLst>
                                    <p:animRot by="21900">
                                      <p:cBhvr>
                                        <p:cTn id="1708" dur="337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709" presetID="0" presetClass="path" presetSubtype="0" fill="hold" grpId="27" nodeType="withEffect">
                                  <p:stCondLst>
                                    <p:cond delay="3038"/>
                                  </p:stCondLst>
                                  <p:childTnLst>
                                    <p:animMotion origin="layout" path="M -0.00202 -0.008283 L 0.009332 -0.014795 E" pathEditMode="relative" rAng="0" ptsTypes="AA">
                                      <p:cBhvr>
                                        <p:cTn id="1710" dur="337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1711" presetID="6" presetClass="emph" presetSubtype="0" fill="hold" grpId="28" nodeType="withEffect">
                                  <p:stCondLst>
                                    <p:cond delay="3038"/>
                                  </p:stCondLst>
                                  <p:childTnLst>
                                    <p:animScale>
                                      <p:cBhvr>
                                        <p:cTn id="1712" dur="337" fill="hold"/>
                                        <p:tgtEl>
                                          <p:spTgt spid="29"/>
                                        </p:tgtEl>
                                      </p:cBhvr>
                                      <p:by x="98952" y="98952"/>
                                    </p:animScale>
                                  </p:childTnLst>
                                </p:cTn>
                              </p:par>
                              <p:par>
                                <p:cTn id="1713" presetID="8" presetClass="emph" presetSubtype="0" fill="hold" grpId="29" nodeType="withEffect">
                                  <p:stCondLst>
                                    <p:cond delay="3038"/>
                                  </p:stCondLst>
                                  <p:childTnLst>
                                    <p:animRot by="37260">
                                      <p:cBhvr>
                                        <p:cTn id="1714" dur="337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715" presetID="0" presetClass="path" presetSubtype="0" fill="hold" grpId="27" nodeType="withEffect">
                                  <p:stCondLst>
                                    <p:cond delay="3038"/>
                                  </p:stCondLst>
                                  <p:childTnLst>
                                    <p:animMotion origin="layout" path="M -0.01645 -0.005521 L -0.0366 -0.004094 E" pathEditMode="relative" rAng="0" ptsTypes="AA">
                                      <p:cBhvr>
                                        <p:cTn id="1716" dur="337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1717" presetID="6" presetClass="emph" presetSubtype="0" fill="hold" grpId="28" nodeType="withEffect">
                                  <p:stCondLst>
                                    <p:cond delay="3038"/>
                                  </p:stCondLst>
                                  <p:childTnLst>
                                    <p:animScale>
                                      <p:cBhvr>
                                        <p:cTn id="1718" dur="337" fill="hold"/>
                                        <p:tgtEl>
                                          <p:spTgt spid="30"/>
                                        </p:tgtEl>
                                      </p:cBhvr>
                                      <p:by x="98317" y="98317"/>
                                    </p:animScale>
                                  </p:childTnLst>
                                </p:cTn>
                              </p:par>
                              <p:par>
                                <p:cTn id="1719" presetID="8" presetClass="emph" presetSubtype="0" fill="hold" grpId="29" nodeType="withEffect">
                                  <p:stCondLst>
                                    <p:cond delay="3038"/>
                                  </p:stCondLst>
                                  <p:childTnLst>
                                    <p:animRot by="-58980">
                                      <p:cBhvr>
                                        <p:cTn id="1720" dur="337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721" presetID="0" presetClass="path" presetSubtype="0" fill="hold" grpId="27" nodeType="withEffect">
                                  <p:stCondLst>
                                    <p:cond delay="3038"/>
                                  </p:stCondLst>
                                  <p:childTnLst>
                                    <p:animMotion origin="layout" path="M 0.020649 0.004203 L 0.028766 0.013867 E" pathEditMode="relative" rAng="0" ptsTypes="AA">
                                      <p:cBhvr>
                                        <p:cTn id="1722" dur="337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1723" presetID="6" presetClass="emph" presetSubtype="0" fill="hold" grpId="28" nodeType="withEffect">
                                  <p:stCondLst>
                                    <p:cond delay="3038"/>
                                  </p:stCondLst>
                                  <p:childTnLst>
                                    <p:animScale>
                                      <p:cBhvr>
                                        <p:cTn id="1724" dur="337" fill="hold"/>
                                        <p:tgtEl>
                                          <p:spTgt spid="31"/>
                                        </p:tgtEl>
                                      </p:cBhvr>
                                      <p:by x="99391" y="99391"/>
                                    </p:animScale>
                                  </p:childTnLst>
                                </p:cTn>
                              </p:par>
                              <p:par>
                                <p:cTn id="1725" presetID="8" presetClass="emph" presetSubtype="0" fill="hold" grpId="29" nodeType="withEffect">
                                  <p:stCondLst>
                                    <p:cond delay="3038"/>
                                  </p:stCondLst>
                                  <p:childTnLst>
                                    <p:animRot by="21480">
                                      <p:cBhvr>
                                        <p:cTn id="1726" dur="337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727" presetID="0" presetClass="path" presetSubtype="0" fill="hold" grpId="27" nodeType="withEffect">
                                  <p:stCondLst>
                                    <p:cond delay="3038"/>
                                  </p:stCondLst>
                                  <p:childTnLst>
                                    <p:animMotion origin="layout" path="M -0.001415 0.006281 L 0.007275 0.011181 E" pathEditMode="relative" rAng="0" ptsTypes="AA">
                                      <p:cBhvr>
                                        <p:cTn id="1728" dur="337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1729" presetID="6" presetClass="emph" presetSubtype="0" fill="hold" grpId="28" nodeType="withEffect">
                                  <p:stCondLst>
                                    <p:cond delay="3038"/>
                                  </p:stCondLst>
                                  <p:childTnLst>
                                    <p:animScale>
                                      <p:cBhvr>
                                        <p:cTn id="1730" dur="337" fill="hold"/>
                                        <p:tgtEl>
                                          <p:spTgt spid="42"/>
                                        </p:tgtEl>
                                      </p:cBhvr>
                                      <p:by x="101062" y="101062"/>
                                    </p:animScale>
                                  </p:childTnLst>
                                </p:cTn>
                              </p:par>
                              <p:par>
                                <p:cTn id="1731" presetID="8" presetClass="emph" presetSubtype="0" fill="hold" grpId="29" nodeType="withEffect">
                                  <p:stCondLst>
                                    <p:cond delay="3038"/>
                                  </p:stCondLst>
                                  <p:childTnLst>
                                    <p:animRot by="37620">
                                      <p:cBhvr>
                                        <p:cTn id="1732" dur="337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733" presetID="0" presetClass="path" presetSubtype="0" fill="hold" grpId="18" nodeType="withEffect">
                                  <p:stCondLst>
                                    <p:cond delay="3038"/>
                                  </p:stCondLst>
                                  <p:childTnLst>
                                    <p:animMotion origin="layout" path="M 0.140511 -0.003972 L 0.160182 -0.012018 E" pathEditMode="relative" rAng="0" ptsTypes="AA">
                                      <p:cBhvr>
                                        <p:cTn id="1734" dur="337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1735" presetID="8" presetClass="emph" presetSubtype="0" fill="hold" grpId="19" nodeType="withEffect">
                                  <p:stCondLst>
                                    <p:cond delay="3038"/>
                                  </p:stCondLst>
                                  <p:childTnLst>
                                    <p:animRot by="-83520">
                                      <p:cBhvr>
                                        <p:cTn id="1736" dur="337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737" presetID="0" presetClass="path" presetSubtype="0" fill="hold" grpId="27" nodeType="withEffect">
                                  <p:stCondLst>
                                    <p:cond delay="3038"/>
                                  </p:stCondLst>
                                  <p:childTnLst>
                                    <p:animMotion origin="layout" path="M 0.1593 0.010302 L 0.177 0.000243 E" pathEditMode="relative" rAng="0" ptsTypes="AA">
                                      <p:cBhvr>
                                        <p:cTn id="1738" dur="337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1739" presetID="6" presetClass="emph" presetSubtype="0" fill="hold" grpId="28" nodeType="withEffect">
                                  <p:stCondLst>
                                    <p:cond delay="3038"/>
                                  </p:stCondLst>
                                  <p:childTnLst>
                                    <p:animScale>
                                      <p:cBhvr>
                                        <p:cTn id="1740" dur="337" fill="hold"/>
                                        <p:tgtEl>
                                          <p:spTgt spid="21"/>
                                        </p:tgtEl>
                                      </p:cBhvr>
                                      <p:by x="94980" y="94980"/>
                                    </p:animScale>
                                  </p:childTnLst>
                                </p:cTn>
                              </p:par>
                              <p:par>
                                <p:cTn id="1741" presetID="8" presetClass="emph" presetSubtype="0" fill="hold" grpId="29" nodeType="withEffect">
                                  <p:stCondLst>
                                    <p:cond delay="3038"/>
                                  </p:stCondLst>
                                  <p:childTnLst>
                                    <p:animRot by="-157920">
                                      <p:cBhvr>
                                        <p:cTn id="1742" dur="337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743" presetID="0" presetClass="path" presetSubtype="0" fill="hold" grpId="27" nodeType="withEffect">
                                  <p:stCondLst>
                                    <p:cond delay="3038"/>
                                  </p:stCondLst>
                                  <p:childTnLst>
                                    <p:animMotion origin="layout" path="M 0.1728 0.00727 L 0.192 -0.004409 E" pathEditMode="relative" rAng="0" ptsTypes="AA">
                                      <p:cBhvr>
                                        <p:cTn id="1744" dur="337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1745" presetID="6" presetClass="emph" presetSubtype="0" fill="hold" grpId="28" nodeType="withEffect">
                                  <p:stCondLst>
                                    <p:cond delay="3038"/>
                                  </p:stCondLst>
                                  <p:childTnLst>
                                    <p:animScale>
                                      <p:cBhvr>
                                        <p:cTn id="1746" dur="337" fill="hold"/>
                                        <p:tgtEl>
                                          <p:spTgt spid="23"/>
                                        </p:tgtEl>
                                      </p:cBhvr>
                                      <p:by x="94017" y="94017"/>
                                    </p:animScale>
                                  </p:childTnLst>
                                </p:cTn>
                              </p:par>
                              <p:par>
                                <p:cTn id="1747" presetID="8" presetClass="emph" presetSubtype="0" fill="hold" grpId="29" nodeType="withEffect">
                                  <p:stCondLst>
                                    <p:cond delay="3038"/>
                                  </p:stCondLst>
                                  <p:childTnLst>
                                    <p:animRot by="69480">
                                      <p:cBhvr>
                                        <p:cTn id="1748" dur="337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749" presetID="0" presetClass="path" presetSubtype="0" fill="hold" grpId="27" nodeType="withEffect">
                                  <p:stCondLst>
                                    <p:cond delay="3038"/>
                                  </p:stCondLst>
                                  <p:childTnLst>
                                    <p:animMotion origin="layout" path="M 0.1863 -0.00499 L 0.207 -0.010823 E" pathEditMode="relative" rAng="0" ptsTypes="AA">
                                      <p:cBhvr>
                                        <p:cTn id="1750" dur="337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1751" presetID="6" presetClass="emph" presetSubtype="0" fill="hold" grpId="28" nodeType="withEffect">
                                  <p:stCondLst>
                                    <p:cond delay="3038"/>
                                  </p:stCondLst>
                                  <p:childTnLst>
                                    <p:animScale>
                                      <p:cBhvr>
                                        <p:cTn id="1752" dur="337" fill="hold"/>
                                        <p:tgtEl>
                                          <p:spTgt spid="25"/>
                                        </p:tgtEl>
                                      </p:cBhvr>
                                      <p:by x="97003" y="97003"/>
                                    </p:animScale>
                                  </p:childTnLst>
                                </p:cTn>
                              </p:par>
                              <p:par>
                                <p:cTn id="1753" presetID="8" presetClass="emph" presetSubtype="0" fill="hold" grpId="29" nodeType="withEffect">
                                  <p:stCondLst>
                                    <p:cond delay="3038"/>
                                  </p:stCondLst>
                                  <p:childTnLst>
                                    <p:animRot by="249600">
                                      <p:cBhvr>
                                        <p:cTn id="1754" dur="337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755" presetID="0" presetClass="path" presetSubtype="0" fill="hold" grpId="18" nodeType="withEffect">
                                  <p:stCondLst>
                                    <p:cond delay="3038"/>
                                  </p:stCondLst>
                                  <p:childTnLst>
                                    <p:animMotion origin="layout" path="M -0.028305 -0.002975 L -0.013322 0.001073 E" pathEditMode="relative" rAng="0" ptsTypes="AA">
                                      <p:cBhvr>
                                        <p:cTn id="1756" dur="337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1757" presetID="6" presetClass="emph" presetSubtype="0" fill="hold" grpId="19" nodeType="withEffect">
                                  <p:stCondLst>
                                    <p:cond delay="3038"/>
                                  </p:stCondLst>
                                  <p:childTnLst>
                                    <p:animScale>
                                      <p:cBhvr>
                                        <p:cTn id="1758" dur="337" fill="hold"/>
                                        <p:tgtEl>
                                          <p:spTgt spid="43"/>
                                        </p:tgtEl>
                                      </p:cBhvr>
                                      <p:by x="123257" y="123257"/>
                                    </p:animScale>
                                  </p:childTnLst>
                                </p:cTn>
                              </p:par>
                              <p:par>
                                <p:cTn id="1759" presetID="0" presetClass="path" presetSubtype="0" fill="hold" grpId="18" nodeType="withEffect">
                                  <p:stCondLst>
                                    <p:cond delay="3038"/>
                                  </p:stCondLst>
                                  <p:childTnLst>
                                    <p:animMotion origin="layout" path="M -0.016953 0.007538 L -0.00018 0.004209 E" pathEditMode="relative" rAng="0" ptsTypes="AA">
                                      <p:cBhvr>
                                        <p:cTn id="1760" dur="337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1761" presetID="6" presetClass="emph" presetSubtype="0" fill="hold" grpId="19" nodeType="withEffect">
                                  <p:stCondLst>
                                    <p:cond delay="3038"/>
                                  </p:stCondLst>
                                  <p:childTnLst>
                                    <p:animScale>
                                      <p:cBhvr>
                                        <p:cTn id="1762" dur="337" fill="hold"/>
                                        <p:tgtEl>
                                          <p:spTgt spid="44"/>
                                        </p:tgtEl>
                                      </p:cBhvr>
                                      <p:by x="120560" y="120560"/>
                                    </p:animScale>
                                  </p:childTnLst>
                                </p:cTn>
                              </p:par>
                              <p:par>
                                <p:cTn id="1763" presetID="0" presetClass="path" presetSubtype="0" fill="hold" grpId="18" nodeType="withEffect">
                                  <p:stCondLst>
                                    <p:cond delay="3038"/>
                                  </p:stCondLst>
                                  <p:childTnLst>
                                    <p:animMotion origin="layout" path="M 0.019235 0.007008 L 0.013225 0.001179 E" pathEditMode="relative" rAng="0" ptsTypes="AA">
                                      <p:cBhvr>
                                        <p:cTn id="1764" dur="337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1765" presetID="6" presetClass="emph" presetSubtype="0" fill="hold" grpId="19" nodeType="withEffect">
                                  <p:stCondLst>
                                    <p:cond delay="3038"/>
                                  </p:stCondLst>
                                  <p:childTnLst>
                                    <p:animScale>
                                      <p:cBhvr>
                                        <p:cTn id="1766" dur="337" fill="hold"/>
                                        <p:tgtEl>
                                          <p:spTgt spid="45"/>
                                        </p:tgtEl>
                                      </p:cBhvr>
                                      <p:by x="93932" y="93932"/>
                                    </p:animScale>
                                  </p:childTnLst>
                                </p:cTn>
                              </p:par>
                              <p:par>
                                <p:cTn id="1767" presetID="0" presetClass="path" presetSubtype="0" fill="hold" grpId="18" nodeType="withEffect">
                                  <p:stCondLst>
                                    <p:cond delay="3038"/>
                                  </p:stCondLst>
                                  <p:childTnLst>
                                    <p:animMotion origin="layout" path="M 0.027244 -0.003789 L 0.007255 -0.003578 E" pathEditMode="relative" rAng="0" ptsTypes="AA">
                                      <p:cBhvr>
                                        <p:cTn id="1768" dur="337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1769" presetID="6" presetClass="emph" presetSubtype="0" fill="hold" grpId="19" nodeType="withEffect">
                                  <p:stCondLst>
                                    <p:cond delay="3038"/>
                                  </p:stCondLst>
                                  <p:childTnLst>
                                    <p:animScale>
                                      <p:cBhvr>
                                        <p:cTn id="1770" dur="337" fill="hold"/>
                                        <p:tgtEl>
                                          <p:spTgt spid="46"/>
                                        </p:tgtEl>
                                      </p:cBhvr>
                                      <p:by x="78107" y="78107"/>
                                    </p:animScale>
                                  </p:childTnLst>
                                </p:cTn>
                              </p:par>
                              <p:par>
                                <p:cTn id="1771" presetID="0" presetClass="path" presetSubtype="0" fill="hold" grpId="18" nodeType="withEffect">
                                  <p:stCondLst>
                                    <p:cond delay="3038"/>
                                  </p:stCondLst>
                                  <p:childTnLst>
                                    <p:animMotion origin="layout" path="M 0.094142 0.002149 L 0.107322 -0.001122 E" pathEditMode="relative" rAng="0" ptsTypes="AA">
                                      <p:cBhvr>
                                        <p:cTn id="1772" dur="337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1773" presetID="8" presetClass="emph" presetSubtype="0" fill="hold" grpId="19" nodeType="withEffect">
                                  <p:stCondLst>
                                    <p:cond delay="3038"/>
                                  </p:stCondLst>
                                  <p:childTnLst>
                                    <p:animRot by="-151440">
                                      <p:cBhvr>
                                        <p:cTn id="1774" dur="337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775" presetID="0" presetClass="path" presetSubtype="0" fill="hold" grpId="18" nodeType="withEffect">
                                  <p:stCondLst>
                                    <p:cond delay="3038"/>
                                  </p:stCondLst>
                                  <p:childTnLst>
                                    <p:animMotion origin="layout" path="M 0.111003 -0.004121 L 0.126544 -0.012246 E" pathEditMode="relative" rAng="0" ptsTypes="AA">
                                      <p:cBhvr>
                                        <p:cTn id="1776" dur="337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1777" presetID="8" presetClass="emph" presetSubtype="0" fill="hold" grpId="19" nodeType="withEffect">
                                  <p:stCondLst>
                                    <p:cond delay="3038"/>
                                  </p:stCondLst>
                                  <p:childTnLst>
                                    <p:animRot by="-81240">
                                      <p:cBhvr>
                                        <p:cTn id="1778" dur="337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779" presetID="0" presetClass="path" presetSubtype="0" fill="hold" grpId="18" nodeType="withEffect">
                                  <p:stCondLst>
                                    <p:cond delay="3038"/>
                                  </p:stCondLst>
                                  <p:childTnLst>
                                    <p:animMotion origin="layout" path="M 0.077281 -0.0093 L 0.0881 -0.018552 E" pathEditMode="relative" rAng="0" ptsTypes="AA">
                                      <p:cBhvr>
                                        <p:cTn id="1780" dur="337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1781" presetID="8" presetClass="emph" presetSubtype="0" fill="hold" grpId="19" nodeType="withEffect">
                                  <p:stCondLst>
                                    <p:cond delay="3038"/>
                                  </p:stCondLst>
                                  <p:childTnLst>
                                    <p:animRot by="27180">
                                      <p:cBhvr>
                                        <p:cTn id="1782" dur="337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783" presetID="0" presetClass="path" presetSubtype="0" fill="hold" grpId="18" nodeType="withEffect">
                                  <p:stCondLst>
                                    <p:cond delay="3058"/>
                                  </p:stCondLst>
                                  <p:childTnLst>
                                    <p:animMotion origin="layout" path="M 0.01575 -0.017006 L 0.0175 -0.018292 E" pathEditMode="relative" rAng="0" ptsTypes="AA">
                                      <p:cBhvr>
                                        <p:cTn id="1784" dur="337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1785" presetID="6" presetClass="emph" presetSubtype="0" fill="hold" grpId="19" nodeType="withEffect">
                                  <p:stCondLst>
                                    <p:cond delay="3058"/>
                                  </p:stCondLst>
                                  <p:childTnLst>
                                    <p:animScale>
                                      <p:cBhvr>
                                        <p:cTn id="1786" dur="337" fill="hold"/>
                                        <p:tgtEl>
                                          <p:spTgt spid="5"/>
                                        </p:tgtEl>
                                      </p:cBhvr>
                                      <p:by x="97667" y="97667"/>
                                    </p:animScale>
                                  </p:childTnLst>
                                </p:cTn>
                              </p:par>
                              <p:par>
                                <p:cTn id="1787" presetID="0" presetClass="path" presetSubtype="0" fill="hold" grpId="18" nodeType="withEffect">
                                  <p:stCondLst>
                                    <p:cond delay="3058"/>
                                  </p:stCondLst>
                                  <p:childTnLst>
                                    <p:animMotion origin="layout" path="M 0.048766 -0.014391 L 0.054316 -0.009522 E" pathEditMode="relative" rAng="0" ptsTypes="AA">
                                      <p:cBhvr>
                                        <p:cTn id="1788" dur="337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1789" presetID="6" presetClass="emph" presetSubtype="0" fill="hold" grpId="19" nodeType="withEffect">
                                  <p:stCondLst>
                                    <p:cond delay="3058"/>
                                  </p:stCondLst>
                                  <p:childTnLst>
                                    <p:animScale>
                                      <p:cBhvr>
                                        <p:cTn id="1790" dur="337" fill="hold"/>
                                        <p:tgtEl>
                                          <p:spTgt spid="10"/>
                                        </p:tgtEl>
                                      </p:cBhvr>
                                      <p:by x="98464" y="98464"/>
                                    </p:animScale>
                                  </p:childTnLst>
                                </p:cTn>
                              </p:par>
                              <p:par>
                                <p:cTn id="1791" presetID="0" presetClass="path" presetSubtype="0" fill="hold" grpId="18" nodeType="withEffect">
                                  <p:stCondLst>
                                    <p:cond delay="3058"/>
                                  </p:stCondLst>
                                  <p:childTnLst>
                                    <p:animMotion origin="layout" path="M 0.065633 -0.002407 L 0.072992 0.001968 E" pathEditMode="relative" rAng="0" ptsTypes="AA">
                                      <p:cBhvr>
                                        <p:cTn id="1792" dur="337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1793" presetID="6" presetClass="emph" presetSubtype="0" fill="hold" grpId="19" nodeType="withEffect">
                                  <p:stCondLst>
                                    <p:cond delay="3058"/>
                                  </p:stCondLst>
                                  <p:childTnLst>
                                    <p:animScale>
                                      <p:cBhvr>
                                        <p:cTn id="1794" dur="337" fill="hold"/>
                                        <p:tgtEl>
                                          <p:spTgt spid="12"/>
                                        </p:tgtEl>
                                      </p:cBhvr>
                                      <p:by x="98501" y="98501"/>
                                    </p:animScale>
                                  </p:childTnLst>
                                </p:cTn>
                              </p:par>
                              <p:par>
                                <p:cTn id="1795" presetID="0" presetClass="path" presetSubtype="0" fill="hold" grpId="18" nodeType="withEffect">
                                  <p:stCondLst>
                                    <p:cond delay="3058"/>
                                  </p:stCondLst>
                                  <p:childTnLst>
                                    <p:animMotion origin="layout" path="M -0.079693 0.021477 L -0.088593 0.01781 E" pathEditMode="relative" rAng="0" ptsTypes="AA">
                                      <p:cBhvr>
                                        <p:cTn id="1796" dur="337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1797" presetID="6" presetClass="emph" presetSubtype="0" fill="hold" grpId="19" nodeType="withEffect">
                                  <p:stCondLst>
                                    <p:cond delay="3058"/>
                                  </p:stCondLst>
                                  <p:childTnLst>
                                    <p:animScale>
                                      <p:cBhvr>
                                        <p:cTn id="1798" dur="337" fill="hold"/>
                                        <p:tgtEl>
                                          <p:spTgt spid="14"/>
                                        </p:tgtEl>
                                      </p:cBhvr>
                                      <p:by x="99094" y="99094"/>
                                    </p:animScale>
                                  </p:childTnLst>
                                </p:cTn>
                              </p:par>
                              <p:par>
                                <p:cTn id="1799" presetID="0" presetClass="path" presetSubtype="0" fill="hold" grpId="18" nodeType="withEffect">
                                  <p:stCondLst>
                                    <p:cond delay="3058"/>
                                  </p:stCondLst>
                                  <p:childTnLst>
                                    <p:animMotion origin="layout" path="M 0.033495 0.008089 L 0.037094 0.004696 E" pathEditMode="relative" rAng="0" ptsTypes="AA">
                                      <p:cBhvr>
                                        <p:cTn id="1800" dur="337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1801" presetID="6" presetClass="emph" presetSubtype="0" fill="hold" grpId="19" nodeType="withEffect">
                                  <p:stCondLst>
                                    <p:cond delay="3058"/>
                                  </p:stCondLst>
                                  <p:childTnLst>
                                    <p:animScale>
                                      <p:cBhvr>
                                        <p:cTn id="1802" dur="337" fill="hold"/>
                                        <p:tgtEl>
                                          <p:spTgt spid="16"/>
                                        </p:tgtEl>
                                      </p:cBhvr>
                                      <p:by x="100011" y="100011"/>
                                    </p:animScale>
                                  </p:childTnLst>
                                </p:cTn>
                              </p:par>
                              <p:par>
                                <p:cTn id="1803" presetID="0" presetClass="path" presetSubtype="0" fill="hold" grpId="18" nodeType="withEffect">
                                  <p:stCondLst>
                                    <p:cond delay="3058"/>
                                  </p:stCondLst>
                                  <p:childTnLst>
                                    <p:animMotion origin="layout" path="M 0.049187 -0.002966 L 0.054516 -0.004919 E" pathEditMode="relative" rAng="0" ptsTypes="AA">
                                      <p:cBhvr>
                                        <p:cTn id="1804" dur="337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1805" presetID="6" presetClass="emph" presetSubtype="0" fill="hold" grpId="19" nodeType="withEffect">
                                  <p:stCondLst>
                                    <p:cond delay="3058"/>
                                  </p:stCondLst>
                                  <p:childTnLst>
                                    <p:animScale>
                                      <p:cBhvr>
                                        <p:cTn id="1806" dur="337" fill="hold"/>
                                        <p:tgtEl>
                                          <p:spTgt spid="18"/>
                                        </p:tgtEl>
                                      </p:cBhvr>
                                      <p:by x="100914" y="100914"/>
                                    </p:animScale>
                                  </p:childTnLst>
                                </p:cTn>
                              </p:par>
                              <p:par>
                                <p:cTn id="1807" presetID="0" presetClass="path" presetSubtype="0" fill="hold" grpId="18" nodeType="withEffect">
                                  <p:stCondLst>
                                    <p:cond delay="3058"/>
                                  </p:stCondLst>
                                  <p:childTnLst>
                                    <p:animMotion origin="layout" path="M 0.139724 -0.00392 L 0.158977 -0.011923 E" pathEditMode="relative" rAng="0" ptsTypes="AA">
                                      <p:cBhvr>
                                        <p:cTn id="1808" dur="337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1809" presetID="8" presetClass="emph" presetSubtype="0" fill="hold" grpId="19" nodeType="withEffect">
                                  <p:stCondLst>
                                    <p:cond delay="3058"/>
                                  </p:stCondLst>
                                  <p:childTnLst>
                                    <p:animRot by="-83520">
                                      <p:cBhvr>
                                        <p:cTn id="1810" dur="337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811" presetID="0" presetClass="path" presetSubtype="0" fill="hold" grpId="27" nodeType="withEffect">
                                  <p:stCondLst>
                                    <p:cond delay="3058"/>
                                  </p:stCondLst>
                                  <p:childTnLst>
                                    <p:animMotion origin="layout" path="M 0.159434 0.009824 L 0.176893 3.5e-05 E" pathEditMode="relative" rAng="0" ptsTypes="AA">
                                      <p:cBhvr>
                                        <p:cTn id="1812" dur="337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1813" presetID="6" presetClass="emph" presetSubtype="0" fill="hold" grpId="28" nodeType="withEffect">
                                  <p:stCondLst>
                                    <p:cond delay="3058"/>
                                  </p:stCondLst>
                                  <p:childTnLst>
                                    <p:animScale>
                                      <p:cBhvr>
                                        <p:cTn id="1814" dur="337" fill="hold"/>
                                        <p:tgtEl>
                                          <p:spTgt spid="22"/>
                                        </p:tgtEl>
                                      </p:cBhvr>
                                      <p:by x="94980" y="94980"/>
                                    </p:animScale>
                                  </p:childTnLst>
                                </p:cTn>
                              </p:par>
                              <p:par>
                                <p:cTn id="1815" presetID="8" presetClass="emph" presetSubtype="0" fill="hold" grpId="29" nodeType="withEffect">
                                  <p:stCondLst>
                                    <p:cond delay="3058"/>
                                  </p:stCondLst>
                                  <p:childTnLst>
                                    <p:animRot by="-157920">
                                      <p:cBhvr>
                                        <p:cTn id="1816" dur="337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817" presetID="0" presetClass="path" presetSubtype="0" fill="hold" grpId="27" nodeType="withEffect">
                                  <p:stCondLst>
                                    <p:cond delay="3058"/>
                                  </p:stCondLst>
                                  <p:childTnLst>
                                    <p:animMotion origin="layout" path="M 0.17248 0.006958 L 0.191782 -0.004465 E" pathEditMode="relative" rAng="0" ptsTypes="AA">
                                      <p:cBhvr>
                                        <p:cTn id="1818" dur="337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1819" presetID="6" presetClass="emph" presetSubtype="0" fill="hold" grpId="28" nodeType="withEffect">
                                  <p:stCondLst>
                                    <p:cond delay="3058"/>
                                  </p:stCondLst>
                                  <p:childTnLst>
                                    <p:animScale>
                                      <p:cBhvr>
                                        <p:cTn id="1820" dur="337" fill="hold"/>
                                        <p:tgtEl>
                                          <p:spTgt spid="24"/>
                                        </p:tgtEl>
                                      </p:cBhvr>
                                      <p:by x="94017" y="94017"/>
                                    </p:animScale>
                                  </p:childTnLst>
                                </p:cTn>
                              </p:par>
                              <p:par>
                                <p:cTn id="1821" presetID="8" presetClass="emph" presetSubtype="0" fill="hold" grpId="29" nodeType="withEffect">
                                  <p:stCondLst>
                                    <p:cond delay="3058"/>
                                  </p:stCondLst>
                                  <p:childTnLst>
                                    <p:animRot by="69480">
                                      <p:cBhvr>
                                        <p:cTn id="1822" dur="337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823" presetID="0" presetClass="path" presetSubtype="0" fill="hold" grpId="27" nodeType="withEffect">
                                  <p:stCondLst>
                                    <p:cond delay="3058"/>
                                  </p:stCondLst>
                                  <p:childTnLst>
                                    <p:animMotion origin="layout" path="M 0.185855 -0.004991 L 0.206826 -0.010737 E" pathEditMode="relative" rAng="0" ptsTypes="AA">
                                      <p:cBhvr>
                                        <p:cTn id="1824" dur="337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1825" presetID="6" presetClass="emph" presetSubtype="0" fill="hold" grpId="28" nodeType="withEffect">
                                  <p:stCondLst>
                                    <p:cond delay="3058"/>
                                  </p:stCondLst>
                                  <p:childTnLst>
                                    <p:animScale>
                                      <p:cBhvr>
                                        <p:cTn id="1826" dur="337" fill="hold"/>
                                        <p:tgtEl>
                                          <p:spTgt spid="26"/>
                                        </p:tgtEl>
                                      </p:cBhvr>
                                      <p:by x="97003" y="97003"/>
                                    </p:animScale>
                                  </p:childTnLst>
                                </p:cTn>
                              </p:par>
                              <p:par>
                                <p:cTn id="1827" presetID="8" presetClass="emph" presetSubtype="0" fill="hold" grpId="29" nodeType="withEffect">
                                  <p:stCondLst>
                                    <p:cond delay="3058"/>
                                  </p:stCondLst>
                                  <p:childTnLst>
                                    <p:animRot by="249600">
                                      <p:cBhvr>
                                        <p:cTn id="1828" dur="337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829" presetID="0" presetClass="path" presetSubtype="0" fill="hold" grpId="18" nodeType="withEffect">
                                  <p:stCondLst>
                                    <p:cond delay="3078"/>
                                  </p:stCondLst>
                                  <p:childTnLst>
                                    <p:animMotion origin="layout" path="M 0.01575 -0.017006 L 0.0175 -0.018292 E" pathEditMode="relative" rAng="0" ptsTypes="AA">
                                      <p:cBhvr>
                                        <p:cTn id="1830" dur="337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1831" presetID="6" presetClass="emph" presetSubtype="0" fill="hold" grpId="19" nodeType="withEffect">
                                  <p:stCondLst>
                                    <p:cond delay="3078"/>
                                  </p:stCondLst>
                                  <p:childTnLst>
                                    <p:animScale>
                                      <p:cBhvr>
                                        <p:cTn id="1832" dur="337" fill="hold"/>
                                        <p:tgtEl>
                                          <p:spTgt spid="6"/>
                                        </p:tgtEl>
                                      </p:cBhvr>
                                      <p:by x="97667" y="97667"/>
                                    </p:animScale>
                                  </p:childTnLst>
                                </p:cTn>
                              </p:par>
                              <p:par>
                                <p:cTn id="1833" presetID="0" presetClass="path" presetSubtype="0" fill="hold" grpId="18" nodeType="withEffect">
                                  <p:stCondLst>
                                    <p:cond delay="3078"/>
                                  </p:stCondLst>
                                  <p:childTnLst>
                                    <p:animMotion origin="layout" path="M 0.138007 -0.007493 L 0.156275 -0.017375 E" pathEditMode="relative" rAng="0" ptsTypes="AA">
                                      <p:cBhvr>
                                        <p:cTn id="1834" dur="337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1835" presetID="8" presetClass="emph" presetSubtype="0" fill="hold" grpId="19" nodeType="withEffect">
                                  <p:stCondLst>
                                    <p:cond delay="3078"/>
                                  </p:stCondLst>
                                  <p:childTnLst>
                                    <p:animRot by="-83520">
                                      <p:cBhvr>
                                        <p:cTn id="1836" dur="337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837" presetID="0" presetClass="path" presetSubtype="0" fill="hold" grpId="18" nodeType="withEffect">
                                  <p:stCondLst>
                                    <p:cond delay="3098"/>
                                  </p:stCondLst>
                                  <p:childTnLst>
                                    <p:animMotion origin="layout" path="M 0.137797 -0.003399 L 0.15603 -0.011088 E" pathEditMode="relative" rAng="0" ptsTypes="AA">
                                      <p:cBhvr>
                                        <p:cTn id="1838" dur="337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1839" presetID="8" presetClass="emph" presetSubtype="0" fill="hold" grpId="19" nodeType="withEffect">
                                  <p:stCondLst>
                                    <p:cond delay="3098"/>
                                  </p:stCondLst>
                                  <p:childTnLst>
                                    <p:animRot by="-83520">
                                      <p:cBhvr>
                                        <p:cTn id="1840" dur="337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841" presetID="0" presetClass="path" presetSubtype="0" fill="hold" grpId="18" nodeType="withEffect">
                                  <p:stCondLst>
                                    <p:cond delay="3118"/>
                                  </p:stCondLst>
                                  <p:childTnLst>
                                    <p:animMotion origin="layout" path="M 0.137737 -0.003397 L 0.155937 -0.011085 E" pathEditMode="relative" rAng="0" ptsTypes="AA">
                                      <p:cBhvr>
                                        <p:cTn id="1842" dur="337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1843" presetID="8" presetClass="emph" presetSubtype="0" fill="hold" grpId="19" nodeType="withEffect">
                                  <p:stCondLst>
                                    <p:cond delay="3118"/>
                                  </p:stCondLst>
                                  <p:childTnLst>
                                    <p:animRot by="-83520">
                                      <p:cBhvr>
                                        <p:cTn id="1844" dur="337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845" presetID="0" presetClass="path" presetSubtype="0" fill="hold" grpId="18" nodeType="withEffect">
                                  <p:stCondLst>
                                    <p:cond delay="3138"/>
                                  </p:stCondLst>
                                  <p:childTnLst>
                                    <p:animMotion origin="layout" path="M 0.134278 -0.003626 L 0.150625 -0.01137 E" pathEditMode="relative" rAng="0" ptsTypes="AA">
                                      <p:cBhvr>
                                        <p:cTn id="1846" dur="337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1847" presetID="8" presetClass="emph" presetSubtype="0" fill="hold" grpId="19" nodeType="withEffect">
                                  <p:stCondLst>
                                    <p:cond delay="3138"/>
                                  </p:stCondLst>
                                  <p:childTnLst>
                                    <p:animRot by="-83520">
                                      <p:cBhvr>
                                        <p:cTn id="1848" dur="337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849" presetID="0" presetClass="path" presetSubtype="0" fill="hold" grpId="18" nodeType="withEffect">
                                  <p:stCondLst>
                                    <p:cond delay="3158"/>
                                  </p:stCondLst>
                                  <p:childTnLst>
                                    <p:animMotion origin="layout" path="M 0.13424 -0.005329 L 0.150534 -0.013983 E" pathEditMode="relative" rAng="0" ptsTypes="AA">
                                      <p:cBhvr>
                                        <p:cTn id="1850" dur="337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1851" presetID="8" presetClass="emph" presetSubtype="0" fill="hold" grpId="19" nodeType="withEffect">
                                  <p:stCondLst>
                                    <p:cond delay="3158"/>
                                  </p:stCondLst>
                                  <p:childTnLst>
                                    <p:animRot by="-83520">
                                      <p:cBhvr>
                                        <p:cTn id="1852" dur="337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853" presetID="0" presetClass="path" presetSubtype="0" fill="hold" grpId="18" nodeType="withEffect">
                                  <p:stCondLst>
                                    <p:cond delay="3178"/>
                                  </p:stCondLst>
                                  <p:childTnLst>
                                    <p:animMotion origin="layout" path="M 0.132291 -0.005114 L 0.147548 -0.013617 E" pathEditMode="relative" rAng="0" ptsTypes="AA">
                                      <p:cBhvr>
                                        <p:cTn id="1854" dur="337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1855" presetID="8" presetClass="emph" presetSubtype="0" fill="hold" grpId="19" nodeType="withEffect">
                                  <p:stCondLst>
                                    <p:cond delay="3178"/>
                                  </p:stCondLst>
                                  <p:childTnLst>
                                    <p:animRot by="-83520">
                                      <p:cBhvr>
                                        <p:cTn id="1856" dur="337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857" presetID="0" presetClass="path" presetSubtype="0" fill="hold" grpId="18" nodeType="withEffect">
                                  <p:stCondLst>
                                    <p:cond delay="3198"/>
                                  </p:stCondLst>
                                  <p:childTnLst>
                                    <p:animMotion origin="layout" path="M 0.134531 -0.005165 L 0.150985 -0.013737 E" pathEditMode="relative" rAng="0" ptsTypes="AA">
                                      <p:cBhvr>
                                        <p:cTn id="1858" dur="337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1859" presetID="8" presetClass="emph" presetSubtype="0" fill="hold" grpId="19" nodeType="withEffect">
                                  <p:stCondLst>
                                    <p:cond delay="3198"/>
                                  </p:stCondLst>
                                  <p:childTnLst>
                                    <p:animRot by="-83520">
                                      <p:cBhvr>
                                        <p:cTn id="1860" dur="337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861" presetID="0" presetClass="path" presetSubtype="0" fill="hold" grpId="18" nodeType="withEffect">
                                  <p:stCondLst>
                                    <p:cond delay="3218"/>
                                  </p:stCondLst>
                                  <p:childTnLst>
                                    <p:animMotion origin="layout" path="M 0.136711 -0.005215 L 0.154329 -0.013854 E" pathEditMode="relative" rAng="0" ptsTypes="AA">
                                      <p:cBhvr>
                                        <p:cTn id="1862" dur="337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1863" presetID="8" presetClass="emph" presetSubtype="0" fill="hold" grpId="19" nodeType="withEffect">
                                  <p:stCondLst>
                                    <p:cond delay="3218"/>
                                  </p:stCondLst>
                                  <p:childTnLst>
                                    <p:animRot by="-83520">
                                      <p:cBhvr>
                                        <p:cTn id="1864" dur="337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865" presetID="0" presetClass="path" presetSubtype="0" fill="hold" grpId="20" nodeType="withEffect">
                                  <p:stCondLst>
                                    <p:cond delay="3375"/>
                                  </p:stCondLst>
                                  <p:childTnLst>
                                    <p:animMotion origin="layout" path="M 0.0175 -0.018292 L 0.01925 -0.019402 E" pathEditMode="relative" rAng="0" ptsTypes="AA">
                                      <p:cBhvr>
                                        <p:cTn id="1866" dur="337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1867" presetID="6" presetClass="emph" presetSubtype="0" fill="hold" grpId="21" nodeType="withEffect">
                                  <p:stCondLst>
                                    <p:cond delay="3375"/>
                                  </p:stCondLst>
                                  <p:childTnLst>
                                    <p:animScale>
                                      <p:cBhvr>
                                        <p:cTn id="1868" dur="337" fill="hold"/>
                                        <p:tgtEl>
                                          <p:spTgt spid="7"/>
                                        </p:tgtEl>
                                      </p:cBhvr>
                                      <p:by x="98401" y="98401"/>
                                    </p:animScale>
                                  </p:childTnLst>
                                </p:cTn>
                              </p:par>
                              <p:par>
                                <p:cTn id="1869" presetID="0" presetClass="path" presetSubtype="0" fill="hold" grpId="20" nodeType="withEffect">
                                  <p:stCondLst>
                                    <p:cond delay="3375"/>
                                  </p:stCondLst>
                                  <p:childTnLst>
                                    <p:animMotion origin="layout" path="M 0.054 -0.009484 L 0.0594 -0.004524 E" pathEditMode="relative" rAng="0" ptsTypes="AA">
                                      <p:cBhvr>
                                        <p:cTn id="1870" dur="337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1871" presetID="6" presetClass="emph" presetSubtype="0" fill="hold" grpId="21" nodeType="withEffect">
                                  <p:stCondLst>
                                    <p:cond delay="3375"/>
                                  </p:stCondLst>
                                  <p:childTnLst>
                                    <p:animScale>
                                      <p:cBhvr>
                                        <p:cTn id="1872" dur="337" fill="hold"/>
                                        <p:tgtEl>
                                          <p:spTgt spid="9"/>
                                        </p:tgtEl>
                                      </p:cBhvr>
                                      <p:by x="98430" y="98430"/>
                                    </p:animScale>
                                  </p:childTnLst>
                                </p:cTn>
                              </p:par>
                              <p:par>
                                <p:cTn id="1873" presetID="0" presetClass="path" presetSubtype="0" fill="hold" grpId="20" nodeType="withEffect">
                                  <p:stCondLst>
                                    <p:cond delay="3375"/>
                                  </p:stCondLst>
                                  <p:childTnLst>
                                    <p:animMotion origin="layout" path="M 0.072 0.002086 L 0.0792 0.003392 E" pathEditMode="relative" rAng="0" ptsTypes="AA">
                                      <p:cBhvr>
                                        <p:cTn id="1874" dur="337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1875" presetID="6" presetClass="emph" presetSubtype="0" fill="hold" grpId="21" nodeType="withEffect">
                                  <p:stCondLst>
                                    <p:cond delay="3375"/>
                                  </p:stCondLst>
                                  <p:childTnLst>
                                    <p:animScale>
                                      <p:cBhvr>
                                        <p:cTn id="1876" dur="337" fill="hold"/>
                                        <p:tgtEl>
                                          <p:spTgt spid="11"/>
                                        </p:tgtEl>
                                      </p:cBhvr>
                                      <p:by x="98708" y="98708"/>
                                    </p:animScale>
                                  </p:childTnLst>
                                </p:cTn>
                              </p:par>
                              <p:par>
                                <p:cTn id="1877" presetID="0" presetClass="path" presetSubtype="0" fill="hold" grpId="20" nodeType="withEffect">
                                  <p:stCondLst>
                                    <p:cond delay="3375"/>
                                  </p:stCondLst>
                                  <p:childTnLst>
                                    <p:animMotion origin="layout" path="M -0.09 0.017937 L -0.099 0.011005 E" pathEditMode="relative" rAng="0" ptsTypes="AA">
                                      <p:cBhvr>
                                        <p:cTn id="1878" dur="337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1879" presetID="6" presetClass="emph" presetSubtype="0" fill="hold" grpId="21" nodeType="withEffect">
                                  <p:stCondLst>
                                    <p:cond delay="3375"/>
                                  </p:stCondLst>
                                  <p:childTnLst>
                                    <p:animScale>
                                      <p:cBhvr>
                                        <p:cTn id="1880" dur="337" fill="hold"/>
                                        <p:tgtEl>
                                          <p:spTgt spid="13"/>
                                        </p:tgtEl>
                                      </p:cBhvr>
                                      <p:by x="99481" y="99481"/>
                                    </p:animScale>
                                  </p:childTnLst>
                                </p:cTn>
                              </p:par>
                              <p:par>
                                <p:cTn id="1881" presetID="0" presetClass="path" presetSubtype="0" fill="hold" grpId="20" nodeType="withEffect">
                                  <p:stCondLst>
                                    <p:cond delay="3375"/>
                                  </p:stCondLst>
                                  <p:childTnLst>
                                    <p:animMotion origin="layout" path="M 0.036 0.004818 L 0.0396 0.0019 E" pathEditMode="relative" rAng="0" ptsTypes="AA">
                                      <p:cBhvr>
                                        <p:cTn id="1882" dur="337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1883" presetID="6" presetClass="emph" presetSubtype="0" fill="hold" grpId="21" nodeType="withEffect">
                                  <p:stCondLst>
                                    <p:cond delay="3375"/>
                                  </p:stCondLst>
                                  <p:childTnLst>
                                    <p:animScale>
                                      <p:cBhvr>
                                        <p:cTn id="1884" dur="337" fill="hold"/>
                                        <p:tgtEl>
                                          <p:spTgt spid="15"/>
                                        </p:tgtEl>
                                      </p:cBhvr>
                                      <p:by x="100458" y="100458"/>
                                    </p:animScale>
                                  </p:childTnLst>
                                </p:cTn>
                              </p:par>
                              <p:par>
                                <p:cTn id="1885" presetID="0" presetClass="path" presetSubtype="0" fill="hold" grpId="20" nodeType="withEffect">
                                  <p:stCondLst>
                                    <p:cond delay="3375"/>
                                  </p:stCondLst>
                                  <p:childTnLst>
                                    <p:animMotion origin="layout" path="M 0.054 -0.004857 L 0.0594 -0.004274 E" pathEditMode="relative" rAng="0" ptsTypes="AA">
                                      <p:cBhvr>
                                        <p:cTn id="1886" dur="337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1887" presetID="6" presetClass="emph" presetSubtype="0" fill="hold" grpId="21" nodeType="withEffect">
                                  <p:stCondLst>
                                    <p:cond delay="3375"/>
                                  </p:stCondLst>
                                  <p:childTnLst>
                                    <p:animScale>
                                      <p:cBhvr>
                                        <p:cTn id="1888" dur="337" fill="hold"/>
                                        <p:tgtEl>
                                          <p:spTgt spid="17"/>
                                        </p:tgtEl>
                                      </p:cBhvr>
                                      <p:by x="101214" y="101214"/>
                                    </p:animScale>
                                  </p:childTnLst>
                                </p:cTn>
                              </p:par>
                              <p:par>
                                <p:cTn id="1889" presetID="0" presetClass="path" presetSubtype="0" fill="hold" grpId="30" nodeType="withEffect">
                                  <p:stCondLst>
                                    <p:cond delay="3375"/>
                                  </p:stCondLst>
                                  <p:childTnLst>
                                    <p:animMotion origin="layout" path="M 0.020526 -0.00973 L 0.014163 -0.016448 E" pathEditMode="relative" rAng="0" ptsTypes="AA">
                                      <p:cBhvr>
                                        <p:cTn id="1890" dur="337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1891" presetID="6" presetClass="emph" presetSubtype="0" fill="hold" grpId="31" nodeType="withEffect">
                                  <p:stCondLst>
                                    <p:cond delay="3375"/>
                                  </p:stCondLst>
                                  <p:childTnLst>
                                    <p:animScale>
                                      <p:cBhvr>
                                        <p:cTn id="1892" dur="337" fill="hold"/>
                                        <p:tgtEl>
                                          <p:spTgt spid="28"/>
                                        </p:tgtEl>
                                      </p:cBhvr>
                                      <p:by x="99344" y="99344"/>
                                    </p:animScale>
                                  </p:childTnLst>
                                </p:cTn>
                              </p:par>
                              <p:par>
                                <p:cTn id="1893" presetID="8" presetClass="emph" presetSubtype="0" fill="hold" grpId="32" nodeType="withEffect">
                                  <p:stCondLst>
                                    <p:cond delay="3375"/>
                                  </p:stCondLst>
                                  <p:childTnLst>
                                    <p:animRot by="-23760">
                                      <p:cBhvr>
                                        <p:cTn id="1894" dur="337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895" presetID="0" presetClass="path" presetSubtype="0" fill="hold" grpId="30" nodeType="withEffect">
                                  <p:stCondLst>
                                    <p:cond delay="3375"/>
                                  </p:stCondLst>
                                  <p:childTnLst>
                                    <p:animMotion origin="layout" path="M 0.009332 -0.014795 L 0.027404 -0.015721 E" pathEditMode="relative" rAng="0" ptsTypes="AA">
                                      <p:cBhvr>
                                        <p:cTn id="1896" dur="337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1897" presetID="6" presetClass="emph" presetSubtype="0" fill="hold" grpId="31" nodeType="withEffect">
                                  <p:stCondLst>
                                    <p:cond delay="3375"/>
                                  </p:stCondLst>
                                  <p:childTnLst>
                                    <p:animScale>
                                      <p:cBhvr>
                                        <p:cTn id="1898" dur="337" fill="hold"/>
                                        <p:tgtEl>
                                          <p:spTgt spid="29"/>
                                        </p:tgtEl>
                                      </p:cBhvr>
                                      <p:by x="98305" y="98305"/>
                                    </p:animScale>
                                  </p:childTnLst>
                                </p:cTn>
                              </p:par>
                              <p:par>
                                <p:cTn id="1899" presetID="8" presetClass="emph" presetSubtype="0" fill="hold" grpId="32" nodeType="withEffect">
                                  <p:stCondLst>
                                    <p:cond delay="3375"/>
                                  </p:stCondLst>
                                  <p:childTnLst>
                                    <p:animRot by="59280">
                                      <p:cBhvr>
                                        <p:cTn id="1900" dur="337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901" presetID="0" presetClass="path" presetSubtype="0" fill="hold" grpId="30" nodeType="withEffect">
                                  <p:stCondLst>
                                    <p:cond delay="3375"/>
                                  </p:stCondLst>
                                  <p:childTnLst>
                                    <p:animMotion origin="layout" path="M -0.0366 -0.004094 L -0.048647 0.003446 E" pathEditMode="relative" rAng="0" ptsTypes="AA">
                                      <p:cBhvr>
                                        <p:cTn id="1902" dur="337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1903" presetID="6" presetClass="emph" presetSubtype="0" fill="hold" grpId="31" nodeType="withEffect">
                                  <p:stCondLst>
                                    <p:cond delay="3375"/>
                                  </p:stCondLst>
                                  <p:childTnLst>
                                    <p:animScale>
                                      <p:cBhvr>
                                        <p:cTn id="1904" dur="337" fill="hold"/>
                                        <p:tgtEl>
                                          <p:spTgt spid="30"/>
                                        </p:tgtEl>
                                      </p:cBhvr>
                                      <p:by x="98969" y="98969"/>
                                    </p:animScale>
                                  </p:childTnLst>
                                </p:cTn>
                              </p:par>
                              <p:par>
                                <p:cTn id="1905" presetID="8" presetClass="emph" presetSubtype="0" fill="hold" grpId="32" nodeType="withEffect">
                                  <p:stCondLst>
                                    <p:cond delay="3375"/>
                                  </p:stCondLst>
                                  <p:childTnLst>
                                    <p:animRot by="-35280">
                                      <p:cBhvr>
                                        <p:cTn id="1906" dur="337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907" presetID="0" presetClass="path" presetSubtype="0" fill="hold" grpId="30" nodeType="withEffect">
                                  <p:stCondLst>
                                    <p:cond delay="3375"/>
                                  </p:stCondLst>
                                  <p:childTnLst>
                                    <p:animMotion origin="layout" path="M 0.028766 0.013867 L 0.019596 0.023331 E" pathEditMode="relative" rAng="0" ptsTypes="AA">
                                      <p:cBhvr>
                                        <p:cTn id="1908" dur="337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1909" presetID="6" presetClass="emph" presetSubtype="0" fill="hold" grpId="31" nodeType="withEffect">
                                  <p:stCondLst>
                                    <p:cond delay="3375"/>
                                  </p:stCondLst>
                                  <p:childTnLst>
                                    <p:animScale>
                                      <p:cBhvr>
                                        <p:cTn id="1910" dur="337" fill="hold"/>
                                        <p:tgtEl>
                                          <p:spTgt spid="31"/>
                                        </p:tgtEl>
                                      </p:cBhvr>
                                      <p:by x="100695" y="100695"/>
                                    </p:animScale>
                                  </p:childTnLst>
                                </p:cTn>
                              </p:par>
                              <p:par>
                                <p:cTn id="1911" presetID="8" presetClass="emph" presetSubtype="0" fill="hold" grpId="32" nodeType="withEffect">
                                  <p:stCondLst>
                                    <p:cond delay="3375"/>
                                  </p:stCondLst>
                                  <p:childTnLst>
                                    <p:animRot by="-24240">
                                      <p:cBhvr>
                                        <p:cTn id="1912" dur="337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913" presetID="0" presetClass="path" presetSubtype="0" fill="hold" grpId="30" nodeType="withEffect">
                                  <p:stCondLst>
                                    <p:cond delay="3375"/>
                                  </p:stCondLst>
                                  <p:childTnLst>
                                    <p:animMotion origin="layout" path="M 0.007275 0.011181 L 0.020979 0.011829 E" pathEditMode="relative" rAng="0" ptsTypes="AA">
                                      <p:cBhvr>
                                        <p:cTn id="1914" dur="337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1915" presetID="6" presetClass="emph" presetSubtype="0" fill="hold" grpId="31" nodeType="withEffect">
                                  <p:stCondLst>
                                    <p:cond delay="3375"/>
                                  </p:stCondLst>
                                  <p:childTnLst>
                                    <p:animScale>
                                      <p:cBhvr>
                                        <p:cTn id="1916" dur="337" fill="hold"/>
                                        <p:tgtEl>
                                          <p:spTgt spid="42"/>
                                        </p:tgtEl>
                                      </p:cBhvr>
                                      <p:by x="101655" y="101655"/>
                                    </p:animScale>
                                  </p:childTnLst>
                                </p:cTn>
                              </p:par>
                              <p:par>
                                <p:cTn id="1917" presetID="8" presetClass="emph" presetSubtype="0" fill="hold" grpId="32" nodeType="withEffect">
                                  <p:stCondLst>
                                    <p:cond delay="3375"/>
                                  </p:stCondLst>
                                  <p:childTnLst>
                                    <p:animRot by="59400">
                                      <p:cBhvr>
                                        <p:cTn id="1918" dur="337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919" presetID="0" presetClass="path" presetSubtype="0" fill="hold" grpId="20" nodeType="withEffect">
                                  <p:stCondLst>
                                    <p:cond delay="3375"/>
                                  </p:stCondLst>
                                  <p:childTnLst>
                                    <p:animMotion origin="layout" path="M 0.160182 -0.012018 L 0.178304 -0.021141 E" pathEditMode="relative" rAng="0" ptsTypes="AA">
                                      <p:cBhvr>
                                        <p:cTn id="1920" dur="337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1921" presetID="8" presetClass="emph" presetSubtype="0" fill="hold" grpId="21" nodeType="withEffect">
                                  <p:stCondLst>
                                    <p:cond delay="3375"/>
                                  </p:stCondLst>
                                  <p:childTnLst>
                                    <p:animRot by="37980">
                                      <p:cBhvr>
                                        <p:cTn id="1922" dur="337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923" presetID="0" presetClass="path" presetSubtype="0" fill="hold" grpId="30" nodeType="withEffect">
                                  <p:stCondLst>
                                    <p:cond delay="3375"/>
                                  </p:stCondLst>
                                  <p:childTnLst>
                                    <p:animMotion origin="layout" path="M 0.177 0.000243 L 0.1947 -0.009945 E" pathEditMode="relative" rAng="0" ptsTypes="AA">
                                      <p:cBhvr>
                                        <p:cTn id="1924" dur="337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1925" presetID="6" presetClass="emph" presetSubtype="0" fill="hold" grpId="31" nodeType="withEffect">
                                  <p:stCondLst>
                                    <p:cond delay="3375"/>
                                  </p:stCondLst>
                                  <p:childTnLst>
                                    <p:animScale>
                                      <p:cBhvr>
                                        <p:cTn id="1926" dur="337" fill="hold"/>
                                        <p:tgtEl>
                                          <p:spTgt spid="21"/>
                                        </p:tgtEl>
                                      </p:cBhvr>
                                      <p:by x="94648" y="94648"/>
                                    </p:animScale>
                                  </p:childTnLst>
                                </p:cTn>
                              </p:par>
                              <p:par>
                                <p:cTn id="1927" presetID="8" presetClass="emph" presetSubtype="0" fill="hold" grpId="32" nodeType="withEffect">
                                  <p:stCondLst>
                                    <p:cond delay="3375"/>
                                  </p:stCondLst>
                                  <p:childTnLst>
                                    <p:animRot by="153180">
                                      <p:cBhvr>
                                        <p:cTn id="1928" dur="337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929" presetID="0" presetClass="path" presetSubtype="0" fill="hold" grpId="30" nodeType="withEffect">
                                  <p:stCondLst>
                                    <p:cond delay="3375"/>
                                  </p:stCondLst>
                                  <p:childTnLst>
                                    <p:animMotion origin="layout" path="M 0.192 -0.004409 L 0.2112 -0.006712 E" pathEditMode="relative" rAng="0" ptsTypes="AA">
                                      <p:cBhvr>
                                        <p:cTn id="1930" dur="337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1931" presetID="6" presetClass="emph" presetSubtype="0" fill="hold" grpId="31" nodeType="withEffect">
                                  <p:stCondLst>
                                    <p:cond delay="3375"/>
                                  </p:stCondLst>
                                  <p:childTnLst>
                                    <p:animScale>
                                      <p:cBhvr>
                                        <p:cTn id="1932" dur="337" fill="hold"/>
                                        <p:tgtEl>
                                          <p:spTgt spid="23"/>
                                        </p:tgtEl>
                                      </p:cBhvr>
                                      <p:by x="99074" y="99074"/>
                                    </p:animScale>
                                  </p:childTnLst>
                                </p:cTn>
                              </p:par>
                              <p:par>
                                <p:cTn id="1933" presetID="8" presetClass="emph" presetSubtype="0" fill="hold" grpId="32" nodeType="withEffect">
                                  <p:stCondLst>
                                    <p:cond delay="3375"/>
                                  </p:stCondLst>
                                  <p:childTnLst>
                                    <p:animRot by="277140">
                                      <p:cBhvr>
                                        <p:cTn id="1934" dur="337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935" presetID="0" presetClass="path" presetSubtype="0" fill="hold" grpId="30" nodeType="withEffect">
                                  <p:stCondLst>
                                    <p:cond delay="3375"/>
                                  </p:stCondLst>
                                  <p:childTnLst>
                                    <p:animMotion origin="layout" path="M 0.207 -0.010823 L 0.2277 -0.004152 E" pathEditMode="relative" rAng="0" ptsTypes="AA">
                                      <p:cBhvr>
                                        <p:cTn id="1936" dur="337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1937" presetID="6" presetClass="emph" presetSubtype="0" fill="hold" grpId="31" nodeType="withEffect">
                                  <p:stCondLst>
                                    <p:cond delay="3375"/>
                                  </p:stCondLst>
                                  <p:childTnLst>
                                    <p:animScale>
                                      <p:cBhvr>
                                        <p:cTn id="1938" dur="337" fill="hold"/>
                                        <p:tgtEl>
                                          <p:spTgt spid="25"/>
                                        </p:tgtEl>
                                      </p:cBhvr>
                                      <p:by x="104440" y="104440"/>
                                    </p:animScale>
                                  </p:childTnLst>
                                </p:cTn>
                              </p:par>
                              <p:par>
                                <p:cTn id="1939" presetID="8" presetClass="emph" presetSubtype="0" fill="hold" grpId="32" nodeType="withEffect">
                                  <p:stCondLst>
                                    <p:cond delay="3375"/>
                                  </p:stCondLst>
                                  <p:childTnLst>
                                    <p:animRot by="212700">
                                      <p:cBhvr>
                                        <p:cTn id="1940" dur="337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941" presetID="0" presetClass="path" presetSubtype="0" fill="hold" grpId="20" nodeType="withEffect">
                                  <p:stCondLst>
                                    <p:cond delay="3375"/>
                                  </p:stCondLst>
                                  <p:childTnLst>
                                    <p:animMotion origin="layout" path="M -0.013322 0.001073 L 0.004652 -0.001608 E" pathEditMode="relative" rAng="0" ptsTypes="AA">
                                      <p:cBhvr>
                                        <p:cTn id="1942" dur="337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1943" presetID="6" presetClass="emph" presetSubtype="0" fill="hold" grpId="21" nodeType="withEffect">
                                  <p:stCondLst>
                                    <p:cond delay="3375"/>
                                  </p:stCondLst>
                                  <p:childTnLst>
                                    <p:animScale>
                                      <p:cBhvr>
                                        <p:cTn id="1944" dur="337" fill="hold"/>
                                        <p:tgtEl>
                                          <p:spTgt spid="43"/>
                                        </p:tgtEl>
                                      </p:cBhvr>
                                      <p:by x="122640" y="122640"/>
                                    </p:animScale>
                                  </p:childTnLst>
                                </p:cTn>
                              </p:par>
                              <p:par>
                                <p:cTn id="1945" presetID="0" presetClass="path" presetSubtype="0" fill="hold" grpId="20" nodeType="withEffect">
                                  <p:stCondLst>
                                    <p:cond delay="3375"/>
                                  </p:stCondLst>
                                  <p:childTnLst>
                                    <p:animMotion origin="layout" path="M -0.00018 0.004209 L -0.003825 -0.0018 E" pathEditMode="relative" rAng="0" ptsTypes="AA">
                                      <p:cBhvr>
                                        <p:cTn id="1946" dur="337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1947" presetID="6" presetClass="emph" presetSubtype="0" fill="hold" grpId="21" nodeType="withEffect">
                                  <p:stCondLst>
                                    <p:cond delay="3375"/>
                                  </p:stCondLst>
                                  <p:childTnLst>
                                    <p:animScale>
                                      <p:cBhvr>
                                        <p:cTn id="1948" dur="337" fill="hold"/>
                                        <p:tgtEl>
                                          <p:spTgt spid="44"/>
                                        </p:tgtEl>
                                      </p:cBhvr>
                                      <p:by x="96298" y="96298"/>
                                    </p:animScale>
                                  </p:childTnLst>
                                </p:cTn>
                              </p:par>
                              <p:par>
                                <p:cTn id="1949" presetID="0" presetClass="path" presetSubtype="0" fill="hold" grpId="20" nodeType="withEffect">
                                  <p:stCondLst>
                                    <p:cond delay="3375"/>
                                  </p:stCondLst>
                                  <p:childTnLst>
                                    <p:animMotion origin="layout" path="M 0.013225 0.001179 L -0.006699 0.000645 E" pathEditMode="relative" rAng="0" ptsTypes="AA">
                                      <p:cBhvr>
                                        <p:cTn id="1950" dur="337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1951" presetID="6" presetClass="emph" presetSubtype="0" fill="hold" grpId="21" nodeType="withEffect">
                                  <p:stCondLst>
                                    <p:cond delay="3375"/>
                                  </p:stCondLst>
                                  <p:childTnLst>
                                    <p:animScale>
                                      <p:cBhvr>
                                        <p:cTn id="1952" dur="337" fill="hold"/>
                                        <p:tgtEl>
                                          <p:spTgt spid="45"/>
                                        </p:tgtEl>
                                      </p:cBhvr>
                                      <p:by x="78597" y="78597"/>
                                    </p:animScale>
                                  </p:childTnLst>
                                </p:cTn>
                              </p:par>
                              <p:par>
                                <p:cTn id="1953" presetID="0" presetClass="path" presetSubtype="0" fill="hold" grpId="20" nodeType="withEffect">
                                  <p:stCondLst>
                                    <p:cond delay="3375"/>
                                  </p:stCondLst>
                                  <p:childTnLst>
                                    <p:animMotion origin="layout" path="M 0.007255 -0.003578 L 0.000242 0.002145 E" pathEditMode="relative" rAng="0" ptsTypes="AA">
                                      <p:cBhvr>
                                        <p:cTn id="1954" dur="337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1955" presetID="6" presetClass="emph" presetSubtype="0" fill="hold" grpId="21" nodeType="withEffect">
                                  <p:stCondLst>
                                    <p:cond delay="3375"/>
                                  </p:stCondLst>
                                  <p:childTnLst>
                                    <p:animScale>
                                      <p:cBhvr>
                                        <p:cTn id="1956" dur="337" fill="hold"/>
                                        <p:tgtEl>
                                          <p:spTgt spid="46"/>
                                        </p:tgtEl>
                                      </p:cBhvr>
                                      <p:by x="90156" y="90156"/>
                                    </p:animScale>
                                  </p:childTnLst>
                                </p:cTn>
                              </p:par>
                              <p:par>
                                <p:cTn id="1957" presetID="0" presetClass="path" presetSubtype="0" fill="hold" grpId="20" nodeType="withEffect">
                                  <p:stCondLst>
                                    <p:cond delay="3375"/>
                                  </p:stCondLst>
                                  <p:childTnLst>
                                    <p:animMotion origin="layout" path="M 0.107322 -0.001122 L 0.119464 -0.009614 E" pathEditMode="relative" rAng="0" ptsTypes="AA">
                                      <p:cBhvr>
                                        <p:cTn id="1958" dur="337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1959" presetID="8" presetClass="emph" presetSubtype="0" fill="hold" grpId="21" nodeType="withEffect">
                                  <p:stCondLst>
                                    <p:cond delay="3375"/>
                                  </p:stCondLst>
                                  <p:childTnLst>
                                    <p:animRot by="-69120">
                                      <p:cBhvr>
                                        <p:cTn id="1960" dur="337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961" presetID="0" presetClass="path" presetSubtype="0" fill="hold" grpId="20" nodeType="withEffect">
                                  <p:stCondLst>
                                    <p:cond delay="3375"/>
                                  </p:stCondLst>
                                  <p:childTnLst>
                                    <p:animMotion origin="layout" path="M 0.126544 -0.012246 L 0.14086 -0.021333 E" pathEditMode="relative" rAng="0" ptsTypes="AA">
                                      <p:cBhvr>
                                        <p:cTn id="1962" dur="337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1963" presetID="8" presetClass="emph" presetSubtype="0" fill="hold" grpId="21" nodeType="withEffect">
                                  <p:stCondLst>
                                    <p:cond delay="3375"/>
                                  </p:stCondLst>
                                  <p:childTnLst>
                                    <p:animRot by="40620">
                                      <p:cBhvr>
                                        <p:cTn id="1964" dur="337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965" presetID="0" presetClass="path" presetSubtype="0" fill="hold" grpId="20" nodeType="withEffect">
                                  <p:stCondLst>
                                    <p:cond delay="3375"/>
                                  </p:stCondLst>
                                  <p:childTnLst>
                                    <p:animMotion origin="layout" path="M 0.0881 -0.018552 L 0.098067 -0.024053 E" pathEditMode="relative" rAng="0" ptsTypes="AA">
                                      <p:cBhvr>
                                        <p:cTn id="1966" dur="337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1967" presetID="8" presetClass="emph" presetSubtype="0" fill="hold" grpId="21" nodeType="withEffect">
                                  <p:stCondLst>
                                    <p:cond delay="3375"/>
                                  </p:stCondLst>
                                  <p:childTnLst>
                                    <p:animRot by="131280">
                                      <p:cBhvr>
                                        <p:cTn id="1968" dur="337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969" presetID="0" presetClass="path" presetSubtype="0" fill="hold" grpId="20" nodeType="withEffect">
                                  <p:stCondLst>
                                    <p:cond delay="3395"/>
                                  </p:stCondLst>
                                  <p:childTnLst>
                                    <p:animMotion origin="layout" path="M 0.0175 -0.018292 L 0.01925 -0.019402 E" pathEditMode="relative" rAng="0" ptsTypes="AA">
                                      <p:cBhvr>
                                        <p:cTn id="1970" dur="337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1971" presetID="6" presetClass="emph" presetSubtype="0" fill="hold" grpId="21" nodeType="withEffect">
                                  <p:stCondLst>
                                    <p:cond delay="3395"/>
                                  </p:stCondLst>
                                  <p:childTnLst>
                                    <p:animScale>
                                      <p:cBhvr>
                                        <p:cTn id="1972" dur="337" fill="hold"/>
                                        <p:tgtEl>
                                          <p:spTgt spid="5"/>
                                        </p:tgtEl>
                                      </p:cBhvr>
                                      <p:by x="98401" y="98401"/>
                                    </p:animScale>
                                  </p:childTnLst>
                                </p:cTn>
                              </p:par>
                              <p:par>
                                <p:cTn id="1973" presetID="0" presetClass="path" presetSubtype="0" fill="hold" grpId="20" nodeType="withEffect">
                                  <p:stCondLst>
                                    <p:cond delay="3395"/>
                                  </p:stCondLst>
                                  <p:childTnLst>
                                    <p:animMotion origin="layout" path="M 0.054316 -0.009522 L 0.059867 -0.004581 E" pathEditMode="relative" rAng="0" ptsTypes="AA">
                                      <p:cBhvr>
                                        <p:cTn id="1974" dur="337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1975" presetID="6" presetClass="emph" presetSubtype="0" fill="hold" grpId="21" nodeType="withEffect">
                                  <p:stCondLst>
                                    <p:cond delay="3395"/>
                                  </p:stCondLst>
                                  <p:childTnLst>
                                    <p:animScale>
                                      <p:cBhvr>
                                        <p:cTn id="1976" dur="337" fill="hold"/>
                                        <p:tgtEl>
                                          <p:spTgt spid="10"/>
                                        </p:tgtEl>
                                      </p:cBhvr>
                                      <p:by x="98430" y="98430"/>
                                    </p:animScale>
                                  </p:childTnLst>
                                </p:cTn>
                              </p:par>
                              <p:par>
                                <p:cTn id="1977" presetID="0" presetClass="path" presetSubtype="0" fill="hold" grpId="20" nodeType="withEffect">
                                  <p:stCondLst>
                                    <p:cond delay="3395"/>
                                  </p:stCondLst>
                                  <p:childTnLst>
                                    <p:animMotion origin="layout" path="M 0.072992 0.001968 L 0.080327 0.003258 E" pathEditMode="relative" rAng="0" ptsTypes="AA">
                                      <p:cBhvr>
                                        <p:cTn id="1978" dur="337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1979" presetID="6" presetClass="emph" presetSubtype="0" fill="hold" grpId="21" nodeType="withEffect">
                                  <p:stCondLst>
                                    <p:cond delay="3395"/>
                                  </p:stCondLst>
                                  <p:childTnLst>
                                    <p:animScale>
                                      <p:cBhvr>
                                        <p:cTn id="1980" dur="337" fill="hold"/>
                                        <p:tgtEl>
                                          <p:spTgt spid="12"/>
                                        </p:tgtEl>
                                      </p:cBhvr>
                                      <p:by x="98708" y="98708"/>
                                    </p:animScale>
                                  </p:childTnLst>
                                </p:cTn>
                              </p:par>
                              <p:par>
                                <p:cTn id="1981" presetID="0" presetClass="path" presetSubtype="0" fill="hold" grpId="20" nodeType="withEffect">
                                  <p:stCondLst>
                                    <p:cond delay="3395"/>
                                  </p:stCondLst>
                                  <p:childTnLst>
                                    <p:animMotion origin="layout" path="M -0.088593 0.01781 L -0.097536 0.010872 E" pathEditMode="relative" rAng="0" ptsTypes="AA">
                                      <p:cBhvr>
                                        <p:cTn id="1982" dur="337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1983" presetID="6" presetClass="emph" presetSubtype="0" fill="hold" grpId="21" nodeType="withEffect">
                                  <p:stCondLst>
                                    <p:cond delay="3395"/>
                                  </p:stCondLst>
                                  <p:childTnLst>
                                    <p:animScale>
                                      <p:cBhvr>
                                        <p:cTn id="1984" dur="337" fill="hold"/>
                                        <p:tgtEl>
                                          <p:spTgt spid="14"/>
                                        </p:tgtEl>
                                      </p:cBhvr>
                                      <p:by x="99481" y="99481"/>
                                    </p:animScale>
                                  </p:childTnLst>
                                </p:cTn>
                              </p:par>
                              <p:par>
                                <p:cTn id="1985" presetID="0" presetClass="path" presetSubtype="0" fill="hold" grpId="20" nodeType="withEffect">
                                  <p:stCondLst>
                                    <p:cond delay="3395"/>
                                  </p:stCondLst>
                                  <p:childTnLst>
                                    <p:animMotion origin="layout" path="M 0.037094 0.004696 L 0.040651 0.001783 E" pathEditMode="relative" rAng="0" ptsTypes="AA">
                                      <p:cBhvr>
                                        <p:cTn id="1986" dur="337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1987" presetID="6" presetClass="emph" presetSubtype="0" fill="hold" grpId="21" nodeType="withEffect">
                                  <p:stCondLst>
                                    <p:cond delay="3395"/>
                                  </p:stCondLst>
                                  <p:childTnLst>
                                    <p:animScale>
                                      <p:cBhvr>
                                        <p:cTn id="1988" dur="337" fill="hold"/>
                                        <p:tgtEl>
                                          <p:spTgt spid="16"/>
                                        </p:tgtEl>
                                      </p:cBhvr>
                                      <p:by x="100458" y="100458"/>
                                    </p:animScale>
                                  </p:childTnLst>
                                </p:cTn>
                              </p:par>
                              <p:par>
                                <p:cTn id="1989" presetID="0" presetClass="path" presetSubtype="0" fill="hold" grpId="20" nodeType="withEffect">
                                  <p:stCondLst>
                                    <p:cond delay="3395"/>
                                  </p:stCondLst>
                                  <p:childTnLst>
                                    <p:animMotion origin="layout" path="M 0.054516 -0.004919 L 0.059819 -0.004325 E" pathEditMode="relative" rAng="0" ptsTypes="AA">
                                      <p:cBhvr>
                                        <p:cTn id="1990" dur="337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1991" presetID="6" presetClass="emph" presetSubtype="0" fill="hold" grpId="21" nodeType="withEffect">
                                  <p:stCondLst>
                                    <p:cond delay="3395"/>
                                  </p:stCondLst>
                                  <p:childTnLst>
                                    <p:animScale>
                                      <p:cBhvr>
                                        <p:cTn id="1992" dur="337" fill="hold"/>
                                        <p:tgtEl>
                                          <p:spTgt spid="18"/>
                                        </p:tgtEl>
                                      </p:cBhvr>
                                      <p:by x="101214" y="101214"/>
                                    </p:animScale>
                                  </p:childTnLst>
                                </p:cTn>
                              </p:par>
                              <p:par>
                                <p:cTn id="1993" presetID="0" presetClass="path" presetSubtype="0" fill="hold" grpId="20" nodeType="withEffect">
                                  <p:stCondLst>
                                    <p:cond delay="3395"/>
                                  </p:stCondLst>
                                  <p:childTnLst>
                                    <p:animMotion origin="layout" path="M 0.158977 -0.011923 L 0.177289 -0.021068 E" pathEditMode="relative" rAng="0" ptsTypes="AA">
                                      <p:cBhvr>
                                        <p:cTn id="1994" dur="337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1995" presetID="8" presetClass="emph" presetSubtype="0" fill="hold" grpId="21" nodeType="withEffect">
                                  <p:stCondLst>
                                    <p:cond delay="3395"/>
                                  </p:stCondLst>
                                  <p:childTnLst>
                                    <p:animRot by="37980">
                                      <p:cBhvr>
                                        <p:cTn id="1996" dur="337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997" presetID="0" presetClass="path" presetSubtype="0" fill="hold" grpId="30" nodeType="withEffect">
                                  <p:stCondLst>
                                    <p:cond delay="3395"/>
                                  </p:stCondLst>
                                  <p:childTnLst>
                                    <p:animMotion origin="layout" path="M 0.176893 3.5e-05 L 0.194814 -0.009879 E" pathEditMode="relative" rAng="0" ptsTypes="AA">
                                      <p:cBhvr>
                                        <p:cTn id="1998" dur="337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1999" presetID="6" presetClass="emph" presetSubtype="0" fill="hold" grpId="31" nodeType="withEffect">
                                  <p:stCondLst>
                                    <p:cond delay="3395"/>
                                  </p:stCondLst>
                                  <p:childTnLst>
                                    <p:animScale>
                                      <p:cBhvr>
                                        <p:cTn id="2000" dur="337" fill="hold"/>
                                        <p:tgtEl>
                                          <p:spTgt spid="22"/>
                                        </p:tgtEl>
                                      </p:cBhvr>
                                      <p:by x="94648" y="94648"/>
                                    </p:animScale>
                                  </p:childTnLst>
                                </p:cTn>
                              </p:par>
                              <p:par>
                                <p:cTn id="2001" presetID="8" presetClass="emph" presetSubtype="0" fill="hold" grpId="32" nodeType="withEffect">
                                  <p:stCondLst>
                                    <p:cond delay="3395"/>
                                  </p:stCondLst>
                                  <p:childTnLst>
                                    <p:animRot by="153180">
                                      <p:cBhvr>
                                        <p:cTn id="2002" dur="337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2003" presetID="0" presetClass="path" presetSubtype="0" fill="hold" grpId="30" nodeType="withEffect">
                                  <p:stCondLst>
                                    <p:cond delay="3395"/>
                                  </p:stCondLst>
                                  <p:childTnLst>
                                    <p:animMotion origin="layout" path="M 0.191782 -0.004465 L 0.211313 -0.006734 E" pathEditMode="relative" rAng="0" ptsTypes="AA">
                                      <p:cBhvr>
                                        <p:cTn id="2004" dur="337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2005" presetID="6" presetClass="emph" presetSubtype="0" fill="hold" grpId="31" nodeType="withEffect">
                                  <p:stCondLst>
                                    <p:cond delay="3395"/>
                                  </p:stCondLst>
                                  <p:childTnLst>
                                    <p:animScale>
                                      <p:cBhvr>
                                        <p:cTn id="2006" dur="337" fill="hold"/>
                                        <p:tgtEl>
                                          <p:spTgt spid="24"/>
                                        </p:tgtEl>
                                      </p:cBhvr>
                                      <p:by x="99074" y="99074"/>
                                    </p:animScale>
                                  </p:childTnLst>
                                </p:cTn>
                              </p:par>
                              <p:par>
                                <p:cTn id="2007" presetID="8" presetClass="emph" presetSubtype="0" fill="hold" grpId="32" nodeType="withEffect">
                                  <p:stCondLst>
                                    <p:cond delay="3395"/>
                                  </p:stCondLst>
                                  <p:childTnLst>
                                    <p:animRot by="277140">
                                      <p:cBhvr>
                                        <p:cTn id="2008" dur="337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2009" presetID="0" presetClass="path" presetSubtype="0" fill="hold" grpId="30" nodeType="withEffect">
                                  <p:stCondLst>
                                    <p:cond delay="3395"/>
                                  </p:stCondLst>
                                  <p:childTnLst>
                                    <p:animMotion origin="layout" path="M 0.206826 -0.010737 L 0.227748 -0.004228 E" pathEditMode="relative" rAng="0" ptsTypes="AA">
                                      <p:cBhvr>
                                        <p:cTn id="2010" dur="337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2011" presetID="6" presetClass="emph" presetSubtype="0" fill="hold" grpId="31" nodeType="withEffect">
                                  <p:stCondLst>
                                    <p:cond delay="3395"/>
                                  </p:stCondLst>
                                  <p:childTnLst>
                                    <p:animScale>
                                      <p:cBhvr>
                                        <p:cTn id="2012" dur="337" fill="hold"/>
                                        <p:tgtEl>
                                          <p:spTgt spid="26"/>
                                        </p:tgtEl>
                                      </p:cBhvr>
                                      <p:by x="104440" y="104440"/>
                                    </p:animScale>
                                  </p:childTnLst>
                                </p:cTn>
                              </p:par>
                              <p:par>
                                <p:cTn id="2013" presetID="8" presetClass="emph" presetSubtype="0" fill="hold" grpId="32" nodeType="withEffect">
                                  <p:stCondLst>
                                    <p:cond delay="3395"/>
                                  </p:stCondLst>
                                  <p:childTnLst>
                                    <p:animRot by="212700">
                                      <p:cBhvr>
                                        <p:cTn id="2014" dur="337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2015" presetID="0" presetClass="path" presetSubtype="0" fill="hold" grpId="20" nodeType="withEffect">
                                  <p:stCondLst>
                                    <p:cond delay="3415"/>
                                  </p:stCondLst>
                                  <p:childTnLst>
                                    <p:animMotion origin="layout" path="M 0.0175 -0.018292 L 0.01925 -0.019402 E" pathEditMode="relative" rAng="0" ptsTypes="AA">
                                      <p:cBhvr>
                                        <p:cTn id="2016" dur="337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2017" presetID="6" presetClass="emph" presetSubtype="0" fill="hold" grpId="21" nodeType="withEffect">
                                  <p:stCondLst>
                                    <p:cond delay="3415"/>
                                  </p:stCondLst>
                                  <p:childTnLst>
                                    <p:animScale>
                                      <p:cBhvr>
                                        <p:cTn id="2018" dur="337" fill="hold"/>
                                        <p:tgtEl>
                                          <p:spTgt spid="6"/>
                                        </p:tgtEl>
                                      </p:cBhvr>
                                      <p:by x="98401" y="98401"/>
                                    </p:animScale>
                                  </p:childTnLst>
                                </p:cTn>
                              </p:par>
                              <p:par>
                                <p:cTn id="2019" presetID="0" presetClass="path" presetSubtype="0" fill="hold" grpId="20" nodeType="withEffect">
                                  <p:stCondLst>
                                    <p:cond delay="3415"/>
                                  </p:stCondLst>
                                  <p:childTnLst>
                                    <p:animMotion origin="layout" path="M 0.156275 -0.017375 L 0.175041 -0.025668 E" pathEditMode="relative" rAng="0" ptsTypes="AA">
                                      <p:cBhvr>
                                        <p:cTn id="2020" dur="337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2021" presetID="8" presetClass="emph" presetSubtype="0" fill="hold" grpId="21" nodeType="withEffect">
                                  <p:stCondLst>
                                    <p:cond delay="3415"/>
                                  </p:stCondLst>
                                  <p:childTnLst>
                                    <p:animRot by="37980">
                                      <p:cBhvr>
                                        <p:cTn id="2022" dur="337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2023" presetID="0" presetClass="path" presetSubtype="0" fill="hold" grpId="20" nodeType="withEffect">
                                  <p:stCondLst>
                                    <p:cond delay="3435"/>
                                  </p:stCondLst>
                                  <p:childTnLst>
                                    <p:animMotion origin="layout" path="M 0.15603 -0.011088 L 0.174805 -0.020378 E" pathEditMode="relative" rAng="0" ptsTypes="AA">
                                      <p:cBhvr>
                                        <p:cTn id="2024" dur="337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2025" presetID="8" presetClass="emph" presetSubtype="0" fill="hold" grpId="21" nodeType="withEffect">
                                  <p:stCondLst>
                                    <p:cond delay="3435"/>
                                  </p:stCondLst>
                                  <p:childTnLst>
                                    <p:animRot by="37980">
                                      <p:cBhvr>
                                        <p:cTn id="2026" dur="337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2027" presetID="0" presetClass="path" presetSubtype="0" fill="hold" grpId="20" nodeType="withEffect">
                                  <p:stCondLst>
                                    <p:cond delay="3455"/>
                                  </p:stCondLst>
                                  <p:childTnLst>
                                    <p:animMotion origin="layout" path="M 0.155937 -0.011085 L 0.174726 -0.020376 E" pathEditMode="relative" rAng="0" ptsTypes="AA">
                                      <p:cBhvr>
                                        <p:cTn id="2028" dur="337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2029" presetID="8" presetClass="emph" presetSubtype="0" fill="hold" grpId="21" nodeType="withEffect">
                                  <p:stCondLst>
                                    <p:cond delay="3455"/>
                                  </p:stCondLst>
                                  <p:childTnLst>
                                    <p:animRot by="37980">
                                      <p:cBhvr>
                                        <p:cTn id="2030" dur="337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2031" presetID="0" presetClass="path" presetSubtype="0" fill="hold" grpId="20" nodeType="withEffect">
                                  <p:stCondLst>
                                    <p:cond delay="3475"/>
                                  </p:stCondLst>
                                  <p:childTnLst>
                                    <p:animMotion origin="layout" path="M 0.150625 -0.01137 L 0.170258 -0.020641 E" pathEditMode="relative" rAng="0" ptsTypes="AA">
                                      <p:cBhvr>
                                        <p:cTn id="2032" dur="337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2033" presetID="8" presetClass="emph" presetSubtype="0" fill="hold" grpId="21" nodeType="withEffect">
                                  <p:stCondLst>
                                    <p:cond delay="3475"/>
                                  </p:stCondLst>
                                  <p:childTnLst>
                                    <p:animRot by="37980">
                                      <p:cBhvr>
                                        <p:cTn id="2034" dur="337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2035" presetID="0" presetClass="path" presetSubtype="0" fill="hold" grpId="20" nodeType="withEffect">
                                  <p:stCondLst>
                                    <p:cond delay="3495"/>
                                  </p:stCondLst>
                                  <p:childTnLst>
                                    <p:animMotion origin="layout" path="M 0.150534 -0.013983 L 0.170193 -0.02284 E" pathEditMode="relative" rAng="0" ptsTypes="AA">
                                      <p:cBhvr>
                                        <p:cTn id="2036" dur="337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2037" presetID="8" presetClass="emph" presetSubtype="0" fill="hold" grpId="21" nodeType="withEffect">
                                  <p:stCondLst>
                                    <p:cond delay="3495"/>
                                  </p:stCondLst>
                                  <p:childTnLst>
                                    <p:animRot by="37980">
                                      <p:cBhvr>
                                        <p:cTn id="2038" dur="337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2039" presetID="0" presetClass="path" presetSubtype="0" fill="hold" grpId="20" nodeType="withEffect">
                                  <p:stCondLst>
                                    <p:cond delay="3515"/>
                                  </p:stCondLst>
                                  <p:childTnLst>
                                    <p:animMotion origin="layout" path="M 0.147548 -0.013617 L 0.167678 -0.022547 E" pathEditMode="relative" rAng="0" ptsTypes="AA">
                                      <p:cBhvr>
                                        <p:cTn id="2040" dur="337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2041" presetID="8" presetClass="emph" presetSubtype="0" fill="hold" grpId="21" nodeType="withEffect">
                                  <p:stCondLst>
                                    <p:cond delay="3515"/>
                                  </p:stCondLst>
                                  <p:childTnLst>
                                    <p:animRot by="37980">
                                      <p:cBhvr>
                                        <p:cTn id="2042" dur="337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2043" presetID="0" presetClass="path" presetSubtype="0" fill="hold" grpId="20" nodeType="withEffect">
                                  <p:stCondLst>
                                    <p:cond delay="3535"/>
                                  </p:stCondLst>
                                  <p:childTnLst>
                                    <p:animMotion origin="layout" path="M 0.150985 -0.013737 L 0.170571 -0.022631 E" pathEditMode="relative" rAng="0" ptsTypes="AA">
                                      <p:cBhvr>
                                        <p:cTn id="2044" dur="337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2045" presetID="8" presetClass="emph" presetSubtype="0" fill="hold" grpId="21" nodeType="withEffect">
                                  <p:stCondLst>
                                    <p:cond delay="3535"/>
                                  </p:stCondLst>
                                  <p:childTnLst>
                                    <p:animRot by="37980">
                                      <p:cBhvr>
                                        <p:cTn id="2046" dur="337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2047" presetID="0" presetClass="path" presetSubtype="0" fill="hold" grpId="20" nodeType="withEffect">
                                  <p:stCondLst>
                                    <p:cond delay="3555"/>
                                  </p:stCondLst>
                                  <p:childTnLst>
                                    <p:animMotion origin="layout" path="M 0.154329 -0.013854 L 0.173386 -0.022714 E" pathEditMode="relative" rAng="0" ptsTypes="AA">
                                      <p:cBhvr>
                                        <p:cTn id="2048" dur="337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2049" presetID="8" presetClass="emph" presetSubtype="0" fill="hold" grpId="21" nodeType="withEffect">
                                  <p:stCondLst>
                                    <p:cond delay="3555"/>
                                  </p:stCondLst>
                                  <p:childTnLst>
                                    <p:animRot by="37980">
                                      <p:cBhvr>
                                        <p:cTn id="2050" dur="337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2051" presetID="0" presetClass="path" presetSubtype="0" fill="hold" grpId="22" nodeType="withEffect">
                                  <p:stCondLst>
                                    <p:cond delay="3712"/>
                                  </p:stCondLst>
                                  <p:childTnLst>
                                    <p:animMotion origin="layout" path="M 0.01925 -0.019402 L 0.021 -0.020325 E" pathEditMode="relative" rAng="0" ptsTypes="AA">
                                      <p:cBhvr>
                                        <p:cTn id="2052" dur="338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2053" presetID="6" presetClass="emph" presetSubtype="0" fill="hold" grpId="23" nodeType="withEffect">
                                  <p:stCondLst>
                                    <p:cond delay="3712"/>
                                  </p:stCondLst>
                                  <p:childTnLst>
                                    <p:animScale>
                                      <p:cBhvr>
                                        <p:cTn id="2054" dur="338" fill="hold"/>
                                        <p:tgtEl>
                                          <p:spTgt spid="7"/>
                                        </p:tgtEl>
                                      </p:cBhvr>
                                      <p:by x="99433" y="99433"/>
                                    </p:animScale>
                                  </p:childTnLst>
                                </p:cTn>
                              </p:par>
                              <p:par>
                                <p:cTn id="2055" presetID="0" presetClass="path" presetSubtype="0" fill="hold" grpId="22" nodeType="withEffect">
                                  <p:stCondLst>
                                    <p:cond delay="3712"/>
                                  </p:stCondLst>
                                  <p:childTnLst>
                                    <p:animMotion origin="layout" path="M 0.0594 -0.004524 L 0.0648 -0.000757 E" pathEditMode="relative" rAng="0" ptsTypes="AA">
                                      <p:cBhvr>
                                        <p:cTn id="2056" dur="338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2057" presetID="6" presetClass="emph" presetSubtype="0" fill="hold" grpId="23" nodeType="withEffect">
                                  <p:stCondLst>
                                    <p:cond delay="3712"/>
                                  </p:stCondLst>
                                  <p:childTnLst>
                                    <p:animScale>
                                      <p:cBhvr>
                                        <p:cTn id="2058" dur="338" fill="hold"/>
                                        <p:tgtEl>
                                          <p:spTgt spid="9"/>
                                        </p:tgtEl>
                                      </p:cBhvr>
                                      <p:by x="98510" y="98510"/>
                                    </p:animScale>
                                  </p:childTnLst>
                                </p:cTn>
                              </p:par>
                              <p:par>
                                <p:cTn id="2059" presetID="0" presetClass="path" presetSubtype="0" fill="hold" grpId="22" nodeType="withEffect">
                                  <p:stCondLst>
                                    <p:cond delay="3712"/>
                                  </p:stCondLst>
                                  <p:childTnLst>
                                    <p:animMotion origin="layout" path="M 0.0792 0.003392 L 0.0864 0.001277 E" pathEditMode="relative" rAng="0" ptsTypes="AA">
                                      <p:cBhvr>
                                        <p:cTn id="2060" dur="338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2061" presetID="6" presetClass="emph" presetSubtype="0" fill="hold" grpId="23" nodeType="withEffect">
                                  <p:stCondLst>
                                    <p:cond delay="3712"/>
                                  </p:stCondLst>
                                  <p:childTnLst>
                                    <p:animScale>
                                      <p:cBhvr>
                                        <p:cTn id="2062" dur="338" fill="hold"/>
                                        <p:tgtEl>
                                          <p:spTgt spid="11"/>
                                        </p:tgtEl>
                                      </p:cBhvr>
                                      <p:by x="99013" y="99013"/>
                                    </p:animScale>
                                  </p:childTnLst>
                                </p:cTn>
                              </p:par>
                              <p:par>
                                <p:cTn id="2063" presetID="0" presetClass="path" presetSubtype="0" fill="hold" grpId="22" nodeType="withEffect">
                                  <p:stCondLst>
                                    <p:cond delay="3712"/>
                                  </p:stCondLst>
                                  <p:childTnLst>
                                    <p:animMotion origin="layout" path="M -0.099 0.011005 L -0.108 0.002567 E" pathEditMode="relative" rAng="0" ptsTypes="AA">
                                      <p:cBhvr>
                                        <p:cTn id="2064" dur="338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2065" presetID="6" presetClass="emph" presetSubtype="0" fill="hold" grpId="23" nodeType="withEffect">
                                  <p:stCondLst>
                                    <p:cond delay="3712"/>
                                  </p:stCondLst>
                                  <p:childTnLst>
                                    <p:animScale>
                                      <p:cBhvr>
                                        <p:cTn id="2066" dur="338" fill="hold"/>
                                        <p:tgtEl>
                                          <p:spTgt spid="13"/>
                                        </p:tgtEl>
                                      </p:cBhvr>
                                      <p:by x="99909" y="99909"/>
                                    </p:animScale>
                                  </p:childTnLst>
                                </p:cTn>
                              </p:par>
                              <p:par>
                                <p:cTn id="2067" presetID="0" presetClass="path" presetSubtype="0" fill="hold" grpId="22" nodeType="withEffect">
                                  <p:stCondLst>
                                    <p:cond delay="3712"/>
                                  </p:stCondLst>
                                  <p:childTnLst>
                                    <p:animMotion origin="layout" path="M 0.0396 0.0019 L 0.0432 0.0002 E" pathEditMode="relative" rAng="0" ptsTypes="AA">
                                      <p:cBhvr>
                                        <p:cTn id="2068" dur="338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2069" presetID="6" presetClass="emph" presetSubtype="0" fill="hold" grpId="23" nodeType="withEffect">
                                  <p:stCondLst>
                                    <p:cond delay="3712"/>
                                  </p:stCondLst>
                                  <p:childTnLst>
                                    <p:animScale>
                                      <p:cBhvr>
                                        <p:cTn id="2070" dur="338" fill="hold"/>
                                        <p:tgtEl>
                                          <p:spTgt spid="15"/>
                                        </p:tgtEl>
                                      </p:cBhvr>
                                      <p:by x="100845" y="100845"/>
                                    </p:animScale>
                                  </p:childTnLst>
                                </p:cTn>
                              </p:par>
                              <p:par>
                                <p:cTn id="2071" presetID="0" presetClass="path" presetSubtype="0" fill="hold" grpId="22" nodeType="withEffect">
                                  <p:stCondLst>
                                    <p:cond delay="3712"/>
                                  </p:stCondLst>
                                  <p:childTnLst>
                                    <p:animMotion origin="layout" path="M 0.0594 -0.004274 L 0.0648 -0.001295 E" pathEditMode="relative" rAng="0" ptsTypes="AA">
                                      <p:cBhvr>
                                        <p:cTn id="2072" dur="338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2073" presetID="6" presetClass="emph" presetSubtype="0" fill="hold" grpId="23" nodeType="withEffect">
                                  <p:stCondLst>
                                    <p:cond delay="3712"/>
                                  </p:stCondLst>
                                  <p:childTnLst>
                                    <p:animScale>
                                      <p:cBhvr>
                                        <p:cTn id="2074" dur="338" fill="hold"/>
                                        <p:tgtEl>
                                          <p:spTgt spid="17"/>
                                        </p:tgtEl>
                                      </p:cBhvr>
                                      <p:by x="101431" y="101431"/>
                                    </p:animScale>
                                  </p:childTnLst>
                                </p:cTn>
                              </p:par>
                              <p:par>
                                <p:cTn id="2075" presetID="0" presetClass="path" presetSubtype="0" fill="hold" grpId="33" nodeType="withEffect">
                                  <p:stCondLst>
                                    <p:cond delay="3712"/>
                                  </p:stCondLst>
                                  <p:childTnLst>
                                    <p:animMotion origin="layout" path="M 0.014163 -0.016448 L -0.000702 -0.019137 E" pathEditMode="relative" rAng="0" ptsTypes="AA">
                                      <p:cBhvr>
                                        <p:cTn id="2076" dur="338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2077" presetID="6" presetClass="emph" presetSubtype="0" fill="hold" grpId="34" nodeType="withEffect">
                                  <p:stCondLst>
                                    <p:cond delay="3712"/>
                                  </p:stCondLst>
                                  <p:childTnLst>
                                    <p:animScale>
                                      <p:cBhvr>
                                        <p:cTn id="2078" dur="338" fill="hold"/>
                                        <p:tgtEl>
                                          <p:spTgt spid="28"/>
                                        </p:tgtEl>
                                      </p:cBhvr>
                                      <p:by x="98463" y="98463"/>
                                    </p:animScale>
                                  </p:childTnLst>
                                </p:cTn>
                              </p:par>
                              <p:par>
                                <p:cTn id="2079" presetID="8" presetClass="emph" presetSubtype="0" fill="hold" grpId="35" nodeType="withEffect">
                                  <p:stCondLst>
                                    <p:cond delay="3712"/>
                                  </p:stCondLst>
                                  <p:childTnLst>
                                    <p:animRot by="-55560">
                                      <p:cBhvr>
                                        <p:cTn id="2080" dur="338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2081" presetID="0" presetClass="path" presetSubtype="0" fill="hold" grpId="33" nodeType="withEffect">
                                  <p:stCondLst>
                                    <p:cond delay="3712"/>
                                  </p:stCondLst>
                                  <p:childTnLst>
                                    <p:animMotion origin="layout" path="M 0.027404 -0.015721 L 0.041612 -0.010518 E" pathEditMode="relative" rAng="0" ptsTypes="AA">
                                      <p:cBhvr>
                                        <p:cTn id="2082" dur="338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2083" presetID="6" presetClass="emph" presetSubtype="0" fill="hold" grpId="34" nodeType="withEffect">
                                  <p:stCondLst>
                                    <p:cond delay="3712"/>
                                  </p:stCondLst>
                                  <p:childTnLst>
                                    <p:animScale>
                                      <p:cBhvr>
                                        <p:cTn id="2084" dur="338" fill="hold"/>
                                        <p:tgtEl>
                                          <p:spTgt spid="29"/>
                                        </p:tgtEl>
                                      </p:cBhvr>
                                      <p:by x="98656" y="98656"/>
                                    </p:animScale>
                                  </p:childTnLst>
                                </p:cTn>
                              </p:par>
                              <p:par>
                                <p:cTn id="2085" presetID="8" presetClass="emph" presetSubtype="0" fill="hold" grpId="35" nodeType="withEffect">
                                  <p:stCondLst>
                                    <p:cond delay="3712"/>
                                  </p:stCondLst>
                                  <p:childTnLst>
                                    <p:animRot by="46680">
                                      <p:cBhvr>
                                        <p:cTn id="2086" dur="338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2087" presetID="0" presetClass="path" presetSubtype="0" fill="hold" grpId="33" nodeType="withEffect">
                                  <p:stCondLst>
                                    <p:cond delay="3712"/>
                                  </p:stCondLst>
                                  <p:childTnLst>
                                    <p:animMotion origin="layout" path="M -0.048647 0.003446 L -0.045533 0.012681 E" pathEditMode="relative" rAng="0" ptsTypes="AA">
                                      <p:cBhvr>
                                        <p:cTn id="2088" dur="338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2089" presetID="6" presetClass="emph" presetSubtype="0" fill="hold" grpId="34" nodeType="withEffect">
                                  <p:stCondLst>
                                    <p:cond delay="3712"/>
                                  </p:stCondLst>
                                  <p:childTnLst>
                                    <p:animScale>
                                      <p:cBhvr>
                                        <p:cTn id="2090" dur="338" fill="hold"/>
                                        <p:tgtEl>
                                          <p:spTgt spid="30"/>
                                        </p:tgtEl>
                                      </p:cBhvr>
                                      <p:by x="100271" y="100271"/>
                                    </p:animScale>
                                  </p:childTnLst>
                                </p:cTn>
                              </p:par>
                              <p:par>
                                <p:cTn id="2091" presetID="8" presetClass="emph" presetSubtype="0" fill="hold" grpId="35" nodeType="withEffect">
                                  <p:stCondLst>
                                    <p:cond delay="3712"/>
                                  </p:stCondLst>
                                  <p:childTnLst>
                                    <p:animRot by="9120">
                                      <p:cBhvr>
                                        <p:cTn id="2092" dur="338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2093" presetID="0" presetClass="path" presetSubtype="0" fill="hold" grpId="33" nodeType="withEffect">
                                  <p:stCondLst>
                                    <p:cond delay="3712"/>
                                  </p:stCondLst>
                                  <p:childTnLst>
                                    <p:animMotion origin="layout" path="M 0.019596 0.023331 L -0.001489 0.027051 E" pathEditMode="relative" rAng="0" ptsTypes="AA">
                                      <p:cBhvr>
                                        <p:cTn id="2094" dur="338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2095" presetID="6" presetClass="emph" presetSubtype="0" fill="hold" grpId="34" nodeType="withEffect">
                                  <p:stCondLst>
                                    <p:cond delay="3712"/>
                                  </p:stCondLst>
                                  <p:childTnLst>
                                    <p:animScale>
                                      <p:cBhvr>
                                        <p:cTn id="2096" dur="338" fill="hold"/>
                                        <p:tgtEl>
                                          <p:spTgt spid="31"/>
                                        </p:tgtEl>
                                      </p:cBhvr>
                                      <p:by x="101593" y="101593"/>
                                    </p:animScale>
                                  </p:childTnLst>
                                </p:cTn>
                              </p:par>
                              <p:par>
                                <p:cTn id="2097" presetID="8" presetClass="emph" presetSubtype="0" fill="hold" grpId="35" nodeType="withEffect">
                                  <p:stCondLst>
                                    <p:cond delay="3712"/>
                                  </p:stCondLst>
                                  <p:childTnLst>
                                    <p:animRot by="-55740">
                                      <p:cBhvr>
                                        <p:cTn id="2098" dur="338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2099" presetID="0" presetClass="path" presetSubtype="0" fill="hold" grpId="33" nodeType="withEffect">
                                  <p:stCondLst>
                                    <p:cond delay="3712"/>
                                  </p:stCondLst>
                                  <p:childTnLst>
                                    <p:animMotion origin="layout" path="M 0.020979 0.011829 L 0.031669 0.007846 E" pathEditMode="relative" rAng="0" ptsTypes="AA">
                                      <p:cBhvr>
                                        <p:cTn id="2100" dur="338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2101" presetID="6" presetClass="emph" presetSubtype="0" fill="hold" grpId="34" nodeType="withEffect">
                                  <p:stCondLst>
                                    <p:cond delay="3712"/>
                                  </p:stCondLst>
                                  <p:childTnLst>
                                    <p:animScale>
                                      <p:cBhvr>
                                        <p:cTn id="2102" dur="338" fill="hold"/>
                                        <p:tgtEl>
                                          <p:spTgt spid="42"/>
                                        </p:tgtEl>
                                      </p:cBhvr>
                                      <p:by x="101277" y="101277"/>
                                    </p:animScale>
                                  </p:childTnLst>
                                </p:cTn>
                              </p:par>
                              <p:par>
                                <p:cTn id="2103" presetID="8" presetClass="emph" presetSubtype="0" fill="hold" grpId="35" nodeType="withEffect">
                                  <p:stCondLst>
                                    <p:cond delay="3712"/>
                                  </p:stCondLst>
                                  <p:childTnLst>
                                    <p:animRot by="46320">
                                      <p:cBhvr>
                                        <p:cTn id="2104" dur="338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2105" presetID="0" presetClass="path" presetSubtype="0" fill="hold" grpId="22" nodeType="withEffect">
                                  <p:stCondLst>
                                    <p:cond delay="3712"/>
                                  </p:stCondLst>
                                  <p:childTnLst>
                                    <p:animMotion origin="layout" path="M 0.178304 -0.021141 L 0.1944 -0.026116 E" pathEditMode="relative" rAng="0" ptsTypes="AA">
                                      <p:cBhvr>
                                        <p:cTn id="2106" dur="338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2107" presetID="8" presetClass="emph" presetSubtype="0" fill="hold" grpId="23" nodeType="withEffect">
                                  <p:stCondLst>
                                    <p:cond delay="3712"/>
                                  </p:stCondLst>
                                  <p:childTnLst>
                                    <p:animRot by="137280">
                                      <p:cBhvr>
                                        <p:cTn id="2108" dur="338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2109" presetID="0" presetClass="path" presetSubtype="0" fill="hold" grpId="33" nodeType="withEffect">
                                  <p:stCondLst>
                                    <p:cond delay="3712"/>
                                  </p:stCondLst>
                                  <p:childTnLst>
                                    <p:animMotion origin="layout" path="M 0.1947 -0.009945 L 0.2124 -0.008547 E" pathEditMode="relative" rAng="0" ptsTypes="AA">
                                      <p:cBhvr>
                                        <p:cTn id="2110" dur="338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2111" presetID="6" presetClass="emph" presetSubtype="0" fill="hold" grpId="34" nodeType="withEffect">
                                  <p:stCondLst>
                                    <p:cond delay="3712"/>
                                  </p:stCondLst>
                                  <p:childTnLst>
                                    <p:animScale>
                                      <p:cBhvr>
                                        <p:cTn id="2112" dur="338" fill="hold"/>
                                        <p:tgtEl>
                                          <p:spTgt spid="21"/>
                                        </p:tgtEl>
                                      </p:cBhvr>
                                      <p:by x="101246" y="101246"/>
                                    </p:animScale>
                                  </p:childTnLst>
                                </p:cTn>
                              </p:par>
                              <p:par>
                                <p:cTn id="2113" presetID="8" presetClass="emph" presetSubtype="0" fill="hold" grpId="35" nodeType="withEffect">
                                  <p:stCondLst>
                                    <p:cond delay="3712"/>
                                  </p:stCondLst>
                                  <p:childTnLst>
                                    <p:animRot by="275160">
                                      <p:cBhvr>
                                        <p:cTn id="2114" dur="338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2115" presetID="0" presetClass="path" presetSubtype="0" fill="hold" grpId="33" nodeType="withEffect">
                                  <p:stCondLst>
                                    <p:cond delay="3712"/>
                                  </p:stCondLst>
                                  <p:childTnLst>
                                    <p:animMotion origin="layout" path="M 0.2112 -0.006712 L 0.2304 0.00234 E" pathEditMode="relative" rAng="0" ptsTypes="AA">
                                      <p:cBhvr>
                                        <p:cTn id="2116" dur="338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2117" presetID="6" presetClass="emph" presetSubtype="0" fill="hold" grpId="34" nodeType="withEffect">
                                  <p:stCondLst>
                                    <p:cond delay="3712"/>
                                  </p:stCondLst>
                                  <p:childTnLst>
                                    <p:animScale>
                                      <p:cBhvr>
                                        <p:cTn id="2118" dur="338" fill="hold"/>
                                        <p:tgtEl>
                                          <p:spTgt spid="23"/>
                                        </p:tgtEl>
                                      </p:cBhvr>
                                      <p:by x="105707" y="105707"/>
                                    </p:animScale>
                                  </p:childTnLst>
                                </p:cTn>
                              </p:par>
                              <p:par>
                                <p:cTn id="2119" presetID="8" presetClass="emph" presetSubtype="0" fill="hold" grpId="35" nodeType="withEffect">
                                  <p:stCondLst>
                                    <p:cond delay="3712"/>
                                  </p:stCondLst>
                                  <p:childTnLst>
                                    <p:animRot by="142680">
                                      <p:cBhvr>
                                        <p:cTn id="2120" dur="338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2121" presetID="0" presetClass="path" presetSubtype="0" fill="hold" grpId="33" nodeType="withEffect">
                                  <p:stCondLst>
                                    <p:cond delay="3712"/>
                                  </p:stCondLst>
                                  <p:childTnLst>
                                    <p:animMotion origin="layout" path="M 0.2277 -0.004152 L 0.2484 0.005923 E" pathEditMode="relative" rAng="0" ptsTypes="AA">
                                      <p:cBhvr>
                                        <p:cTn id="2122" dur="338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2123" presetID="6" presetClass="emph" presetSubtype="0" fill="hold" grpId="34" nodeType="withEffect">
                                  <p:stCondLst>
                                    <p:cond delay="3712"/>
                                  </p:stCondLst>
                                  <p:childTnLst>
                                    <p:animScale>
                                      <p:cBhvr>
                                        <p:cTn id="2124" dur="338" fill="hold"/>
                                        <p:tgtEl>
                                          <p:spTgt spid="25"/>
                                        </p:tgtEl>
                                      </p:cBhvr>
                                      <p:by x="106210" y="106210"/>
                                    </p:animScale>
                                  </p:childTnLst>
                                </p:cTn>
                              </p:par>
                              <p:par>
                                <p:cTn id="2125" presetID="8" presetClass="emph" presetSubtype="0" fill="hold" grpId="35" nodeType="withEffect">
                                  <p:stCondLst>
                                    <p:cond delay="3712"/>
                                  </p:stCondLst>
                                  <p:childTnLst>
                                    <p:animRot by="-86820">
                                      <p:cBhvr>
                                        <p:cTn id="2126" dur="338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2127" presetID="0" presetClass="path" presetSubtype="0" fill="hold" grpId="22" nodeType="withEffect">
                                  <p:stCondLst>
                                    <p:cond delay="3712"/>
                                  </p:stCondLst>
                                  <p:childTnLst>
                                    <p:animMotion origin="layout" path="M 0.004652 -0.001608 L 0.003425 -0.007707 E" pathEditMode="relative" rAng="0" ptsTypes="AA">
                                      <p:cBhvr>
                                        <p:cTn id="2128" dur="338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2129" presetID="6" presetClass="emph" presetSubtype="0" fill="hold" grpId="23" nodeType="withEffect">
                                  <p:stCondLst>
                                    <p:cond delay="3712"/>
                                  </p:stCondLst>
                                  <p:childTnLst>
                                    <p:animScale>
                                      <p:cBhvr>
                                        <p:cTn id="2130" dur="338" fill="hold"/>
                                        <p:tgtEl>
                                          <p:spTgt spid="43"/>
                                        </p:tgtEl>
                                      </p:cBhvr>
                                      <p:by x="98740" y="98740"/>
                                    </p:animScale>
                                  </p:childTnLst>
                                </p:cTn>
                              </p:par>
                              <p:par>
                                <p:cTn id="2131" presetID="0" presetClass="path" presetSubtype="0" fill="hold" grpId="22" nodeType="withEffect">
                                  <p:stCondLst>
                                    <p:cond delay="3712"/>
                                  </p:stCondLst>
                                  <p:childTnLst>
                                    <p:animMotion origin="layout" path="M -0.003825 -0.0018 L -0.023389 -0.00307 E" pathEditMode="relative" rAng="0" ptsTypes="AA">
                                      <p:cBhvr>
                                        <p:cTn id="2132" dur="338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2133" presetID="6" presetClass="emph" presetSubtype="0" fill="hold" grpId="23" nodeType="withEffect">
                                  <p:stCondLst>
                                    <p:cond delay="3712"/>
                                  </p:stCondLst>
                                  <p:childTnLst>
                                    <p:animScale>
                                      <p:cBhvr>
                                        <p:cTn id="2134" dur="338" fill="hold"/>
                                        <p:tgtEl>
                                          <p:spTgt spid="44"/>
                                        </p:tgtEl>
                                      </p:cBhvr>
                                      <p:by x="79345" y="79345"/>
                                    </p:animScale>
                                  </p:childTnLst>
                                </p:cTn>
                              </p:par>
                              <p:par>
                                <p:cTn id="2135" presetID="0" presetClass="path" presetSubtype="0" fill="hold" grpId="22" nodeType="withEffect">
                                  <p:stCondLst>
                                    <p:cond delay="3712"/>
                                  </p:stCondLst>
                                  <p:childTnLst>
                                    <p:animMotion origin="layout" path="M -0.006699 0.000645 L -0.015938 0.006065 E" pathEditMode="relative" rAng="0" ptsTypes="AA">
                                      <p:cBhvr>
                                        <p:cTn id="2136" dur="338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2137" presetID="6" presetClass="emph" presetSubtype="0" fill="hold" grpId="23" nodeType="withEffect">
                                  <p:stCondLst>
                                    <p:cond delay="3712"/>
                                  </p:stCondLst>
                                  <p:childTnLst>
                                    <p:animScale>
                                      <p:cBhvr>
                                        <p:cTn id="2138" dur="338" fill="hold"/>
                                        <p:tgtEl>
                                          <p:spTgt spid="45"/>
                                        </p:tgtEl>
                                      </p:cBhvr>
                                      <p:by x="87374" y="87374"/>
                                    </p:animScale>
                                  </p:childTnLst>
                                </p:cTn>
                              </p:par>
                              <p:par>
                                <p:cTn id="2139" presetID="0" presetClass="path" presetSubtype="0" fill="hold" grpId="22" nodeType="withEffect">
                                  <p:stCondLst>
                                    <p:cond delay="3712"/>
                                  </p:stCondLst>
                                  <p:childTnLst>
                                    <p:animMotion origin="layout" path="M 0.000242 0.002145 L 0.014862 0.006315 E" pathEditMode="relative" rAng="0" ptsTypes="AA">
                                      <p:cBhvr>
                                        <p:cTn id="2140" dur="338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2141" presetID="6" presetClass="emph" presetSubtype="0" fill="hold" grpId="23" nodeType="withEffect">
                                  <p:stCondLst>
                                    <p:cond delay="3712"/>
                                  </p:stCondLst>
                                  <p:childTnLst>
                                    <p:animScale>
                                      <p:cBhvr>
                                        <p:cTn id="2142" dur="338" fill="hold"/>
                                        <p:tgtEl>
                                          <p:spTgt spid="46"/>
                                        </p:tgtEl>
                                      </p:cBhvr>
                                      <p:by x="122741" y="122741"/>
                                    </p:animScale>
                                  </p:childTnLst>
                                </p:cTn>
                              </p:par>
                              <p:par>
                                <p:cTn id="2143" presetID="0" presetClass="path" presetSubtype="0" fill="hold" grpId="22" nodeType="withEffect">
                                  <p:stCondLst>
                                    <p:cond delay="3712"/>
                                  </p:stCondLst>
                                  <p:childTnLst>
                                    <p:animMotion origin="layout" path="M 0.119464 -0.009614 L 0.130248 -0.01847 E" pathEditMode="relative" rAng="0" ptsTypes="AA">
                                      <p:cBhvr>
                                        <p:cTn id="2144" dur="338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2145" presetID="8" presetClass="emph" presetSubtype="0" fill="hold" grpId="23" nodeType="withEffect">
                                  <p:stCondLst>
                                    <p:cond delay="3712"/>
                                  </p:stCondLst>
                                  <p:childTnLst>
                                    <p:animRot by="53760">
                                      <p:cBhvr>
                                        <p:cTn id="2146" dur="338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2147" presetID="0" presetClass="path" presetSubtype="0" fill="hold" grpId="22" nodeType="withEffect">
                                  <p:stCondLst>
                                    <p:cond delay="3712"/>
                                  </p:stCondLst>
                                  <p:childTnLst>
                                    <p:animMotion origin="layout" path="M 0.14086 -0.021333 L 0.153576 -0.026175 E" pathEditMode="relative" rAng="0" ptsTypes="AA">
                                      <p:cBhvr>
                                        <p:cTn id="2148" dur="338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2149" presetID="8" presetClass="emph" presetSubtype="0" fill="hold" grpId="23" nodeType="withEffect">
                                  <p:stCondLst>
                                    <p:cond delay="3712"/>
                                  </p:stCondLst>
                                  <p:childTnLst>
                                    <p:animRot by="138720">
                                      <p:cBhvr>
                                        <p:cTn id="2150" dur="338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2151" presetID="0" presetClass="path" presetSubtype="0" fill="hold" grpId="22" nodeType="withEffect">
                                  <p:stCondLst>
                                    <p:cond delay="3712"/>
                                  </p:stCondLst>
                                  <p:childTnLst>
                                    <p:animMotion origin="layout" path="M 0.098067 -0.024053 L 0.10692 -0.022698 E" pathEditMode="relative" rAng="0" ptsTypes="AA">
                                      <p:cBhvr>
                                        <p:cTn id="2152" dur="338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2153" presetID="8" presetClass="emph" presetSubtype="0" fill="hold" grpId="23" nodeType="withEffect">
                                  <p:stCondLst>
                                    <p:cond delay="3712"/>
                                  </p:stCondLst>
                                  <p:childTnLst>
                                    <p:animRot by="158400">
                                      <p:cBhvr>
                                        <p:cTn id="2154" dur="338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2155" presetID="0" presetClass="path" presetSubtype="0" fill="hold" grpId="22" nodeType="withEffect">
                                  <p:stCondLst>
                                    <p:cond delay="3732"/>
                                  </p:stCondLst>
                                  <p:childTnLst>
                                    <p:animMotion origin="layout" path="M 0.01925 -0.019402 L 0.021 -0.020325 E" pathEditMode="relative" rAng="0" ptsTypes="AA">
                                      <p:cBhvr>
                                        <p:cTn id="2156" dur="338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2157" presetID="6" presetClass="emph" presetSubtype="0" fill="hold" grpId="23" nodeType="withEffect">
                                  <p:stCondLst>
                                    <p:cond delay="3732"/>
                                  </p:stCondLst>
                                  <p:childTnLst>
                                    <p:animScale>
                                      <p:cBhvr>
                                        <p:cTn id="2158" dur="338" fill="hold"/>
                                        <p:tgtEl>
                                          <p:spTgt spid="5"/>
                                        </p:tgtEl>
                                      </p:cBhvr>
                                      <p:by x="99433" y="99433"/>
                                    </p:animScale>
                                  </p:childTnLst>
                                </p:cTn>
                              </p:par>
                              <p:par>
                                <p:cTn id="2159" presetID="0" presetClass="path" presetSubtype="0" fill="hold" grpId="22" nodeType="withEffect">
                                  <p:stCondLst>
                                    <p:cond delay="3732"/>
                                  </p:stCondLst>
                                  <p:childTnLst>
                                    <p:animMotion origin="layout" path="M 0.059867 -0.004581 L 0.065408 -0.000831 E" pathEditMode="relative" rAng="0" ptsTypes="AA">
                                      <p:cBhvr>
                                        <p:cTn id="2160" dur="338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2161" presetID="6" presetClass="emph" presetSubtype="0" fill="hold" grpId="23" nodeType="withEffect">
                                  <p:stCondLst>
                                    <p:cond delay="3732"/>
                                  </p:stCondLst>
                                  <p:childTnLst>
                                    <p:animScale>
                                      <p:cBhvr>
                                        <p:cTn id="2162" dur="338" fill="hold"/>
                                        <p:tgtEl>
                                          <p:spTgt spid="10"/>
                                        </p:tgtEl>
                                      </p:cBhvr>
                                      <p:by x="98510" y="98510"/>
                                    </p:animScale>
                                  </p:childTnLst>
                                </p:cTn>
                              </p:par>
                              <p:par>
                                <p:cTn id="2163" presetID="0" presetClass="path" presetSubtype="0" fill="hold" grpId="22" nodeType="withEffect">
                                  <p:stCondLst>
                                    <p:cond delay="3732"/>
                                  </p:stCondLst>
                                  <p:childTnLst>
                                    <p:animMotion origin="layout" path="M 0.080327 0.003258 L 0.087628 0.001131 E" pathEditMode="relative" rAng="0" ptsTypes="AA">
                                      <p:cBhvr>
                                        <p:cTn id="2164" dur="338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2165" presetID="6" presetClass="emph" presetSubtype="0" fill="hold" grpId="23" nodeType="withEffect">
                                  <p:stCondLst>
                                    <p:cond delay="3732"/>
                                  </p:stCondLst>
                                  <p:childTnLst>
                                    <p:animScale>
                                      <p:cBhvr>
                                        <p:cTn id="2166" dur="338" fill="hold"/>
                                        <p:tgtEl>
                                          <p:spTgt spid="12"/>
                                        </p:tgtEl>
                                      </p:cBhvr>
                                      <p:by x="99013" y="99013"/>
                                    </p:animScale>
                                  </p:childTnLst>
                                </p:cTn>
                              </p:par>
                              <p:par>
                                <p:cTn id="2167" presetID="0" presetClass="path" presetSubtype="0" fill="hold" grpId="22" nodeType="withEffect">
                                  <p:stCondLst>
                                    <p:cond delay="3732"/>
                                  </p:stCondLst>
                                  <p:childTnLst>
                                    <p:animMotion origin="layout" path="M -0.097536 0.010872 L -0.106526 0.002433 E" pathEditMode="relative" rAng="0" ptsTypes="AA">
                                      <p:cBhvr>
                                        <p:cTn id="2168" dur="338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2169" presetID="6" presetClass="emph" presetSubtype="0" fill="hold" grpId="23" nodeType="withEffect">
                                  <p:stCondLst>
                                    <p:cond delay="3732"/>
                                  </p:stCondLst>
                                  <p:childTnLst>
                                    <p:animScale>
                                      <p:cBhvr>
                                        <p:cTn id="2170" dur="338" fill="hold"/>
                                        <p:tgtEl>
                                          <p:spTgt spid="14"/>
                                        </p:tgtEl>
                                      </p:cBhvr>
                                      <p:by x="99909" y="99909"/>
                                    </p:animScale>
                                  </p:childTnLst>
                                </p:cTn>
                              </p:par>
                              <p:par>
                                <p:cTn id="2171" presetID="0" presetClass="path" presetSubtype="0" fill="hold" grpId="22" nodeType="withEffect">
                                  <p:stCondLst>
                                    <p:cond delay="3732"/>
                                  </p:stCondLst>
                                  <p:childTnLst>
                                    <p:animMotion origin="layout" path="M 0.040651 0.001783 L 0.044171 9.2e-05 E" pathEditMode="relative" rAng="0" ptsTypes="AA">
                                      <p:cBhvr>
                                        <p:cTn id="2172" dur="338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2173" presetID="6" presetClass="emph" presetSubtype="0" fill="hold" grpId="23" nodeType="withEffect">
                                  <p:stCondLst>
                                    <p:cond delay="3732"/>
                                  </p:stCondLst>
                                  <p:childTnLst>
                                    <p:animScale>
                                      <p:cBhvr>
                                        <p:cTn id="2174" dur="338" fill="hold"/>
                                        <p:tgtEl>
                                          <p:spTgt spid="16"/>
                                        </p:tgtEl>
                                      </p:cBhvr>
                                      <p:by x="100845" y="100845"/>
                                    </p:animScale>
                                  </p:childTnLst>
                                </p:cTn>
                              </p:par>
                              <p:par>
                                <p:cTn id="2175" presetID="0" presetClass="path" presetSubtype="0" fill="hold" grpId="22" nodeType="withEffect">
                                  <p:stCondLst>
                                    <p:cond delay="3732"/>
                                  </p:stCondLst>
                                  <p:childTnLst>
                                    <p:animMotion origin="layout" path="M 0.059819 -0.004325 L 0.065105 -0.001331 E" pathEditMode="relative" rAng="0" ptsTypes="AA">
                                      <p:cBhvr>
                                        <p:cTn id="2176" dur="338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2177" presetID="6" presetClass="emph" presetSubtype="0" fill="hold" grpId="23" nodeType="withEffect">
                                  <p:stCondLst>
                                    <p:cond delay="3732"/>
                                  </p:stCondLst>
                                  <p:childTnLst>
                                    <p:animScale>
                                      <p:cBhvr>
                                        <p:cTn id="2178" dur="338" fill="hold"/>
                                        <p:tgtEl>
                                          <p:spTgt spid="18"/>
                                        </p:tgtEl>
                                      </p:cBhvr>
                                      <p:by x="101431" y="101431"/>
                                    </p:animScale>
                                  </p:childTnLst>
                                </p:cTn>
                              </p:par>
                              <p:par>
                                <p:cTn id="2179" presetID="0" presetClass="path" presetSubtype="0" fill="hold" grpId="22" nodeType="withEffect">
                                  <p:stCondLst>
                                    <p:cond delay="3732"/>
                                  </p:stCondLst>
                                  <p:childTnLst>
                                    <p:animMotion origin="layout" path="M 0.177289 -0.021068 L 0.194075 -0.026099 E" pathEditMode="relative" rAng="0" ptsTypes="AA">
                                      <p:cBhvr>
                                        <p:cTn id="2180" dur="338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2181" presetID="8" presetClass="emph" presetSubtype="0" fill="hold" grpId="23" nodeType="withEffect">
                                  <p:stCondLst>
                                    <p:cond delay="3732"/>
                                  </p:stCondLst>
                                  <p:childTnLst>
                                    <p:animRot by="137280">
                                      <p:cBhvr>
                                        <p:cTn id="2182" dur="338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2183" presetID="0" presetClass="path" presetSubtype="0" fill="hold" grpId="33" nodeType="withEffect">
                                  <p:stCondLst>
                                    <p:cond delay="3732"/>
                                  </p:stCondLst>
                                  <p:childTnLst>
                                    <p:animMotion origin="layout" path="M 0.194814 -0.009879 L 0.212907 -0.008516 E" pathEditMode="relative" rAng="0" ptsTypes="AA">
                                      <p:cBhvr>
                                        <p:cTn id="2184" dur="338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2185" presetID="6" presetClass="emph" presetSubtype="0" fill="hold" grpId="34" nodeType="withEffect">
                                  <p:stCondLst>
                                    <p:cond delay="3732"/>
                                  </p:stCondLst>
                                  <p:childTnLst>
                                    <p:animScale>
                                      <p:cBhvr>
                                        <p:cTn id="2186" dur="338" fill="hold"/>
                                        <p:tgtEl>
                                          <p:spTgt spid="22"/>
                                        </p:tgtEl>
                                      </p:cBhvr>
                                      <p:by x="101246" y="101246"/>
                                    </p:animScale>
                                  </p:childTnLst>
                                </p:cTn>
                              </p:par>
                              <p:par>
                                <p:cTn id="2187" presetID="8" presetClass="emph" presetSubtype="0" fill="hold" grpId="35" nodeType="withEffect">
                                  <p:stCondLst>
                                    <p:cond delay="3732"/>
                                  </p:stCondLst>
                                  <p:childTnLst>
                                    <p:animRot by="275160">
                                      <p:cBhvr>
                                        <p:cTn id="2188" dur="338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2189" presetID="0" presetClass="path" presetSubtype="0" fill="hold" grpId="33" nodeType="withEffect">
                                  <p:stCondLst>
                                    <p:cond delay="3732"/>
                                  </p:stCondLst>
                                  <p:childTnLst>
                                    <p:animMotion origin="layout" path="M 0.211313 -0.006734 L 0.230698 0.002093 E" pathEditMode="relative" rAng="0" ptsTypes="AA">
                                      <p:cBhvr>
                                        <p:cTn id="2190" dur="338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2191" presetID="6" presetClass="emph" presetSubtype="0" fill="hold" grpId="34" nodeType="withEffect">
                                  <p:stCondLst>
                                    <p:cond delay="3732"/>
                                  </p:stCondLst>
                                  <p:childTnLst>
                                    <p:animScale>
                                      <p:cBhvr>
                                        <p:cTn id="2192" dur="338" fill="hold"/>
                                        <p:tgtEl>
                                          <p:spTgt spid="24"/>
                                        </p:tgtEl>
                                      </p:cBhvr>
                                      <p:by x="105707" y="105707"/>
                                    </p:animScale>
                                  </p:childTnLst>
                                </p:cTn>
                              </p:par>
                              <p:par>
                                <p:cTn id="2193" presetID="8" presetClass="emph" presetSubtype="0" fill="hold" grpId="35" nodeType="withEffect">
                                  <p:stCondLst>
                                    <p:cond delay="3732"/>
                                  </p:stCondLst>
                                  <p:childTnLst>
                                    <p:animRot by="142680">
                                      <p:cBhvr>
                                        <p:cTn id="2194" dur="338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2195" presetID="0" presetClass="path" presetSubtype="0" fill="hold" grpId="33" nodeType="withEffect">
                                  <p:stCondLst>
                                    <p:cond delay="3732"/>
                                  </p:stCondLst>
                                  <p:childTnLst>
                                    <p:animMotion origin="layout" path="M 0.227748 -0.004228 L 0.248351 0.005616 E" pathEditMode="relative" rAng="0" ptsTypes="AA">
                                      <p:cBhvr>
                                        <p:cTn id="2196" dur="338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2197" presetID="6" presetClass="emph" presetSubtype="0" fill="hold" grpId="34" nodeType="withEffect">
                                  <p:stCondLst>
                                    <p:cond delay="3732"/>
                                  </p:stCondLst>
                                  <p:childTnLst>
                                    <p:animScale>
                                      <p:cBhvr>
                                        <p:cTn id="2198" dur="338" fill="hold"/>
                                        <p:tgtEl>
                                          <p:spTgt spid="26"/>
                                        </p:tgtEl>
                                      </p:cBhvr>
                                      <p:by x="106210" y="106210"/>
                                    </p:animScale>
                                  </p:childTnLst>
                                </p:cTn>
                              </p:par>
                              <p:par>
                                <p:cTn id="2199" presetID="8" presetClass="emph" presetSubtype="0" fill="hold" grpId="35" nodeType="withEffect">
                                  <p:stCondLst>
                                    <p:cond delay="3732"/>
                                  </p:stCondLst>
                                  <p:childTnLst>
                                    <p:animRot by="-86820">
                                      <p:cBhvr>
                                        <p:cTn id="2200" dur="338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2201" presetID="0" presetClass="path" presetSubtype="0" fill="hold" grpId="22" nodeType="withEffect">
                                  <p:stCondLst>
                                    <p:cond delay="3752"/>
                                  </p:stCondLst>
                                  <p:childTnLst>
                                    <p:animMotion origin="layout" path="M 0.01925 -0.019402 L 0.021 -0.020325 E" pathEditMode="relative" rAng="0" ptsTypes="AA">
                                      <p:cBhvr>
                                        <p:cTn id="2202" dur="338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2203" presetID="6" presetClass="emph" presetSubtype="0" fill="hold" grpId="23" nodeType="withEffect">
                                  <p:stCondLst>
                                    <p:cond delay="3752"/>
                                  </p:stCondLst>
                                  <p:childTnLst>
                                    <p:animScale>
                                      <p:cBhvr>
                                        <p:cTn id="2204" dur="338" fill="hold"/>
                                        <p:tgtEl>
                                          <p:spTgt spid="6"/>
                                        </p:tgtEl>
                                      </p:cBhvr>
                                      <p:by x="99433" y="99433"/>
                                    </p:animScale>
                                  </p:childTnLst>
                                </p:cTn>
                              </p:par>
                              <p:par>
                                <p:cTn id="2205" presetID="0" presetClass="path" presetSubtype="0" fill="hold" grpId="22" nodeType="withEffect">
                                  <p:stCondLst>
                                    <p:cond delay="3752"/>
                                  </p:stCondLst>
                                  <p:childTnLst>
                                    <p:animMotion origin="layout" path="M 0.175041 -0.025668 L 0.193386 -0.027583 E" pathEditMode="relative" rAng="0" ptsTypes="AA">
                                      <p:cBhvr>
                                        <p:cTn id="2206" dur="338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2207" presetID="8" presetClass="emph" presetSubtype="0" fill="hold" grpId="23" nodeType="withEffect">
                                  <p:stCondLst>
                                    <p:cond delay="3752"/>
                                  </p:stCondLst>
                                  <p:childTnLst>
                                    <p:animRot by="137280">
                                      <p:cBhvr>
                                        <p:cTn id="2208" dur="338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2209" presetID="0" presetClass="path" presetSubtype="0" fill="hold" grpId="22" nodeType="withEffect">
                                  <p:stCondLst>
                                    <p:cond delay="3772"/>
                                  </p:stCondLst>
                                  <p:childTnLst>
                                    <p:animMotion origin="layout" path="M 0.174805 -0.020378 L 0.193277 -0.025895 E" pathEditMode="relative" rAng="0" ptsTypes="AA">
                                      <p:cBhvr>
                                        <p:cTn id="2210" dur="338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2211" presetID="8" presetClass="emph" presetSubtype="0" fill="hold" grpId="23" nodeType="withEffect">
                                  <p:stCondLst>
                                    <p:cond delay="3772"/>
                                  </p:stCondLst>
                                  <p:childTnLst>
                                    <p:animRot by="137280">
                                      <p:cBhvr>
                                        <p:cTn id="2212" dur="338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2213" presetID="0" presetClass="path" presetSubtype="0" fill="hold" grpId="22" nodeType="withEffect">
                                  <p:stCondLst>
                                    <p:cond delay="3792"/>
                                  </p:stCondLst>
                                  <p:childTnLst>
                                    <p:animMotion origin="layout" path="M 0.174726 -0.020376 L 0.193252 -0.025894 E" pathEditMode="relative" rAng="0" ptsTypes="AA">
                                      <p:cBhvr>
                                        <p:cTn id="2214" dur="338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2215" presetID="8" presetClass="emph" presetSubtype="0" fill="hold" grpId="23" nodeType="withEffect">
                                  <p:stCondLst>
                                    <p:cond delay="3792"/>
                                  </p:stCondLst>
                                  <p:childTnLst>
                                    <p:animRot by="137280">
                                      <p:cBhvr>
                                        <p:cTn id="2216" dur="338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2217" presetID="0" presetClass="path" presetSubtype="0" fill="hold" grpId="22" nodeType="withEffect">
                                  <p:stCondLst>
                                    <p:cond delay="3812"/>
                                  </p:stCondLst>
                                  <p:childTnLst>
                                    <p:animMotion origin="layout" path="M 0.170258 -0.020641 L 0.191827 -0.026008 E" pathEditMode="relative" rAng="0" ptsTypes="AA">
                                      <p:cBhvr>
                                        <p:cTn id="2218" dur="338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2219" presetID="8" presetClass="emph" presetSubtype="0" fill="hold" grpId="23" nodeType="withEffect">
                                  <p:stCondLst>
                                    <p:cond delay="3812"/>
                                  </p:stCondLst>
                                  <p:childTnLst>
                                    <p:animRot by="137280">
                                      <p:cBhvr>
                                        <p:cTn id="2220" dur="338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2221" presetID="0" presetClass="path" presetSubtype="0" fill="hold" grpId="22" nodeType="withEffect">
                                  <p:stCondLst>
                                    <p:cond delay="3832"/>
                                  </p:stCondLst>
                                  <p:childTnLst>
                                    <p:animMotion origin="layout" path="M 0.170193 -0.02284 L 0.19182 -0.02671 E" pathEditMode="relative" rAng="0" ptsTypes="AA">
                                      <p:cBhvr>
                                        <p:cTn id="2222" dur="338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2223" presetID="8" presetClass="emph" presetSubtype="0" fill="hold" grpId="23" nodeType="withEffect">
                                  <p:stCondLst>
                                    <p:cond delay="3832"/>
                                  </p:stCondLst>
                                  <p:childTnLst>
                                    <p:animRot by="137280">
                                      <p:cBhvr>
                                        <p:cTn id="2224" dur="338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2225" presetID="0" presetClass="path" presetSubtype="0" fill="hold" grpId="22" nodeType="withEffect">
                                  <p:stCondLst>
                                    <p:cond delay="3852"/>
                                  </p:stCondLst>
                                  <p:childTnLst>
                                    <p:animMotion origin="layout" path="M 0.167678 -0.022547 L 0.191015 -0.026633 E" pathEditMode="relative" rAng="0" ptsTypes="AA">
                                      <p:cBhvr>
                                        <p:cTn id="2226" dur="338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2227" presetID="8" presetClass="emph" presetSubtype="0" fill="hold" grpId="23" nodeType="withEffect">
                                  <p:stCondLst>
                                    <p:cond delay="3852"/>
                                  </p:stCondLst>
                                  <p:childTnLst>
                                    <p:animRot by="137280">
                                      <p:cBhvr>
                                        <p:cTn id="2228" dur="338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2229" presetID="0" presetClass="path" presetSubtype="0" fill="hold" grpId="22" nodeType="withEffect">
                                  <p:stCondLst>
                                    <p:cond delay="3872"/>
                                  </p:stCondLst>
                                  <p:childTnLst>
                                    <p:animMotion origin="layout" path="M 0.170571 -0.022631 L 0.191939 -0.026641 E" pathEditMode="relative" rAng="0" ptsTypes="AA">
                                      <p:cBhvr>
                                        <p:cTn id="2230" dur="338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2231" presetID="8" presetClass="emph" presetSubtype="0" fill="hold" grpId="23" nodeType="withEffect">
                                  <p:stCondLst>
                                    <p:cond delay="3872"/>
                                  </p:stCondLst>
                                  <p:childTnLst>
                                    <p:animRot by="137280">
                                      <p:cBhvr>
                                        <p:cTn id="2232" dur="338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2233" presetID="0" presetClass="path" presetSubtype="0" fill="hold" grpId="22" nodeType="withEffect">
                                  <p:stCondLst>
                                    <p:cond delay="3892"/>
                                  </p:stCondLst>
                                  <p:childTnLst>
                                    <p:animMotion origin="layout" path="M 0.173386 -0.022714 L 0.192839 -0.02665 E" pathEditMode="relative" rAng="0" ptsTypes="AA">
                                      <p:cBhvr>
                                        <p:cTn id="2234" dur="338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2235" presetID="8" presetClass="emph" presetSubtype="0" fill="hold" grpId="23" nodeType="withEffect">
                                  <p:stCondLst>
                                    <p:cond delay="3892"/>
                                  </p:stCondLst>
                                  <p:childTnLst>
                                    <p:animRot by="137280">
                                      <p:cBhvr>
                                        <p:cTn id="2236" dur="338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2237" presetID="0" presetClass="path" presetSubtype="0" fill="hold" grpId="24" nodeType="withEffect">
                                  <p:stCondLst>
                                    <p:cond delay="4050"/>
                                  </p:stCondLst>
                                  <p:childTnLst>
                                    <p:animMotion origin="layout" path="M 0.021 -0.020325 L 0.02275 -0.021053 E" pathEditMode="relative" rAng="0" ptsTypes="AA">
                                      <p:cBhvr>
                                        <p:cTn id="2238" dur="338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2239" presetID="6" presetClass="emph" presetSubtype="0" fill="hold" grpId="25" nodeType="withEffect">
                                  <p:stCondLst>
                                    <p:cond delay="4050"/>
                                  </p:stCondLst>
                                  <p:childTnLst>
                                    <p:animScale>
                                      <p:cBhvr>
                                        <p:cTn id="2240" dur="338" fill="hold"/>
                                        <p:tgtEl>
                                          <p:spTgt spid="7"/>
                                        </p:tgtEl>
                                      </p:cBhvr>
                                      <p:by x="100570" y="100570"/>
                                    </p:animScale>
                                  </p:childTnLst>
                                </p:cTn>
                              </p:par>
                              <p:par>
                                <p:cTn id="2241" presetID="0" presetClass="path" presetSubtype="0" fill="hold" grpId="24" nodeType="withEffect">
                                  <p:stCondLst>
                                    <p:cond delay="4050"/>
                                  </p:stCondLst>
                                  <p:childTnLst>
                                    <p:animMotion origin="layout" path="M 0.0648 -0.000757 L 0.0702 0.000856 E" pathEditMode="relative" rAng="0" ptsTypes="AA">
                                      <p:cBhvr>
                                        <p:cTn id="2242" dur="338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2243" presetID="6" presetClass="emph" presetSubtype="0" fill="hold" grpId="25" nodeType="withEffect">
                                  <p:stCondLst>
                                    <p:cond delay="4050"/>
                                  </p:stCondLst>
                                  <p:childTnLst>
                                    <p:animScale>
                                      <p:cBhvr>
                                        <p:cTn id="2244" dur="338" fill="hold"/>
                                        <p:tgtEl>
                                          <p:spTgt spid="9"/>
                                        </p:tgtEl>
                                      </p:cBhvr>
                                      <p:by x="98679" y="98679"/>
                                    </p:animScale>
                                  </p:childTnLst>
                                </p:cTn>
                              </p:par>
                              <p:par>
                                <p:cTn id="2245" presetID="0" presetClass="path" presetSubtype="0" fill="hold" grpId="24" nodeType="withEffect">
                                  <p:stCondLst>
                                    <p:cond delay="4050"/>
                                  </p:stCondLst>
                                  <p:childTnLst>
                                    <p:animMotion origin="layout" path="M 0.0864 0.001277 L 0.0936 -0.003719 E" pathEditMode="relative" rAng="0" ptsTypes="AA">
                                      <p:cBhvr>
                                        <p:cTn id="2246" dur="338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2247" presetID="6" presetClass="emph" presetSubtype="0" fill="hold" grpId="25" nodeType="withEffect">
                                  <p:stCondLst>
                                    <p:cond delay="4050"/>
                                  </p:stCondLst>
                                  <p:childTnLst>
                                    <p:animScale>
                                      <p:cBhvr>
                                        <p:cTn id="2248" dur="338" fill="hold"/>
                                        <p:tgtEl>
                                          <p:spTgt spid="11"/>
                                        </p:tgtEl>
                                      </p:cBhvr>
                                      <p:by x="99373" y="99373"/>
                                    </p:animScale>
                                  </p:childTnLst>
                                </p:cTn>
                              </p:par>
                              <p:par>
                                <p:cTn id="2249" presetID="0" presetClass="path" presetSubtype="0" fill="hold" grpId="24" nodeType="withEffect">
                                  <p:stCondLst>
                                    <p:cond delay="4050"/>
                                  </p:stCondLst>
                                  <p:childTnLst>
                                    <p:animMotion origin="layout" path="M -0.108 0.002567 L -0.117 -0.005225 E" pathEditMode="relative" rAng="0" ptsTypes="AA">
                                      <p:cBhvr>
                                        <p:cTn id="2250" dur="338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2251" presetID="6" presetClass="emph" presetSubtype="0" fill="hold" grpId="25" nodeType="withEffect">
                                  <p:stCondLst>
                                    <p:cond delay="4050"/>
                                  </p:stCondLst>
                                  <p:childTnLst>
                                    <p:animScale>
                                      <p:cBhvr>
                                        <p:cTn id="2252" dur="338" fill="hold"/>
                                        <p:tgtEl>
                                          <p:spTgt spid="13"/>
                                        </p:tgtEl>
                                      </p:cBhvr>
                                      <p:by x="100352" y="100352"/>
                                    </p:animScale>
                                  </p:childTnLst>
                                </p:cTn>
                              </p:par>
                              <p:par>
                                <p:cTn id="2253" presetID="0" presetClass="path" presetSubtype="0" fill="hold" grpId="24" nodeType="withEffect">
                                  <p:stCondLst>
                                    <p:cond delay="4050"/>
                                  </p:stCondLst>
                                  <p:childTnLst>
                                    <p:animMotion origin="layout" path="M 0.0432 0.0002 L 0.0468 0.000152 E" pathEditMode="relative" rAng="0" ptsTypes="AA">
                                      <p:cBhvr>
                                        <p:cTn id="2254" dur="338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2255" presetID="6" presetClass="emph" presetSubtype="0" fill="hold" grpId="25" nodeType="withEffect">
                                  <p:stCondLst>
                                    <p:cond delay="4050"/>
                                  </p:stCondLst>
                                  <p:childTnLst>
                                    <p:animScale>
                                      <p:cBhvr>
                                        <p:cTn id="2256" dur="338" fill="hold"/>
                                        <p:tgtEl>
                                          <p:spTgt spid="15"/>
                                        </p:tgtEl>
                                      </p:cBhvr>
                                      <p:by x="101179" y="101179"/>
                                    </p:animScale>
                                  </p:childTnLst>
                                </p:cTn>
                              </p:par>
                              <p:par>
                                <p:cTn id="2257" presetID="0" presetClass="path" presetSubtype="0" fill="hold" grpId="24" nodeType="withEffect">
                                  <p:stCondLst>
                                    <p:cond delay="4050"/>
                                  </p:stCondLst>
                                  <p:childTnLst>
                                    <p:animMotion origin="layout" path="M 0.0648 -0.001295 L 0.0702 0.003321 E" pathEditMode="relative" rAng="0" ptsTypes="AA">
                                      <p:cBhvr>
                                        <p:cTn id="2258" dur="338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2259" presetID="6" presetClass="emph" presetSubtype="0" fill="hold" grpId="25" nodeType="withEffect">
                                  <p:stCondLst>
                                    <p:cond delay="4050"/>
                                  </p:stCondLst>
                                  <p:childTnLst>
                                    <p:animScale>
                                      <p:cBhvr>
                                        <p:cTn id="2260" dur="338" fill="hold"/>
                                        <p:tgtEl>
                                          <p:spTgt spid="17"/>
                                        </p:tgtEl>
                                      </p:cBhvr>
                                      <p:by x="101546" y="101546"/>
                                    </p:animScale>
                                  </p:childTnLst>
                                </p:cTn>
                              </p:par>
                              <p:par>
                                <p:cTn id="2261" presetID="0" presetClass="path" presetSubtype="0" fill="hold" grpId="36" nodeType="withEffect">
                                  <p:stCondLst>
                                    <p:cond delay="4050"/>
                                  </p:stCondLst>
                                  <p:childTnLst>
                                    <p:animMotion origin="layout" path="M -0.000702 -0.019137 L -0.015362 -0.016221 E" pathEditMode="relative" rAng="0" ptsTypes="AA">
                                      <p:cBhvr>
                                        <p:cTn id="2262" dur="338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2263" presetID="6" presetClass="emph" presetSubtype="0" fill="hold" grpId="37" nodeType="withEffect">
                                  <p:stCondLst>
                                    <p:cond delay="4050"/>
                                  </p:stCondLst>
                                  <p:childTnLst>
                                    <p:animScale>
                                      <p:cBhvr>
                                        <p:cTn id="2264" dur="338" fill="hold"/>
                                        <p:tgtEl>
                                          <p:spTgt spid="28"/>
                                        </p:tgtEl>
                                      </p:cBhvr>
                                      <p:by x="98449" y="98449"/>
                                    </p:animScale>
                                  </p:childTnLst>
                                </p:cTn>
                              </p:par>
                              <p:par>
                                <p:cTn id="2265" presetID="8" presetClass="emph" presetSubtype="0" fill="hold" grpId="38" nodeType="withEffect">
                                  <p:stCondLst>
                                    <p:cond delay="4050"/>
                                  </p:stCondLst>
                                  <p:childTnLst>
                                    <p:animRot by="-54720">
                                      <p:cBhvr>
                                        <p:cTn id="2266" dur="338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2267" presetID="0" presetClass="path" presetSubtype="0" fill="hold" grpId="36" nodeType="withEffect">
                                  <p:stCondLst>
                                    <p:cond delay="4050"/>
                                  </p:stCondLst>
                                  <p:childTnLst>
                                    <p:animMotion origin="layout" path="M 0.041612 -0.010518 L 0.043631 -0.002235 E" pathEditMode="relative" rAng="0" ptsTypes="AA">
                                      <p:cBhvr>
                                        <p:cTn id="2268" dur="338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2269" presetID="6" presetClass="emph" presetSubtype="0" fill="hold" grpId="37" nodeType="withEffect">
                                  <p:stCondLst>
                                    <p:cond delay="4050"/>
                                  </p:stCondLst>
                                  <p:childTnLst>
                                    <p:animScale>
                                      <p:cBhvr>
                                        <p:cTn id="2270" dur="338" fill="hold"/>
                                        <p:tgtEl>
                                          <p:spTgt spid="29"/>
                                        </p:tgtEl>
                                      </p:cBhvr>
                                      <p:by x="99802" y="99802"/>
                                    </p:animScale>
                                  </p:childTnLst>
                                </p:cTn>
                              </p:par>
                              <p:par>
                                <p:cTn id="2271" presetID="8" presetClass="emph" presetSubtype="0" fill="hold" grpId="38" nodeType="withEffect">
                                  <p:stCondLst>
                                    <p:cond delay="4050"/>
                                  </p:stCondLst>
                                  <p:childTnLst>
                                    <p:animRot by="6600">
                                      <p:cBhvr>
                                        <p:cTn id="2272" dur="338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2273" presetID="0" presetClass="path" presetSubtype="0" fill="hold" grpId="36" nodeType="withEffect">
                                  <p:stCondLst>
                                    <p:cond delay="4050"/>
                                  </p:stCondLst>
                                  <p:childTnLst>
                                    <p:animMotion origin="layout" path="M -0.045533 0.012681 L -0.029083 0.018202 E" pathEditMode="relative" rAng="0" ptsTypes="AA">
                                      <p:cBhvr>
                                        <p:cTn id="2274" dur="338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2275" presetID="6" presetClass="emph" presetSubtype="0" fill="hold" grpId="37" nodeType="withEffect">
                                  <p:stCondLst>
                                    <p:cond delay="4050"/>
                                  </p:stCondLst>
                                  <p:childTnLst>
                                    <p:animScale>
                                      <p:cBhvr>
                                        <p:cTn id="2276" dur="338" fill="hold"/>
                                        <p:tgtEl>
                                          <p:spTgt spid="30"/>
                                        </p:tgtEl>
                                      </p:cBhvr>
                                      <p:by x="101413" y="101413"/>
                                    </p:animScale>
                                  </p:childTnLst>
                                </p:cTn>
                              </p:par>
                              <p:par>
                                <p:cTn id="2277" presetID="8" presetClass="emph" presetSubtype="0" fill="hold" grpId="38" nodeType="withEffect">
                                  <p:stCondLst>
                                    <p:cond delay="4050"/>
                                  </p:stCondLst>
                                  <p:childTnLst>
                                    <p:animRot by="48180">
                                      <p:cBhvr>
                                        <p:cTn id="2278" dur="338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2279" presetID="0" presetClass="path" presetSubtype="0" fill="hold" grpId="36" nodeType="withEffect">
                                  <p:stCondLst>
                                    <p:cond delay="4050"/>
                                  </p:stCondLst>
                                  <p:childTnLst>
                                    <p:animMotion origin="layout" path="M -0.001489 0.027051 L -0.022138 0.022849 E" pathEditMode="relative" rAng="0" ptsTypes="AA">
                                      <p:cBhvr>
                                        <p:cTn id="2280" dur="338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2281" presetID="6" presetClass="emph" presetSubtype="0" fill="hold" grpId="37" nodeType="withEffect">
                                  <p:stCondLst>
                                    <p:cond delay="4050"/>
                                  </p:stCondLst>
                                  <p:childTnLst>
                                    <p:animScale>
                                      <p:cBhvr>
                                        <p:cTn id="2282" dur="338" fill="hold"/>
                                        <p:tgtEl>
                                          <p:spTgt spid="31"/>
                                        </p:tgtEl>
                                      </p:cBhvr>
                                      <p:by x="101538" y="101538"/>
                                    </p:animScale>
                                  </p:childTnLst>
                                </p:cTn>
                              </p:par>
                              <p:par>
                                <p:cTn id="2283" presetID="8" presetClass="emph" presetSubtype="0" fill="hold" grpId="38" nodeType="withEffect">
                                  <p:stCondLst>
                                    <p:cond delay="4050"/>
                                  </p:stCondLst>
                                  <p:childTnLst>
                                    <p:animRot by="-54540">
                                      <p:cBhvr>
                                        <p:cTn id="2284" dur="338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2285" presetID="0" presetClass="path" presetSubtype="0" fill="hold" grpId="36" nodeType="withEffect">
                                  <p:stCondLst>
                                    <p:cond delay="4050"/>
                                  </p:stCondLst>
                                  <p:childTnLst>
                                    <p:animMotion origin="layout" path="M 0.031669 0.007846 L 0.033084 0.001565 E" pathEditMode="relative" rAng="0" ptsTypes="AA">
                                      <p:cBhvr>
                                        <p:cTn id="2286" dur="338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2287" presetID="6" presetClass="emph" presetSubtype="0" fill="hold" grpId="37" nodeType="withEffect">
                                  <p:stCondLst>
                                    <p:cond delay="4050"/>
                                  </p:stCondLst>
                                  <p:childTnLst>
                                    <p:animScale>
                                      <p:cBhvr>
                                        <p:cTn id="2288" dur="338" fill="hold"/>
                                        <p:tgtEl>
                                          <p:spTgt spid="42"/>
                                        </p:tgtEl>
                                      </p:cBhvr>
                                      <p:by x="100164" y="100164"/>
                                    </p:animScale>
                                  </p:childTnLst>
                                </p:cTn>
                              </p:par>
                              <p:par>
                                <p:cTn id="2289" presetID="8" presetClass="emph" presetSubtype="0" fill="hold" grpId="38" nodeType="withEffect">
                                  <p:stCondLst>
                                    <p:cond delay="4050"/>
                                  </p:stCondLst>
                                  <p:childTnLst>
                                    <p:animRot by="6120">
                                      <p:cBhvr>
                                        <p:cTn id="2290" dur="338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2291" presetID="0" presetClass="path" presetSubtype="0" fill="hold" grpId="24" nodeType="withEffect">
                                  <p:stCondLst>
                                    <p:cond delay="4050"/>
                                  </p:stCondLst>
                                  <p:childTnLst>
                                    <p:animMotion origin="layout" path="M 0.1944 -0.026116 L 0.208304 -0.024144 E" pathEditMode="relative" rAng="0" ptsTypes="AA">
                                      <p:cBhvr>
                                        <p:cTn id="2292" dur="338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2293" presetID="8" presetClass="emph" presetSubtype="0" fill="hold" grpId="25" nodeType="withEffect">
                                  <p:stCondLst>
                                    <p:cond delay="4050"/>
                                  </p:stCondLst>
                                  <p:childTnLst>
                                    <p:animRot by="156180">
                                      <p:cBhvr>
                                        <p:cTn id="2294" dur="338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2295" presetID="0" presetClass="path" presetSubtype="0" fill="hold" grpId="36" nodeType="withEffect">
                                  <p:stCondLst>
                                    <p:cond delay="4050"/>
                                  </p:stCondLst>
                                  <p:childTnLst>
                                    <p:animMotion origin="layout" path="M 0.2124 -0.008547 L 0.2301 0.001846 E" pathEditMode="relative" rAng="0" ptsTypes="AA">
                                      <p:cBhvr>
                                        <p:cTn id="2296" dur="338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2297" presetID="6" presetClass="emph" presetSubtype="0" fill="hold" grpId="37" nodeType="withEffect">
                                  <p:stCondLst>
                                    <p:cond delay="4050"/>
                                  </p:stCondLst>
                                  <p:childTnLst>
                                    <p:animScale>
                                      <p:cBhvr>
                                        <p:cTn id="2298" dur="338" fill="hold"/>
                                        <p:tgtEl>
                                          <p:spTgt spid="21"/>
                                        </p:tgtEl>
                                      </p:cBhvr>
                                      <p:by x="106536" y="106536"/>
                                    </p:animScale>
                                  </p:childTnLst>
                                </p:cTn>
                              </p:par>
                              <p:par>
                                <p:cTn id="2299" presetID="8" presetClass="emph" presetSubtype="0" fill="hold" grpId="38" nodeType="withEffect">
                                  <p:stCondLst>
                                    <p:cond delay="4050"/>
                                  </p:stCondLst>
                                  <p:childTnLst>
                                    <p:animRot by="57420">
                                      <p:cBhvr>
                                        <p:cTn id="2300" dur="338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2301" presetID="0" presetClass="path" presetSubtype="0" fill="hold" grpId="36" nodeType="withEffect">
                                  <p:stCondLst>
                                    <p:cond delay="4050"/>
                                  </p:stCondLst>
                                  <p:childTnLst>
                                    <p:animMotion origin="layout" path="M 0.2304 0.00234 L 0.2496 0.010707 E" pathEditMode="relative" rAng="0" ptsTypes="AA">
                                      <p:cBhvr>
                                        <p:cTn id="2302" dur="338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2303" presetID="6" presetClass="emph" presetSubtype="0" fill="hold" grpId="37" nodeType="withEffect">
                                  <p:stCondLst>
                                    <p:cond delay="4050"/>
                                  </p:stCondLst>
                                  <p:childTnLst>
                                    <p:animScale>
                                      <p:cBhvr>
                                        <p:cTn id="2304" dur="338" fill="hold"/>
                                        <p:tgtEl>
                                          <p:spTgt spid="23"/>
                                        </p:tgtEl>
                                      </p:cBhvr>
                                      <p:by x="105013" y="105013"/>
                                    </p:animScale>
                                  </p:childTnLst>
                                </p:cTn>
                              </p:par>
                              <p:par>
                                <p:cTn id="2305" presetID="8" presetClass="emph" presetSubtype="0" fill="hold" grpId="38" nodeType="withEffect">
                                  <p:stCondLst>
                                    <p:cond delay="4050"/>
                                  </p:stCondLst>
                                  <p:childTnLst>
                                    <p:animRot by="-168000">
                                      <p:cBhvr>
                                        <p:cTn id="2306" dur="338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2307" presetID="0" presetClass="path" presetSubtype="0" fill="hold" grpId="36" nodeType="withEffect">
                                  <p:stCondLst>
                                    <p:cond delay="4050"/>
                                  </p:stCondLst>
                                  <p:childTnLst>
                                    <p:animMotion origin="layout" path="M 0.2484 0.005923 L 0.2691 0.006098 E" pathEditMode="relative" rAng="0" ptsTypes="AA">
                                      <p:cBhvr>
                                        <p:cTn id="2308" dur="338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2309" presetID="6" presetClass="emph" presetSubtype="0" fill="hold" grpId="37" nodeType="withEffect">
                                  <p:stCondLst>
                                    <p:cond delay="4050"/>
                                  </p:stCondLst>
                                  <p:childTnLst>
                                    <p:animScale>
                                      <p:cBhvr>
                                        <p:cTn id="2310" dur="338" fill="hold"/>
                                        <p:tgtEl>
                                          <p:spTgt spid="25"/>
                                        </p:tgtEl>
                                      </p:cBhvr>
                                      <p:by x="100470" y="100470"/>
                                    </p:animScale>
                                  </p:childTnLst>
                                </p:cTn>
                              </p:par>
                              <p:par>
                                <p:cTn id="2311" presetID="8" presetClass="emph" presetSubtype="0" fill="hold" grpId="38" nodeType="withEffect">
                                  <p:stCondLst>
                                    <p:cond delay="4050"/>
                                  </p:stCondLst>
                                  <p:childTnLst>
                                    <p:animRot by="-279180">
                                      <p:cBhvr>
                                        <p:cTn id="2312" dur="338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2313" presetID="0" presetClass="path" presetSubtype="0" fill="hold" grpId="24" nodeType="withEffect">
                                  <p:stCondLst>
                                    <p:cond delay="4050"/>
                                  </p:stCondLst>
                                  <p:childTnLst>
                                    <p:animMotion origin="layout" path="M 0.003425 -0.007707 L -0.015488 -0.009695 E" pathEditMode="relative" rAng="0" ptsTypes="AA">
                                      <p:cBhvr>
                                        <p:cTn id="2314" dur="338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2315" presetID="6" presetClass="emph" presetSubtype="0" fill="hold" grpId="25" nodeType="withEffect">
                                  <p:stCondLst>
                                    <p:cond delay="4050"/>
                                  </p:stCondLst>
                                  <p:childTnLst>
                                    <p:animScale>
                                      <p:cBhvr>
                                        <p:cTn id="2316" dur="338" fill="hold"/>
                                        <p:tgtEl>
                                          <p:spTgt spid="43"/>
                                        </p:tgtEl>
                                      </p:cBhvr>
                                      <p:by x="80325" y="80325"/>
                                    </p:animScale>
                                  </p:childTnLst>
                                </p:cTn>
                              </p:par>
                              <p:par>
                                <p:cTn id="2317" presetID="0" presetClass="path" presetSubtype="0" fill="hold" grpId="24" nodeType="withEffect">
                                  <p:stCondLst>
                                    <p:cond delay="4050"/>
                                  </p:stCondLst>
                                  <p:childTnLst>
                                    <p:animMotion origin="layout" path="M -0.023389 -0.00307 L -0.034717 0.001966 E" pathEditMode="relative" rAng="0" ptsTypes="AA">
                                      <p:cBhvr>
                                        <p:cTn id="2318" dur="338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2319" presetID="6" presetClass="emph" presetSubtype="0" fill="hold" grpId="25" nodeType="withEffect">
                                  <p:stCondLst>
                                    <p:cond delay="4050"/>
                                  </p:stCondLst>
                                  <p:childTnLst>
                                    <p:animScale>
                                      <p:cBhvr>
                                        <p:cTn id="2320" dur="338" fill="hold"/>
                                        <p:tgtEl>
                                          <p:spTgt spid="44"/>
                                        </p:tgtEl>
                                      </p:cBhvr>
                                      <p:by x="84921" y="84921"/>
                                    </p:animScale>
                                  </p:childTnLst>
                                </p:cTn>
                              </p:par>
                              <p:par>
                                <p:cTn id="2321" presetID="0" presetClass="path" presetSubtype="0" fill="hold" grpId="24" nodeType="withEffect">
                                  <p:stCondLst>
                                    <p:cond delay="4050"/>
                                  </p:stCondLst>
                                  <p:childTnLst>
                                    <p:animMotion origin="layout" path="M -0.015938 0.006065 L -0.003085 0.010747 E" pathEditMode="relative" rAng="0" ptsTypes="AA">
                                      <p:cBhvr>
                                        <p:cTn id="2322" dur="338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2323" presetID="6" presetClass="emph" presetSubtype="0" fill="hold" grpId="25" nodeType="withEffect">
                                  <p:stCondLst>
                                    <p:cond delay="4050"/>
                                  </p:stCondLst>
                                  <p:childTnLst>
                                    <p:animScale>
                                      <p:cBhvr>
                                        <p:cTn id="2324" dur="338" fill="hold"/>
                                        <p:tgtEl>
                                          <p:spTgt spid="45"/>
                                        </p:tgtEl>
                                      </p:cBhvr>
                                      <p:by x="120108" y="120108"/>
                                    </p:animScale>
                                  </p:childTnLst>
                                </p:cTn>
                              </p:par>
                              <p:par>
                                <p:cTn id="2325" presetID="0" presetClass="path" presetSubtype="0" fill="hold" grpId="24" nodeType="withEffect">
                                  <p:stCondLst>
                                    <p:cond delay="4050"/>
                                  </p:stCondLst>
                                  <p:childTnLst>
                                    <p:animMotion origin="layout" path="M 0.014862 0.006315 L 0.033066 0.003783 E" pathEditMode="relative" rAng="0" ptsTypes="AA">
                                      <p:cBhvr>
                                        <p:cTn id="2326" dur="338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2327" presetID="6" presetClass="emph" presetSubtype="0" fill="hold" grpId="25" nodeType="withEffect">
                                  <p:stCondLst>
                                    <p:cond delay="4050"/>
                                  </p:stCondLst>
                                  <p:childTnLst>
                                    <p:animScale>
                                      <p:cBhvr>
                                        <p:cTn id="2328" dur="338" fill="hold"/>
                                        <p:tgtEl>
                                          <p:spTgt spid="46"/>
                                        </p:tgtEl>
                                      </p:cBhvr>
                                      <p:by x="123069" y="123069"/>
                                    </p:animScale>
                                  </p:childTnLst>
                                </p:cTn>
                              </p:par>
                              <p:par>
                                <p:cTn id="2329" presetID="0" presetClass="path" presetSubtype="0" fill="hold" grpId="24" nodeType="withEffect">
                                  <p:stCondLst>
                                    <p:cond delay="4050"/>
                                  </p:stCondLst>
                                  <p:childTnLst>
                                    <p:animMotion origin="layout" path="M 0.130248 -0.01847 L 0.139564 -0.022619 E" pathEditMode="relative" rAng="0" ptsTypes="AA">
                                      <p:cBhvr>
                                        <p:cTn id="2330" dur="338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2331" presetID="8" presetClass="emph" presetSubtype="0" fill="hold" grpId="25" nodeType="withEffect">
                                  <p:stCondLst>
                                    <p:cond delay="4050"/>
                                  </p:stCondLst>
                                  <p:childTnLst>
                                    <p:animRot by="145080">
                                      <p:cBhvr>
                                        <p:cTn id="2332" dur="338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2333" presetID="0" presetClass="path" presetSubtype="0" fill="hold" grpId="24" nodeType="withEffect">
                                  <p:stCondLst>
                                    <p:cond delay="4050"/>
                                  </p:stCondLst>
                                  <p:childTnLst>
                                    <p:animMotion origin="layout" path="M 0.153576 -0.026175 L 0.16456 -0.024053 E" pathEditMode="relative" rAng="0" ptsTypes="AA">
                                      <p:cBhvr>
                                        <p:cTn id="2334" dur="338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2335" presetID="8" presetClass="emph" presetSubtype="0" fill="hold" grpId="25" nodeType="withEffect">
                                  <p:stCondLst>
                                    <p:cond delay="4050"/>
                                  </p:stCondLst>
                                  <p:childTnLst>
                                    <p:animRot by="155520">
                                      <p:cBhvr>
                                        <p:cTn id="2336" dur="338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2337" presetID="0" presetClass="path" presetSubtype="0" fill="hold" grpId="24" nodeType="withEffect">
                                  <p:stCondLst>
                                    <p:cond delay="4050"/>
                                  </p:stCondLst>
                                  <p:childTnLst>
                                    <p:animMotion origin="layout" path="M 0.10692 -0.022698 L 0.114567 -0.015398 E" pathEditMode="relative" rAng="0" ptsTypes="AA">
                                      <p:cBhvr>
                                        <p:cTn id="2338" dur="338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2339" presetID="8" presetClass="emph" presetSubtype="0" fill="hold" grpId="25" nodeType="withEffect">
                                  <p:stCondLst>
                                    <p:cond delay="4050"/>
                                  </p:stCondLst>
                                  <p:childTnLst>
                                    <p:animRot by="92760">
                                      <p:cBhvr>
                                        <p:cTn id="2340" dur="338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2341" presetID="0" presetClass="path" presetSubtype="0" fill="hold" grpId="24" nodeType="withEffect">
                                  <p:stCondLst>
                                    <p:cond delay="4070"/>
                                  </p:stCondLst>
                                  <p:childTnLst>
                                    <p:animMotion origin="layout" path="M 0.021 -0.020325 L 0.02275 -0.021053 E" pathEditMode="relative" rAng="0" ptsTypes="AA">
                                      <p:cBhvr>
                                        <p:cTn id="2342" dur="338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2343" presetID="6" presetClass="emph" presetSubtype="0" fill="hold" grpId="25" nodeType="withEffect">
                                  <p:stCondLst>
                                    <p:cond delay="4070"/>
                                  </p:stCondLst>
                                  <p:childTnLst>
                                    <p:animScale>
                                      <p:cBhvr>
                                        <p:cTn id="2344" dur="338" fill="hold"/>
                                        <p:tgtEl>
                                          <p:spTgt spid="5"/>
                                        </p:tgtEl>
                                      </p:cBhvr>
                                      <p:by x="100570" y="100570"/>
                                    </p:animScale>
                                  </p:childTnLst>
                                </p:cTn>
                              </p:par>
                              <p:par>
                                <p:cTn id="2345" presetID="0" presetClass="path" presetSubtype="0" fill="hold" grpId="24" nodeType="withEffect">
                                  <p:stCondLst>
                                    <p:cond delay="4070"/>
                                  </p:stCondLst>
                                  <p:childTnLst>
                                    <p:animMotion origin="layout" path="M 0.065408 -0.000831 L 0.070931 0.000768 E" pathEditMode="relative" rAng="0" ptsTypes="AA">
                                      <p:cBhvr>
                                        <p:cTn id="2346" dur="338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2347" presetID="6" presetClass="emph" presetSubtype="0" fill="hold" grpId="25" nodeType="withEffect">
                                  <p:stCondLst>
                                    <p:cond delay="4070"/>
                                  </p:stCondLst>
                                  <p:childTnLst>
                                    <p:animScale>
                                      <p:cBhvr>
                                        <p:cTn id="2348" dur="338" fill="hold"/>
                                        <p:tgtEl>
                                          <p:spTgt spid="10"/>
                                        </p:tgtEl>
                                      </p:cBhvr>
                                      <p:by x="98679" y="98679"/>
                                    </p:animScale>
                                  </p:childTnLst>
                                </p:cTn>
                              </p:par>
                              <p:par>
                                <p:cTn id="2349" presetID="0" presetClass="path" presetSubtype="0" fill="hold" grpId="24" nodeType="withEffect">
                                  <p:stCondLst>
                                    <p:cond delay="4070"/>
                                  </p:stCondLst>
                                  <p:childTnLst>
                                    <p:animMotion origin="layout" path="M 0.087628 0.001131 L 0.094892 -0.003873 E" pathEditMode="relative" rAng="0" ptsTypes="AA">
                                      <p:cBhvr>
                                        <p:cTn id="2350" dur="338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2351" presetID="6" presetClass="emph" presetSubtype="0" fill="hold" grpId="25" nodeType="withEffect">
                                  <p:stCondLst>
                                    <p:cond delay="4070"/>
                                  </p:stCondLst>
                                  <p:childTnLst>
                                    <p:animScale>
                                      <p:cBhvr>
                                        <p:cTn id="2352" dur="338" fill="hold"/>
                                        <p:tgtEl>
                                          <p:spTgt spid="12"/>
                                        </p:tgtEl>
                                      </p:cBhvr>
                                      <p:by x="99373" y="99373"/>
                                    </p:animScale>
                                  </p:childTnLst>
                                </p:cTn>
                              </p:par>
                              <p:par>
                                <p:cTn id="2353" presetID="0" presetClass="path" presetSubtype="0" fill="hold" grpId="24" nodeType="withEffect">
                                  <p:stCondLst>
                                    <p:cond delay="4070"/>
                                  </p:stCondLst>
                                  <p:childTnLst>
                                    <p:animMotion origin="layout" path="M -0.106526 0.002433 L -0.115564 -0.005355 E" pathEditMode="relative" rAng="0" ptsTypes="AA">
                                      <p:cBhvr>
                                        <p:cTn id="2354" dur="338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2355" presetID="6" presetClass="emph" presetSubtype="0" fill="hold" grpId="25" nodeType="withEffect">
                                  <p:stCondLst>
                                    <p:cond delay="4070"/>
                                  </p:stCondLst>
                                  <p:childTnLst>
                                    <p:animScale>
                                      <p:cBhvr>
                                        <p:cTn id="2356" dur="338" fill="hold"/>
                                        <p:tgtEl>
                                          <p:spTgt spid="14"/>
                                        </p:tgtEl>
                                      </p:cBhvr>
                                      <p:by x="100352" y="100352"/>
                                    </p:animScale>
                                  </p:childTnLst>
                                </p:cTn>
                              </p:par>
                              <p:par>
                                <p:cTn id="2357" presetID="0" presetClass="path" presetSubtype="0" fill="hold" grpId="24" nodeType="withEffect">
                                  <p:stCondLst>
                                    <p:cond delay="4070"/>
                                  </p:stCondLst>
                                  <p:childTnLst>
                                    <p:animMotion origin="layout" path="M 0.044171 9.2e-05 L 0.047659 5.6e-05 E" pathEditMode="relative" rAng="0" ptsTypes="AA">
                                      <p:cBhvr>
                                        <p:cTn id="2358" dur="338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2359" presetID="6" presetClass="emph" presetSubtype="0" fill="hold" grpId="25" nodeType="withEffect">
                                  <p:stCondLst>
                                    <p:cond delay="4070"/>
                                  </p:stCondLst>
                                  <p:childTnLst>
                                    <p:animScale>
                                      <p:cBhvr>
                                        <p:cTn id="2360" dur="338" fill="hold"/>
                                        <p:tgtEl>
                                          <p:spTgt spid="16"/>
                                        </p:tgtEl>
                                      </p:cBhvr>
                                      <p:by x="101179" y="101179"/>
                                    </p:animScale>
                                  </p:childTnLst>
                                </p:cTn>
                              </p:par>
                              <p:par>
                                <p:cTn id="2361" presetID="0" presetClass="path" presetSubtype="0" fill="hold" grpId="24" nodeType="withEffect">
                                  <p:stCondLst>
                                    <p:cond delay="4070"/>
                                  </p:stCondLst>
                                  <p:childTnLst>
                                    <p:animMotion origin="layout" path="M 0.065105 -0.001331 L 0.070379 0.0033 E" pathEditMode="relative" rAng="0" ptsTypes="AA">
                                      <p:cBhvr>
                                        <p:cTn id="2362" dur="338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2363" presetID="6" presetClass="emph" presetSubtype="0" fill="hold" grpId="25" nodeType="withEffect">
                                  <p:stCondLst>
                                    <p:cond delay="4070"/>
                                  </p:stCondLst>
                                  <p:childTnLst>
                                    <p:animScale>
                                      <p:cBhvr>
                                        <p:cTn id="2364" dur="338" fill="hold"/>
                                        <p:tgtEl>
                                          <p:spTgt spid="18"/>
                                        </p:tgtEl>
                                      </p:cBhvr>
                                      <p:by x="101546" y="101546"/>
                                    </p:animScale>
                                  </p:childTnLst>
                                </p:cTn>
                              </p:par>
                              <p:par>
                                <p:cTn id="2365" presetID="0" presetClass="path" presetSubtype="0" fill="hold" grpId="24" nodeType="withEffect">
                                  <p:stCondLst>
                                    <p:cond delay="4070"/>
                                  </p:stCondLst>
                                  <p:childTnLst>
                                    <p:animMotion origin="layout" path="M 0.194075 -0.026099 L 0.208767 -0.024158 E" pathEditMode="relative" rAng="0" ptsTypes="AA">
                                      <p:cBhvr>
                                        <p:cTn id="2366" dur="338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2367" presetID="8" presetClass="emph" presetSubtype="0" fill="hold" grpId="25" nodeType="withEffect">
                                  <p:stCondLst>
                                    <p:cond delay="4070"/>
                                  </p:stCondLst>
                                  <p:childTnLst>
                                    <p:animRot by="156180">
                                      <p:cBhvr>
                                        <p:cTn id="2368" dur="338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2369" presetID="0" presetClass="path" presetSubtype="0" fill="hold" grpId="36" nodeType="withEffect">
                                  <p:stCondLst>
                                    <p:cond delay="4070"/>
                                  </p:stCondLst>
                                  <p:childTnLst>
                                    <p:animMotion origin="layout" path="M 0.212907 -0.008516 L 0.230726 0.001568 E" pathEditMode="relative" rAng="0" ptsTypes="AA">
                                      <p:cBhvr>
                                        <p:cTn id="2370" dur="338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2371" presetID="6" presetClass="emph" presetSubtype="0" fill="hold" grpId="37" nodeType="withEffect">
                                  <p:stCondLst>
                                    <p:cond delay="4070"/>
                                  </p:stCondLst>
                                  <p:childTnLst>
                                    <p:animScale>
                                      <p:cBhvr>
                                        <p:cTn id="2372" dur="338" fill="hold"/>
                                        <p:tgtEl>
                                          <p:spTgt spid="22"/>
                                        </p:tgtEl>
                                      </p:cBhvr>
                                      <p:by x="106536" y="106536"/>
                                    </p:animScale>
                                  </p:childTnLst>
                                </p:cTn>
                              </p:par>
                              <p:par>
                                <p:cTn id="2373" presetID="8" presetClass="emph" presetSubtype="0" fill="hold" grpId="38" nodeType="withEffect">
                                  <p:stCondLst>
                                    <p:cond delay="4070"/>
                                  </p:stCondLst>
                                  <p:childTnLst>
                                    <p:animRot by="57420">
                                      <p:cBhvr>
                                        <p:cTn id="2374" dur="338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2375" presetID="0" presetClass="path" presetSubtype="0" fill="hold" grpId="36" nodeType="withEffect">
                                  <p:stCondLst>
                                    <p:cond delay="4070"/>
                                  </p:stCondLst>
                                  <p:childTnLst>
                                    <p:animMotion origin="layout" path="M 0.230698 0.002093 L 0.249692 0.010235 E" pathEditMode="relative" rAng="0" ptsTypes="AA">
                                      <p:cBhvr>
                                        <p:cTn id="2376" dur="338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2377" presetID="6" presetClass="emph" presetSubtype="0" fill="hold" grpId="37" nodeType="withEffect">
                                  <p:stCondLst>
                                    <p:cond delay="4070"/>
                                  </p:stCondLst>
                                  <p:childTnLst>
                                    <p:animScale>
                                      <p:cBhvr>
                                        <p:cTn id="2378" dur="338" fill="hold"/>
                                        <p:tgtEl>
                                          <p:spTgt spid="24"/>
                                        </p:tgtEl>
                                      </p:cBhvr>
                                      <p:by x="105013" y="105013"/>
                                    </p:animScale>
                                  </p:childTnLst>
                                </p:cTn>
                              </p:par>
                              <p:par>
                                <p:cTn id="2379" presetID="8" presetClass="emph" presetSubtype="0" fill="hold" grpId="38" nodeType="withEffect">
                                  <p:stCondLst>
                                    <p:cond delay="4070"/>
                                  </p:stCondLst>
                                  <p:childTnLst>
                                    <p:animRot by="-168000">
                                      <p:cBhvr>
                                        <p:cTn id="2380" dur="338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2381" presetID="0" presetClass="path" presetSubtype="0" fill="hold" grpId="36" nodeType="withEffect">
                                  <p:stCondLst>
                                    <p:cond delay="4070"/>
                                  </p:stCondLst>
                                  <p:childTnLst>
                                    <p:animMotion origin="layout" path="M 0.248351 0.005616 L 0.26873 0.00579 E" pathEditMode="relative" rAng="0" ptsTypes="AA">
                                      <p:cBhvr>
                                        <p:cTn id="2382" dur="338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2383" presetID="6" presetClass="emph" presetSubtype="0" fill="hold" grpId="37" nodeType="withEffect">
                                  <p:stCondLst>
                                    <p:cond delay="4070"/>
                                  </p:stCondLst>
                                  <p:childTnLst>
                                    <p:animScale>
                                      <p:cBhvr>
                                        <p:cTn id="2384" dur="338" fill="hold"/>
                                        <p:tgtEl>
                                          <p:spTgt spid="26"/>
                                        </p:tgtEl>
                                      </p:cBhvr>
                                      <p:by x="100470" y="100470"/>
                                    </p:animScale>
                                  </p:childTnLst>
                                </p:cTn>
                              </p:par>
                              <p:par>
                                <p:cTn id="2385" presetID="8" presetClass="emph" presetSubtype="0" fill="hold" grpId="38" nodeType="withEffect">
                                  <p:stCondLst>
                                    <p:cond delay="4070"/>
                                  </p:stCondLst>
                                  <p:childTnLst>
                                    <p:animRot by="-279180">
                                      <p:cBhvr>
                                        <p:cTn id="2386" dur="338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2387" presetID="0" presetClass="path" presetSubtype="0" fill="hold" grpId="24" nodeType="withEffect">
                                  <p:stCondLst>
                                    <p:cond delay="4090"/>
                                  </p:stCondLst>
                                  <p:childTnLst>
                                    <p:animMotion origin="layout" path="M 0.021 -0.020325 L 0.02275 -0.021053 E" pathEditMode="relative" rAng="0" ptsTypes="AA">
                                      <p:cBhvr>
                                        <p:cTn id="2388" dur="338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2389" presetID="6" presetClass="emph" presetSubtype="0" fill="hold" grpId="25" nodeType="withEffect">
                                  <p:stCondLst>
                                    <p:cond delay="4090"/>
                                  </p:stCondLst>
                                  <p:childTnLst>
                                    <p:animScale>
                                      <p:cBhvr>
                                        <p:cTn id="2390" dur="338" fill="hold"/>
                                        <p:tgtEl>
                                          <p:spTgt spid="6"/>
                                        </p:tgtEl>
                                      </p:cBhvr>
                                      <p:by x="100570" y="100570"/>
                                    </p:animScale>
                                  </p:childTnLst>
                                </p:cTn>
                              </p:par>
                              <p:par>
                                <p:cTn id="2391" presetID="0" presetClass="path" presetSubtype="0" fill="hold" grpId="24" nodeType="withEffect">
                                  <p:stCondLst>
                                    <p:cond delay="4090"/>
                                  </p:stCondLst>
                                  <p:childTnLst>
                                    <p:animMotion origin="layout" path="M 0.193386 -0.027583 L 0.209699 -0.022024 E" pathEditMode="relative" rAng="0" ptsTypes="AA">
                                      <p:cBhvr>
                                        <p:cTn id="2392" dur="338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2393" presetID="8" presetClass="emph" presetSubtype="0" fill="hold" grpId="25" nodeType="withEffect">
                                  <p:stCondLst>
                                    <p:cond delay="4090"/>
                                  </p:stCondLst>
                                  <p:childTnLst>
                                    <p:animRot by="156180">
                                      <p:cBhvr>
                                        <p:cTn id="2394" dur="338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2395" presetID="0" presetClass="path" presetSubtype="0" fill="hold" grpId="24" nodeType="withEffect">
                                  <p:stCondLst>
                                    <p:cond delay="4110"/>
                                  </p:stCondLst>
                                  <p:childTnLst>
                                    <p:animMotion origin="layout" path="M 0.193277 -0.025895 L 0.209909 -0.024423 E" pathEditMode="relative" rAng="0" ptsTypes="AA">
                                      <p:cBhvr>
                                        <p:cTn id="2396" dur="338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2397" presetID="8" presetClass="emph" presetSubtype="0" fill="hold" grpId="25" nodeType="withEffect">
                                  <p:stCondLst>
                                    <p:cond delay="4110"/>
                                  </p:stCondLst>
                                  <p:childTnLst>
                                    <p:animRot by="156180">
                                      <p:cBhvr>
                                        <p:cTn id="2398" dur="338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2399" presetID="0" presetClass="path" presetSubtype="0" fill="hold" grpId="24" nodeType="withEffect">
                                  <p:stCondLst>
                                    <p:cond delay="4130"/>
                                  </p:stCondLst>
                                  <p:childTnLst>
                                    <p:animMotion origin="layout" path="M 0.193252 -0.025894 L 0.209944 -0.024423 E" pathEditMode="relative" rAng="0" ptsTypes="AA">
                                      <p:cBhvr>
                                        <p:cTn id="2400" dur="338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2401" presetID="8" presetClass="emph" presetSubtype="0" fill="hold" grpId="25" nodeType="withEffect">
                                  <p:stCondLst>
                                    <p:cond delay="4130"/>
                                  </p:stCondLst>
                                  <p:childTnLst>
                                    <p:animRot by="156180">
                                      <p:cBhvr>
                                        <p:cTn id="2402" dur="338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2403" presetID="0" presetClass="path" presetSubtype="0" fill="hold" grpId="24" nodeType="withEffect">
                                  <p:stCondLst>
                                    <p:cond delay="4150"/>
                                  </p:stCondLst>
                                  <p:childTnLst>
                                    <p:animMotion origin="layout" path="M 0.191827 -0.026008 L 0.21197 -0.024216 E" pathEditMode="relative" rAng="0" ptsTypes="AA">
                                      <p:cBhvr>
                                        <p:cTn id="2404" dur="338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2405" presetID="8" presetClass="emph" presetSubtype="0" fill="hold" grpId="25" nodeType="withEffect">
                                  <p:stCondLst>
                                    <p:cond delay="4150"/>
                                  </p:stCondLst>
                                  <p:childTnLst>
                                    <p:animRot by="156180">
                                      <p:cBhvr>
                                        <p:cTn id="2406" dur="338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2407" presetID="0" presetClass="path" presetSubtype="0" fill="hold" grpId="24" nodeType="withEffect">
                                  <p:stCondLst>
                                    <p:cond delay="4170"/>
                                  </p:stCondLst>
                                  <p:childTnLst>
                                    <p:animMotion origin="layout" path="M 0.19182 -0.02671 L 0.211957 -0.023215 E" pathEditMode="relative" rAng="0" ptsTypes="AA">
                                      <p:cBhvr>
                                        <p:cTn id="2408" dur="338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2409" presetID="8" presetClass="emph" presetSubtype="0" fill="hold" grpId="25" nodeType="withEffect">
                                  <p:stCondLst>
                                    <p:cond delay="4170"/>
                                  </p:stCondLst>
                                  <p:childTnLst>
                                    <p:animRot by="156180">
                                      <p:cBhvr>
                                        <p:cTn id="2410" dur="338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2411" presetID="0" presetClass="path" presetSubtype="0" fill="hold" grpId="24" nodeType="withEffect">
                                  <p:stCondLst>
                                    <p:cond delay="4190"/>
                                  </p:stCondLst>
                                  <p:childTnLst>
                                    <p:animMotion origin="layout" path="M 0.191015 -0.026633 L 0.213105 -0.0233 E" pathEditMode="relative" rAng="0" ptsTypes="AA">
                                      <p:cBhvr>
                                        <p:cTn id="2412" dur="338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2413" presetID="8" presetClass="emph" presetSubtype="0" fill="hold" grpId="25" nodeType="withEffect">
                                  <p:stCondLst>
                                    <p:cond delay="4190"/>
                                  </p:stCondLst>
                                  <p:childTnLst>
                                    <p:animRot by="156180">
                                      <p:cBhvr>
                                        <p:cTn id="2414" dur="338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2415" presetID="0" presetClass="path" presetSubtype="0" fill="hold" grpId="24" nodeType="withEffect">
                                  <p:stCondLst>
                                    <p:cond delay="4210"/>
                                  </p:stCondLst>
                                  <p:childTnLst>
                                    <p:animMotion origin="layout" path="M 0.191939 -0.026641 L 0.211789 -0.023317 E" pathEditMode="relative" rAng="0" ptsTypes="AA">
                                      <p:cBhvr>
                                        <p:cTn id="2416" dur="338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2417" presetID="8" presetClass="emph" presetSubtype="0" fill="hold" grpId="25" nodeType="withEffect">
                                  <p:stCondLst>
                                    <p:cond delay="4210"/>
                                  </p:stCondLst>
                                  <p:childTnLst>
                                    <p:animRot by="156180">
                                      <p:cBhvr>
                                        <p:cTn id="2418" dur="338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2419" presetID="0" presetClass="path" presetSubtype="0" fill="hold" grpId="24" nodeType="withEffect">
                                  <p:stCondLst>
                                    <p:cond delay="4230"/>
                                  </p:stCondLst>
                                  <p:childTnLst>
                                    <p:animMotion origin="layout" path="M 0.192839 -0.02665 L 0.210508 -0.023334 E" pathEditMode="relative" rAng="0" ptsTypes="AA">
                                      <p:cBhvr>
                                        <p:cTn id="2420" dur="338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2421" presetID="8" presetClass="emph" presetSubtype="0" fill="hold" grpId="25" nodeType="withEffect">
                                  <p:stCondLst>
                                    <p:cond delay="4230"/>
                                  </p:stCondLst>
                                  <p:childTnLst>
                                    <p:animRot by="156180">
                                      <p:cBhvr>
                                        <p:cTn id="2422" dur="338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2423" presetID="0" presetClass="path" presetSubtype="0" fill="hold" grpId="26" nodeType="withEffect">
                                  <p:stCondLst>
                                    <p:cond delay="4388"/>
                                  </p:stCondLst>
                                  <p:childTnLst>
                                    <p:animMotion origin="layout" path="M 0.02275 -0.021053 L 0.0245 -0.021577 E" pathEditMode="relative" rAng="0" ptsTypes="AA">
                                      <p:cBhvr>
                                        <p:cTn id="2424" dur="337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2425" presetID="6" presetClass="emph" presetSubtype="0" fill="hold" grpId="27" nodeType="withEffect">
                                  <p:stCondLst>
                                    <p:cond delay="4388"/>
                                  </p:stCondLst>
                                  <p:childTnLst>
                                    <p:animScale>
                                      <p:cBhvr>
                                        <p:cTn id="2426" dur="337" fill="hold"/>
                                        <p:tgtEl>
                                          <p:spTgt spid="7"/>
                                        </p:tgtEl>
                                      </p:cBhvr>
                                      <p:by x="101625" y="101625"/>
                                    </p:animScale>
                                  </p:childTnLst>
                                </p:cTn>
                              </p:par>
                              <p:par>
                                <p:cTn id="2427" presetID="0" presetClass="path" presetSubtype="0" fill="hold" grpId="26" nodeType="withEffect">
                                  <p:stCondLst>
                                    <p:cond delay="4388"/>
                                  </p:stCondLst>
                                  <p:childTnLst>
                                    <p:animMotion origin="layout" path="M 0.0702 0.000856 L 0.0756 -9.4e-05 E" pathEditMode="relative" rAng="0" ptsTypes="AA">
                                      <p:cBhvr>
                                        <p:cTn id="2428" dur="337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2429" presetID="6" presetClass="emph" presetSubtype="0" fill="hold" grpId="27" nodeType="withEffect">
                                  <p:stCondLst>
                                    <p:cond delay="4388"/>
                                  </p:stCondLst>
                                  <p:childTnLst>
                                    <p:animScale>
                                      <p:cBhvr>
                                        <p:cTn id="2430" dur="337" fill="hold"/>
                                        <p:tgtEl>
                                          <p:spTgt spid="9"/>
                                        </p:tgtEl>
                                      </p:cBhvr>
                                      <p:by x="98953" y="98953"/>
                                    </p:animScale>
                                  </p:childTnLst>
                                </p:cTn>
                              </p:par>
                              <p:par>
                                <p:cTn id="2431" presetID="0" presetClass="path" presetSubtype="0" fill="hold" grpId="26" nodeType="withEffect">
                                  <p:stCondLst>
                                    <p:cond delay="4388"/>
                                  </p:stCondLst>
                                  <p:childTnLst>
                                    <p:animMotion origin="layout" path="M 0.0936 -0.003719 L 0.1008 -0.010323 E" pathEditMode="relative" rAng="0" ptsTypes="AA">
                                      <p:cBhvr>
                                        <p:cTn id="2432" dur="337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2433" presetID="6" presetClass="emph" presetSubtype="0" fill="hold" grpId="27" nodeType="withEffect">
                                  <p:stCondLst>
                                    <p:cond delay="4388"/>
                                  </p:stCondLst>
                                  <p:childTnLst>
                                    <p:animScale>
                                      <p:cBhvr>
                                        <p:cTn id="2434" dur="337" fill="hold"/>
                                        <p:tgtEl>
                                          <p:spTgt spid="11"/>
                                        </p:tgtEl>
                                      </p:cBhvr>
                                      <p:by x="99797" y="99797"/>
                                    </p:animScale>
                                  </p:childTnLst>
                                </p:cTn>
                              </p:par>
                              <p:par>
                                <p:cTn id="2435" presetID="0" presetClass="path" presetSubtype="0" fill="hold" grpId="26" nodeType="withEffect">
                                  <p:stCondLst>
                                    <p:cond delay="4388"/>
                                  </p:stCondLst>
                                  <p:childTnLst>
                                    <p:animMotion origin="layout" path="M -0.117 -0.005225 L -0.126 -0.010384 E" pathEditMode="relative" rAng="0" ptsTypes="AA">
                                      <p:cBhvr>
                                        <p:cTn id="2436" dur="337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2437" presetID="6" presetClass="emph" presetSubtype="0" fill="hold" grpId="27" nodeType="withEffect">
                                  <p:stCondLst>
                                    <p:cond delay="4388"/>
                                  </p:stCondLst>
                                  <p:childTnLst>
                                    <p:animScale>
                                      <p:cBhvr>
                                        <p:cTn id="2438" dur="337" fill="hold"/>
                                        <p:tgtEl>
                                          <p:spTgt spid="13"/>
                                        </p:tgtEl>
                                      </p:cBhvr>
                                      <p:by x="100758" y="100758"/>
                                    </p:animScale>
                                  </p:childTnLst>
                                </p:cTn>
                              </p:par>
                              <p:par>
                                <p:cTn id="2439" presetID="0" presetClass="path" presetSubtype="0" fill="hold" grpId="26" nodeType="withEffect">
                                  <p:stCondLst>
                                    <p:cond delay="4388"/>
                                  </p:stCondLst>
                                  <p:childTnLst>
                                    <p:animMotion origin="layout" path="M 0.0468 0.000152 L 0.0504 0.001768 E" pathEditMode="relative" rAng="0" ptsTypes="AA">
                                      <p:cBhvr>
                                        <p:cTn id="2440" dur="337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2441" presetID="6" presetClass="emph" presetSubtype="0" fill="hold" grpId="27" nodeType="withEffect">
                                  <p:stCondLst>
                                    <p:cond delay="4388"/>
                                  </p:stCondLst>
                                  <p:childTnLst>
                                    <p:animScale>
                                      <p:cBhvr>
                                        <p:cTn id="2442" dur="337" fill="hold"/>
                                        <p:tgtEl>
                                          <p:spTgt spid="15"/>
                                        </p:tgtEl>
                                      </p:cBhvr>
                                      <p:by x="101438" y="101438"/>
                                    </p:animScale>
                                  </p:childTnLst>
                                </p:cTn>
                              </p:par>
                              <p:par>
                                <p:cTn id="2443" presetID="0" presetClass="path" presetSubtype="0" fill="hold" grpId="26" nodeType="withEffect">
                                  <p:stCondLst>
                                    <p:cond delay="4388"/>
                                  </p:stCondLst>
                                  <p:childTnLst>
                                    <p:animMotion origin="layout" path="M 0.0702 0.003321 L 0.0756 0.008397 E" pathEditMode="relative" rAng="0" ptsTypes="AA">
                                      <p:cBhvr>
                                        <p:cTn id="2444" dur="337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2445" presetID="6" presetClass="emph" presetSubtype="0" fill="hold" grpId="27" nodeType="withEffect">
                                  <p:stCondLst>
                                    <p:cond delay="4388"/>
                                  </p:stCondLst>
                                  <p:childTnLst>
                                    <p:animScale>
                                      <p:cBhvr>
                                        <p:cTn id="2446" dur="337" fill="hold"/>
                                        <p:tgtEl>
                                          <p:spTgt spid="17"/>
                                        </p:tgtEl>
                                      </p:cBhvr>
                                      <p:by x="101563" y="101563"/>
                                    </p:animScale>
                                  </p:childTnLst>
                                </p:cTn>
                              </p:par>
                              <p:par>
                                <p:cTn id="2447" presetID="0" presetClass="path" presetSubtype="0" fill="hold" grpId="39" nodeType="withEffect">
                                  <p:stCondLst>
                                    <p:cond delay="4388"/>
                                  </p:stCondLst>
                                  <p:childTnLst>
                                    <p:animMotion origin="layout" path="M -0.015362 -0.016221 L -0.021228 -0.009408 E" pathEditMode="relative" rAng="0" ptsTypes="AA">
                                      <p:cBhvr>
                                        <p:cTn id="2448" dur="337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2449" presetID="6" presetClass="emph" presetSubtype="0" fill="hold" grpId="40" nodeType="withEffect">
                                  <p:stCondLst>
                                    <p:cond delay="4388"/>
                                  </p:stCondLst>
                                  <p:childTnLst>
                                    <p:animScale>
                                      <p:cBhvr>
                                        <p:cTn id="2450" dur="337" fill="hold"/>
                                        <p:tgtEl>
                                          <p:spTgt spid="28"/>
                                        </p:tgtEl>
                                      </p:cBhvr>
                                      <p:by x="99370" y="99370"/>
                                    </p:animScale>
                                  </p:childTnLst>
                                </p:cTn>
                              </p:par>
                              <p:par>
                                <p:cTn id="2451" presetID="8" presetClass="emph" presetSubtype="0" fill="hold" grpId="41" nodeType="withEffect">
                                  <p:stCondLst>
                                    <p:cond delay="4388"/>
                                  </p:stCondLst>
                                  <p:childTnLst>
                                    <p:animRot by="-21960">
                                      <p:cBhvr>
                                        <p:cTn id="2452" dur="337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2453" presetID="0" presetClass="path" presetSubtype="0" fill="hold" grpId="39" nodeType="withEffect">
                                  <p:stCondLst>
                                    <p:cond delay="4388"/>
                                  </p:stCondLst>
                                  <p:childTnLst>
                                    <p:animMotion origin="layout" path="M 0.043631 -0.002235 L 0.03228 0.004277 E" pathEditMode="relative" rAng="0" ptsTypes="AA">
                                      <p:cBhvr>
                                        <p:cTn id="2454" dur="337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2455" presetID="6" presetClass="emph" presetSubtype="0" fill="hold" grpId="40" nodeType="withEffect">
                                  <p:stCondLst>
                                    <p:cond delay="4388"/>
                                  </p:stCondLst>
                                  <p:childTnLst>
                                    <p:animScale>
                                      <p:cBhvr>
                                        <p:cTn id="2456" dur="337" fill="hold"/>
                                        <p:tgtEl>
                                          <p:spTgt spid="29"/>
                                        </p:tgtEl>
                                      </p:cBhvr>
                                      <p:by x="101094" y="101094"/>
                                    </p:animScale>
                                  </p:childTnLst>
                                </p:cTn>
                              </p:par>
                              <p:par>
                                <p:cTn id="2457" presetID="8" presetClass="emph" presetSubtype="0" fill="hold" grpId="41" nodeType="withEffect">
                                  <p:stCondLst>
                                    <p:cond delay="4388"/>
                                  </p:stCondLst>
                                  <p:childTnLst>
                                    <p:animRot by="-37260">
                                      <p:cBhvr>
                                        <p:cTn id="2458" dur="337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2459" presetID="0" presetClass="path" presetSubtype="0" fill="hold" grpId="39" nodeType="withEffect">
                                  <p:stCondLst>
                                    <p:cond delay="4388"/>
                                  </p:stCondLst>
                                  <p:childTnLst>
                                    <p:animMotion origin="layout" path="M -0.029083 0.018202 L -0.008933 0.016775 E" pathEditMode="relative" rAng="0" ptsTypes="AA">
                                      <p:cBhvr>
                                        <p:cTn id="2460" dur="337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2461" presetID="6" presetClass="emph" presetSubtype="0" fill="hold" grpId="40" nodeType="withEffect">
                                  <p:stCondLst>
                                    <p:cond delay="4388"/>
                                  </p:stCondLst>
                                  <p:childTnLst>
                                    <p:animScale>
                                      <p:cBhvr>
                                        <p:cTn id="2462" dur="337" fill="hold"/>
                                        <p:tgtEl>
                                          <p:spTgt spid="30"/>
                                        </p:tgtEl>
                                      </p:cBhvr>
                                      <p:by x="101701" y="101701"/>
                                    </p:animScale>
                                  </p:childTnLst>
                                </p:cTn>
                              </p:par>
                              <p:par>
                                <p:cTn id="2463" presetID="8" presetClass="emph" presetSubtype="0" fill="hold" grpId="41" nodeType="withEffect">
                                  <p:stCondLst>
                                    <p:cond delay="4388"/>
                                  </p:stCondLst>
                                  <p:childTnLst>
                                    <p:animRot by="58980">
                                      <p:cBhvr>
                                        <p:cTn id="2464" dur="337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2465" presetID="0" presetClass="path" presetSubtype="0" fill="hold" grpId="39" nodeType="withEffect">
                                  <p:stCondLst>
                                    <p:cond delay="4388"/>
                                  </p:stCondLst>
                                  <p:childTnLst>
                                    <p:animMotion origin="layout" path="M -0.022138 0.022849 L -0.030255 0.013184 E" pathEditMode="relative" rAng="0" ptsTypes="AA">
                                      <p:cBhvr>
                                        <p:cTn id="2466" dur="337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2467" presetID="6" presetClass="emph" presetSubtype="0" fill="hold" grpId="40" nodeType="withEffect">
                                  <p:stCondLst>
                                    <p:cond delay="4388"/>
                                  </p:stCondLst>
                                  <p:childTnLst>
                                    <p:animScale>
                                      <p:cBhvr>
                                        <p:cTn id="2468" dur="337" fill="hold"/>
                                        <p:tgtEl>
                                          <p:spTgt spid="31"/>
                                        </p:tgtEl>
                                      </p:cBhvr>
                                      <p:by x="100590" y="100590"/>
                                    </p:animScale>
                                  </p:childTnLst>
                                </p:cTn>
                              </p:par>
                              <p:par>
                                <p:cTn id="2469" presetID="8" presetClass="emph" presetSubtype="0" fill="hold" grpId="41" nodeType="withEffect">
                                  <p:stCondLst>
                                    <p:cond delay="4388"/>
                                  </p:stCondLst>
                                  <p:childTnLst>
                                    <p:animRot by="-21420">
                                      <p:cBhvr>
                                        <p:cTn id="2470" dur="337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2471" presetID="0" presetClass="path" presetSubtype="0" fill="hold" grpId="39" nodeType="withEffect">
                                  <p:stCondLst>
                                    <p:cond delay="4388"/>
                                  </p:stCondLst>
                                  <p:childTnLst>
                                    <p:animMotion origin="layout" path="M 0.033084 0.001565 L 0.024394 -0.003334 E" pathEditMode="relative" rAng="0" ptsTypes="AA">
                                      <p:cBhvr>
                                        <p:cTn id="2472" dur="337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2473" presetID="6" presetClass="emph" presetSubtype="0" fill="hold" grpId="40" nodeType="withEffect">
                                  <p:stCondLst>
                                    <p:cond delay="4388"/>
                                  </p:stCondLst>
                                  <p:childTnLst>
                                    <p:animScale>
                                      <p:cBhvr>
                                        <p:cTn id="2474" dur="337" fill="hold"/>
                                        <p:tgtEl>
                                          <p:spTgt spid="42"/>
                                        </p:tgtEl>
                                      </p:cBhvr>
                                      <p:by x="98981" y="98981"/>
                                    </p:animScale>
                                  </p:childTnLst>
                                </p:cTn>
                              </p:par>
                              <p:par>
                                <p:cTn id="2475" presetID="8" presetClass="emph" presetSubtype="0" fill="hold" grpId="41" nodeType="withEffect">
                                  <p:stCondLst>
                                    <p:cond delay="4388"/>
                                  </p:stCondLst>
                                  <p:childTnLst>
                                    <p:animRot by="-37620">
                                      <p:cBhvr>
                                        <p:cTn id="2476" dur="337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2477" presetID="0" presetClass="path" presetSubtype="0" fill="hold" grpId="26" nodeType="withEffect">
                                  <p:stCondLst>
                                    <p:cond delay="4388"/>
                                  </p:stCondLst>
                                  <p:childTnLst>
                                    <p:animMotion origin="layout" path="M 0.208304 -0.024144 L 0.220182 -0.016499 E" pathEditMode="relative" rAng="0" ptsTypes="AA">
                                      <p:cBhvr>
                                        <p:cTn id="2478" dur="337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2479" presetID="8" presetClass="emph" presetSubtype="0" fill="hold" grpId="27" nodeType="withEffect">
                                  <p:stCondLst>
                                    <p:cond delay="4388"/>
                                  </p:stCondLst>
                                  <p:childTnLst>
                                    <p:animRot by="83580">
                                      <p:cBhvr>
                                        <p:cTn id="2480" dur="337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2481" presetID="0" presetClass="path" presetSubtype="0" fill="hold" grpId="39" nodeType="withEffect">
                                  <p:stCondLst>
                                    <p:cond delay="4388"/>
                                  </p:stCondLst>
                                  <p:childTnLst>
                                    <p:animMotion origin="layout" path="M 0.2301 0.001846 L 0.2478 0.007538 E" pathEditMode="relative" rAng="0" ptsTypes="AA">
                                      <p:cBhvr>
                                        <p:cTn id="2482" dur="337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2483" presetID="6" presetClass="emph" presetSubtype="0" fill="hold" grpId="40" nodeType="withEffect">
                                  <p:stCondLst>
                                    <p:cond delay="4388"/>
                                  </p:stCondLst>
                                  <p:childTnLst>
                                    <p:animScale>
                                      <p:cBhvr>
                                        <p:cTn id="2484" dur="337" fill="hold"/>
                                        <p:tgtEl>
                                          <p:spTgt spid="21"/>
                                        </p:tgtEl>
                                      </p:cBhvr>
                                      <p:by x="103533" y="103533"/>
                                    </p:animScale>
                                  </p:childTnLst>
                                </p:cTn>
                              </p:par>
                              <p:par>
                                <p:cTn id="2485" presetID="8" presetClass="emph" presetSubtype="0" fill="hold" grpId="41" nodeType="withEffect">
                                  <p:stCondLst>
                                    <p:cond delay="4388"/>
                                  </p:stCondLst>
                                  <p:childTnLst>
                                    <p:animRot by="-231180">
                                      <p:cBhvr>
                                        <p:cTn id="2486" dur="337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2487" presetID="0" presetClass="path" presetSubtype="0" fill="hold" grpId="39" nodeType="withEffect">
                                  <p:stCondLst>
                                    <p:cond delay="4388"/>
                                  </p:stCondLst>
                                  <p:childTnLst>
                                    <p:animMotion origin="layout" path="M 0.2496 0.010707 L 0.2688 0.007194 E" pathEditMode="relative" rAng="0" ptsTypes="AA">
                                      <p:cBhvr>
                                        <p:cTn id="2488" dur="337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2489" presetID="6" presetClass="emph" presetSubtype="0" fill="hold" grpId="40" nodeType="withEffect">
                                  <p:stCondLst>
                                    <p:cond delay="4388"/>
                                  </p:stCondLst>
                                  <p:childTnLst>
                                    <p:animScale>
                                      <p:cBhvr>
                                        <p:cTn id="2490" dur="337" fill="hold"/>
                                        <p:tgtEl>
                                          <p:spTgt spid="23"/>
                                        </p:tgtEl>
                                      </p:cBhvr>
                                      <p:by x="98522" y="98522"/>
                                    </p:animScale>
                                  </p:childTnLst>
                                </p:cTn>
                              </p:par>
                              <p:par>
                                <p:cTn id="2491" presetID="8" presetClass="emph" presetSubtype="0" fill="hold" grpId="41" nodeType="withEffect">
                                  <p:stCondLst>
                                    <p:cond delay="4388"/>
                                  </p:stCondLst>
                                  <p:childTnLst>
                                    <p:animRot by="-271200">
                                      <p:cBhvr>
                                        <p:cTn id="2492" dur="337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2493" presetID="0" presetClass="path" presetSubtype="0" fill="hold" grpId="39" nodeType="withEffect">
                                  <p:stCondLst>
                                    <p:cond delay="4388"/>
                                  </p:stCondLst>
                                  <p:childTnLst>
                                    <p:animMotion origin="layout" path="M 0.2691 0.006098 L 0.2898 -0.004706 E" pathEditMode="relative" rAng="0" ptsTypes="AA">
                                      <p:cBhvr>
                                        <p:cTn id="2494" dur="337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2495" presetID="6" presetClass="emph" presetSubtype="0" fill="hold" grpId="40" nodeType="withEffect">
                                  <p:stCondLst>
                                    <p:cond delay="4388"/>
                                  </p:stCondLst>
                                  <p:childTnLst>
                                    <p:animScale>
                                      <p:cBhvr>
                                        <p:cTn id="2496" dur="337" fill="hold"/>
                                        <p:tgtEl>
                                          <p:spTgt spid="25"/>
                                        </p:tgtEl>
                                      </p:cBhvr>
                                      <p:by x="94547" y="94547"/>
                                    </p:animScale>
                                  </p:childTnLst>
                                </p:cTn>
                              </p:par>
                              <p:par>
                                <p:cTn id="2497" presetID="8" presetClass="emph" presetSubtype="0" fill="hold" grpId="41" nodeType="withEffect">
                                  <p:stCondLst>
                                    <p:cond delay="4388"/>
                                  </p:stCondLst>
                                  <p:childTnLst>
                                    <p:animRot by="-126840">
                                      <p:cBhvr>
                                        <p:cTn id="2498" dur="337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2499" presetID="0" presetClass="path" presetSubtype="0" fill="hold" grpId="26" nodeType="withEffect">
                                  <p:stCondLst>
                                    <p:cond delay="4388"/>
                                  </p:stCondLst>
                                  <p:childTnLst>
                                    <p:animMotion origin="layout" path="M -0.015488 -0.009695 L -0.028736 -0.005117 E" pathEditMode="relative" rAng="0" ptsTypes="AA">
                                      <p:cBhvr>
                                        <p:cTn id="2500" dur="337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2501" presetID="6" presetClass="emph" presetSubtype="0" fill="hold" grpId="27" nodeType="withEffect">
                                  <p:stCondLst>
                                    <p:cond delay="4388"/>
                                  </p:stCondLst>
                                  <p:childTnLst>
                                    <p:animScale>
                                      <p:cBhvr>
                                        <p:cTn id="2502" dur="337" fill="hold"/>
                                        <p:tgtEl>
                                          <p:spTgt spid="43"/>
                                        </p:tgtEl>
                                      </p:cBhvr>
                                      <p:by x="82848" y="82848"/>
                                    </p:animScale>
                                  </p:childTnLst>
                                </p:cTn>
                              </p:par>
                              <p:par>
                                <p:cTn id="2503" presetID="0" presetClass="path" presetSubtype="0" fill="hold" grpId="26" nodeType="withEffect">
                                  <p:stCondLst>
                                    <p:cond delay="4388"/>
                                  </p:stCondLst>
                                  <p:childTnLst>
                                    <p:animMotion origin="layout" path="M -0.034717 0.001966 L -0.023823 0.007092 E" pathEditMode="relative" rAng="0" ptsTypes="AA">
                                      <p:cBhvr>
                                        <p:cTn id="2504" dur="337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2505" presetID="6" presetClass="emph" presetSubtype="0" fill="hold" grpId="27" nodeType="withEffect">
                                  <p:stCondLst>
                                    <p:cond delay="4388"/>
                                  </p:stCondLst>
                                  <p:childTnLst>
                                    <p:animScale>
                                      <p:cBhvr>
                                        <p:cTn id="2506" dur="337" fill="hold"/>
                                        <p:tgtEl>
                                          <p:spTgt spid="44"/>
                                        </p:tgtEl>
                                      </p:cBhvr>
                                      <p:by x="117077" y="117077"/>
                                    </p:animScale>
                                  </p:childTnLst>
                                </p:cTn>
                              </p:par>
                              <p:par>
                                <p:cTn id="2507" presetID="0" presetClass="path" presetSubtype="0" fill="hold" grpId="26" nodeType="withEffect">
                                  <p:stCondLst>
                                    <p:cond delay="4388"/>
                                  </p:stCondLst>
                                  <p:childTnLst>
                                    <p:animMotion origin="layout" path="M -0.003085 0.010747 L 0.015991 0.008911 E" pathEditMode="relative" rAng="0" ptsTypes="AA">
                                      <p:cBhvr>
                                        <p:cTn id="2508" dur="337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2509" presetID="6" presetClass="emph" presetSubtype="0" fill="hold" grpId="27" nodeType="withEffect">
                                  <p:stCondLst>
                                    <p:cond delay="4388"/>
                                  </p:stCondLst>
                                  <p:childTnLst>
                                    <p:animScale>
                                      <p:cBhvr>
                                        <p:cTn id="2510" dur="337" fill="hold"/>
                                        <p:tgtEl>
                                          <p:spTgt spid="45"/>
                                        </p:tgtEl>
                                      </p:cBhvr>
                                      <p:by x="124840" y="124840"/>
                                    </p:animScale>
                                  </p:childTnLst>
                                </p:cTn>
                              </p:par>
                              <p:par>
                                <p:cTn id="2511" presetID="0" presetClass="path" presetSubtype="0" fill="hold" grpId="26" nodeType="withEffect">
                                  <p:stCondLst>
                                    <p:cond delay="4388"/>
                                  </p:stCondLst>
                                  <p:childTnLst>
                                    <p:animMotion origin="layout" path="M 0.033066 0.003783 L 0.032378 -0.002324 E" pathEditMode="relative" rAng="0" ptsTypes="AA">
                                      <p:cBhvr>
                                        <p:cTn id="2512" dur="337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2513" presetID="6" presetClass="emph" presetSubtype="0" fill="hold" grpId="27" nodeType="withEffect">
                                  <p:stCondLst>
                                    <p:cond delay="4388"/>
                                  </p:stCondLst>
                                  <p:childTnLst>
                                    <p:animScale>
                                      <p:cBhvr>
                                        <p:cTn id="2514" dur="337" fill="hold"/>
                                        <p:tgtEl>
                                          <p:spTgt spid="46"/>
                                        </p:tgtEl>
                                      </p:cBhvr>
                                      <p:by x="99292" y="99292"/>
                                    </p:animScale>
                                  </p:childTnLst>
                                </p:cTn>
                              </p:par>
                              <p:par>
                                <p:cTn id="2515" presetID="0" presetClass="path" presetSubtype="0" fill="hold" grpId="26" nodeType="withEffect">
                                  <p:stCondLst>
                                    <p:cond delay="4388"/>
                                  </p:stCondLst>
                                  <p:childTnLst>
                                    <p:animMotion origin="layout" path="M 0.139564 -0.022619 L 0.147522 -0.019748 E" pathEditMode="relative" rAng="0" ptsTypes="AA">
                                      <p:cBhvr>
                                        <p:cTn id="2516" dur="337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2517" presetID="8" presetClass="emph" presetSubtype="0" fill="hold" grpId="27" nodeType="withEffect">
                                  <p:stCondLst>
                                    <p:cond delay="4388"/>
                                  </p:stCondLst>
                                  <p:childTnLst>
                                    <p:animRot by="151500">
                                      <p:cBhvr>
                                        <p:cTn id="2518" dur="337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2519" presetID="0" presetClass="path" presetSubtype="0" fill="hold" grpId="26" nodeType="withEffect">
                                  <p:stCondLst>
                                    <p:cond delay="4388"/>
                                  </p:stCondLst>
                                  <p:childTnLst>
                                    <p:animMotion origin="layout" path="M 0.16456 -0.024053 L 0.173944 -0.016328 E" pathEditMode="relative" rAng="0" ptsTypes="AA">
                                      <p:cBhvr>
                                        <p:cTn id="2520" dur="337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2521" presetID="8" presetClass="emph" presetSubtype="0" fill="hold" grpId="27" nodeType="withEffect">
                                  <p:stCondLst>
                                    <p:cond delay="4388"/>
                                  </p:stCondLst>
                                  <p:childTnLst>
                                    <p:animRot by="81240">
                                      <p:cBhvr>
                                        <p:cTn id="2522" dur="337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2523" presetID="0" presetClass="path" presetSubtype="0" fill="hold" grpId="26" nodeType="withEffect">
                                  <p:stCondLst>
                                    <p:cond delay="4388"/>
                                  </p:stCondLst>
                                  <p:childTnLst>
                                    <p:animMotion origin="layout" path="M 0.114567 -0.015398 L 0.1211 -0.006546 E" pathEditMode="relative" rAng="0" ptsTypes="AA">
                                      <p:cBhvr>
                                        <p:cTn id="2524" dur="337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2525" presetID="8" presetClass="emph" presetSubtype="0" fill="hold" grpId="27" nodeType="withEffect">
                                  <p:stCondLst>
                                    <p:cond delay="4388"/>
                                  </p:stCondLst>
                                  <p:childTnLst>
                                    <p:animRot by="-27180">
                                      <p:cBhvr>
                                        <p:cTn id="2526" dur="337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2527" presetID="0" presetClass="path" presetSubtype="0" fill="hold" grpId="26" nodeType="withEffect">
                                  <p:stCondLst>
                                    <p:cond delay="4408"/>
                                  </p:stCondLst>
                                  <p:childTnLst>
                                    <p:animMotion origin="layout" path="M 0.02275 -0.021053 L 0.0245 -0.021577 E" pathEditMode="relative" rAng="0" ptsTypes="AA">
                                      <p:cBhvr>
                                        <p:cTn id="2528" dur="337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2529" presetID="6" presetClass="emph" presetSubtype="0" fill="hold" grpId="27" nodeType="withEffect">
                                  <p:stCondLst>
                                    <p:cond delay="4408"/>
                                  </p:stCondLst>
                                  <p:childTnLst>
                                    <p:animScale>
                                      <p:cBhvr>
                                        <p:cTn id="2530" dur="337" fill="hold"/>
                                        <p:tgtEl>
                                          <p:spTgt spid="5"/>
                                        </p:tgtEl>
                                      </p:cBhvr>
                                      <p:by x="101625" y="101625"/>
                                    </p:animScale>
                                  </p:childTnLst>
                                </p:cTn>
                              </p:par>
                              <p:par>
                                <p:cTn id="2531" presetID="0" presetClass="path" presetSubtype="0" fill="hold" grpId="26" nodeType="withEffect">
                                  <p:stCondLst>
                                    <p:cond delay="4408"/>
                                  </p:stCondLst>
                                  <p:childTnLst>
                                    <p:animMotion origin="layout" path="M 0.070931 0.000768 L 0.076428 -0.000194 E" pathEditMode="relative" rAng="0" ptsTypes="AA">
                                      <p:cBhvr>
                                        <p:cTn id="2532" dur="337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2533" presetID="6" presetClass="emph" presetSubtype="0" fill="hold" grpId="27" nodeType="withEffect">
                                  <p:stCondLst>
                                    <p:cond delay="4408"/>
                                  </p:stCondLst>
                                  <p:childTnLst>
                                    <p:animScale>
                                      <p:cBhvr>
                                        <p:cTn id="2534" dur="337" fill="hold"/>
                                        <p:tgtEl>
                                          <p:spTgt spid="10"/>
                                        </p:tgtEl>
                                      </p:cBhvr>
                                      <p:by x="98953" y="98953"/>
                                    </p:animScale>
                                  </p:childTnLst>
                                </p:cTn>
                              </p:par>
                              <p:par>
                                <p:cTn id="2535" presetID="0" presetClass="path" presetSubtype="0" fill="hold" grpId="26" nodeType="withEffect">
                                  <p:stCondLst>
                                    <p:cond delay="4408"/>
                                  </p:stCondLst>
                                  <p:childTnLst>
                                    <p:animMotion origin="layout" path="M 0.094892 -0.003873 L 0.102113 -0.010479 E" pathEditMode="relative" rAng="0" ptsTypes="AA">
                                      <p:cBhvr>
                                        <p:cTn id="2536" dur="337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2537" presetID="6" presetClass="emph" presetSubtype="0" fill="hold" grpId="27" nodeType="withEffect">
                                  <p:stCondLst>
                                    <p:cond delay="4408"/>
                                  </p:stCondLst>
                                  <p:childTnLst>
                                    <p:animScale>
                                      <p:cBhvr>
                                        <p:cTn id="2538" dur="337" fill="hold"/>
                                        <p:tgtEl>
                                          <p:spTgt spid="12"/>
                                        </p:tgtEl>
                                      </p:cBhvr>
                                      <p:by x="99797" y="99797"/>
                                    </p:animScale>
                                  </p:childTnLst>
                                </p:cTn>
                              </p:par>
                              <p:par>
                                <p:cTn id="2539" presetID="0" presetClass="path" presetSubtype="0" fill="hold" grpId="26" nodeType="withEffect">
                                  <p:stCondLst>
                                    <p:cond delay="4408"/>
                                  </p:stCondLst>
                                  <p:childTnLst>
                                    <p:animMotion origin="layout" path="M -0.115564 -0.005355 L -0.124647 -0.010507 E" pathEditMode="relative" rAng="0" ptsTypes="AA">
                                      <p:cBhvr>
                                        <p:cTn id="2540" dur="337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2541" presetID="6" presetClass="emph" presetSubtype="0" fill="hold" grpId="27" nodeType="withEffect">
                                  <p:stCondLst>
                                    <p:cond delay="4408"/>
                                  </p:stCondLst>
                                  <p:childTnLst>
                                    <p:animScale>
                                      <p:cBhvr>
                                        <p:cTn id="2542" dur="337" fill="hold"/>
                                        <p:tgtEl>
                                          <p:spTgt spid="14"/>
                                        </p:tgtEl>
                                      </p:cBhvr>
                                      <p:by x="100758" y="100758"/>
                                    </p:animScale>
                                  </p:childTnLst>
                                </p:cTn>
                              </p:par>
                              <p:par>
                                <p:cTn id="2543" presetID="0" presetClass="path" presetSubtype="0" fill="hold" grpId="26" nodeType="withEffect">
                                  <p:stCondLst>
                                    <p:cond delay="4408"/>
                                  </p:stCondLst>
                                  <p:childTnLst>
                                    <p:animMotion origin="layout" path="M 0.047659 5.6e-05 L 0.05112 0.001687 E" pathEditMode="relative" rAng="0" ptsTypes="AA">
                                      <p:cBhvr>
                                        <p:cTn id="2544" dur="337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2545" presetID="6" presetClass="emph" presetSubtype="0" fill="hold" grpId="27" nodeType="withEffect">
                                  <p:stCondLst>
                                    <p:cond delay="4408"/>
                                  </p:stCondLst>
                                  <p:childTnLst>
                                    <p:animScale>
                                      <p:cBhvr>
                                        <p:cTn id="2546" dur="337" fill="hold"/>
                                        <p:tgtEl>
                                          <p:spTgt spid="16"/>
                                        </p:tgtEl>
                                      </p:cBhvr>
                                      <p:by x="101438" y="101438"/>
                                    </p:animScale>
                                  </p:childTnLst>
                                </p:cTn>
                              </p:par>
                              <p:par>
                                <p:cTn id="2547" presetID="0" presetClass="path" presetSubtype="0" fill="hold" grpId="26" nodeType="withEffect">
                                  <p:stCondLst>
                                    <p:cond delay="4408"/>
                                  </p:stCondLst>
                                  <p:childTnLst>
                                    <p:animMotion origin="layout" path="M 0.070379 0.0033 L 0.07565 0.008391 E" pathEditMode="relative" rAng="0" ptsTypes="AA">
                                      <p:cBhvr>
                                        <p:cTn id="2548" dur="337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2549" presetID="6" presetClass="emph" presetSubtype="0" fill="hold" grpId="27" nodeType="withEffect">
                                  <p:stCondLst>
                                    <p:cond delay="4408"/>
                                  </p:stCondLst>
                                  <p:childTnLst>
                                    <p:animScale>
                                      <p:cBhvr>
                                        <p:cTn id="2550" dur="337" fill="hold"/>
                                        <p:tgtEl>
                                          <p:spTgt spid="18"/>
                                        </p:tgtEl>
                                      </p:cBhvr>
                                      <p:by x="101563" y="101563"/>
                                    </p:animScale>
                                  </p:childTnLst>
                                </p:cTn>
                              </p:par>
                              <p:par>
                                <p:cTn id="2551" presetID="0" presetClass="path" presetSubtype="0" fill="hold" grpId="26" nodeType="withEffect">
                                  <p:stCondLst>
                                    <p:cond delay="4408"/>
                                  </p:stCondLst>
                                  <p:childTnLst>
                                    <p:animMotion origin="layout" path="M 0.208767 -0.024158 L 0.221067 -0.016514 E" pathEditMode="relative" rAng="0" ptsTypes="AA">
                                      <p:cBhvr>
                                        <p:cTn id="2552" dur="337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2553" presetID="8" presetClass="emph" presetSubtype="0" fill="hold" grpId="27" nodeType="withEffect">
                                  <p:stCondLst>
                                    <p:cond delay="4408"/>
                                  </p:stCondLst>
                                  <p:childTnLst>
                                    <p:animRot by="83580">
                                      <p:cBhvr>
                                        <p:cTn id="2554" dur="337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2555" presetID="0" presetClass="path" presetSubtype="0" fill="hold" grpId="39" nodeType="withEffect">
                                  <p:stCondLst>
                                    <p:cond delay="4408"/>
                                  </p:stCondLst>
                                  <p:childTnLst>
                                    <p:animMotion origin="layout" path="M 0.230726 0.001568 L 0.248087 0.007046 E" pathEditMode="relative" rAng="0" ptsTypes="AA">
                                      <p:cBhvr>
                                        <p:cTn id="2556" dur="337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2557" presetID="6" presetClass="emph" presetSubtype="0" fill="hold" grpId="40" nodeType="withEffect">
                                  <p:stCondLst>
                                    <p:cond delay="4408"/>
                                  </p:stCondLst>
                                  <p:childTnLst>
                                    <p:animScale>
                                      <p:cBhvr>
                                        <p:cTn id="2558" dur="337" fill="hold"/>
                                        <p:tgtEl>
                                          <p:spTgt spid="22"/>
                                        </p:tgtEl>
                                      </p:cBhvr>
                                      <p:by x="103533" y="103533"/>
                                    </p:animScale>
                                  </p:childTnLst>
                                </p:cTn>
                              </p:par>
                              <p:par>
                                <p:cTn id="2559" presetID="8" presetClass="emph" presetSubtype="0" fill="hold" grpId="41" nodeType="withEffect">
                                  <p:stCondLst>
                                    <p:cond delay="4408"/>
                                  </p:stCondLst>
                                  <p:childTnLst>
                                    <p:animRot by="-231180">
                                      <p:cBhvr>
                                        <p:cTn id="2560" dur="337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2561" presetID="0" presetClass="path" presetSubtype="0" fill="hold" grpId="39" nodeType="withEffect">
                                  <p:stCondLst>
                                    <p:cond delay="4408"/>
                                  </p:stCondLst>
                                  <p:childTnLst>
                                    <p:animMotion origin="layout" path="M 0.249692 0.010235 L 0.268539 0.006796 E" pathEditMode="relative" rAng="0" ptsTypes="AA">
                                      <p:cBhvr>
                                        <p:cTn id="2562" dur="337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2563" presetID="6" presetClass="emph" presetSubtype="0" fill="hold" grpId="40" nodeType="withEffect">
                                  <p:stCondLst>
                                    <p:cond delay="4408"/>
                                  </p:stCondLst>
                                  <p:childTnLst>
                                    <p:animScale>
                                      <p:cBhvr>
                                        <p:cTn id="2564" dur="337" fill="hold"/>
                                        <p:tgtEl>
                                          <p:spTgt spid="24"/>
                                        </p:tgtEl>
                                      </p:cBhvr>
                                      <p:by x="98522" y="98522"/>
                                    </p:animScale>
                                  </p:childTnLst>
                                </p:cTn>
                              </p:par>
                              <p:par>
                                <p:cTn id="2565" presetID="8" presetClass="emph" presetSubtype="0" fill="hold" grpId="41" nodeType="withEffect">
                                  <p:stCondLst>
                                    <p:cond delay="4408"/>
                                  </p:stCondLst>
                                  <p:childTnLst>
                                    <p:animRot by="-271200">
                                      <p:cBhvr>
                                        <p:cTn id="2566" dur="337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2567" presetID="0" presetClass="path" presetSubtype="0" fill="hold" grpId="39" nodeType="withEffect">
                                  <p:stCondLst>
                                    <p:cond delay="4408"/>
                                  </p:stCondLst>
                                  <p:childTnLst>
                                    <p:animMotion origin="layout" path="M 0.26873 0.00579 L 0.289312 -0.004784 E" pathEditMode="relative" rAng="0" ptsTypes="AA">
                                      <p:cBhvr>
                                        <p:cTn id="2568" dur="337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2569" presetID="6" presetClass="emph" presetSubtype="0" fill="hold" grpId="40" nodeType="withEffect">
                                  <p:stCondLst>
                                    <p:cond delay="4408"/>
                                  </p:stCondLst>
                                  <p:childTnLst>
                                    <p:animScale>
                                      <p:cBhvr>
                                        <p:cTn id="2570" dur="337" fill="hold"/>
                                        <p:tgtEl>
                                          <p:spTgt spid="26"/>
                                        </p:tgtEl>
                                      </p:cBhvr>
                                      <p:by x="94547" y="94547"/>
                                    </p:animScale>
                                  </p:childTnLst>
                                </p:cTn>
                              </p:par>
                              <p:par>
                                <p:cTn id="2571" presetID="8" presetClass="emph" presetSubtype="0" fill="hold" grpId="41" nodeType="withEffect">
                                  <p:stCondLst>
                                    <p:cond delay="4408"/>
                                  </p:stCondLst>
                                  <p:childTnLst>
                                    <p:animRot by="-126840">
                                      <p:cBhvr>
                                        <p:cTn id="2572" dur="337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2573" presetID="0" presetClass="path" presetSubtype="0" fill="hold" grpId="26" nodeType="withEffect">
                                  <p:stCondLst>
                                    <p:cond delay="4428"/>
                                  </p:stCondLst>
                                  <p:childTnLst>
                                    <p:animMotion origin="layout" path="M 0.02275 -0.021053 L 0.0245 -0.021577 E" pathEditMode="relative" rAng="0" ptsTypes="AA">
                                      <p:cBhvr>
                                        <p:cTn id="2574" dur="337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2575" presetID="6" presetClass="emph" presetSubtype="0" fill="hold" grpId="27" nodeType="withEffect">
                                  <p:stCondLst>
                                    <p:cond delay="4428"/>
                                  </p:stCondLst>
                                  <p:childTnLst>
                                    <p:animScale>
                                      <p:cBhvr>
                                        <p:cTn id="2576" dur="337" fill="hold"/>
                                        <p:tgtEl>
                                          <p:spTgt spid="6"/>
                                        </p:tgtEl>
                                      </p:cBhvr>
                                      <p:by x="101625" y="101625"/>
                                    </p:animScale>
                                  </p:childTnLst>
                                </p:cTn>
                              </p:par>
                              <p:par>
                                <p:cTn id="2577" presetID="0" presetClass="path" presetSubtype="0" fill="hold" grpId="26" nodeType="withEffect">
                                  <p:stCondLst>
                                    <p:cond delay="4428"/>
                                  </p:stCondLst>
                                  <p:childTnLst>
                                    <p:animMotion origin="layout" path="M 0.209699 -0.022024 L 0.222799 -0.012415 E" pathEditMode="relative" rAng="0" ptsTypes="AA">
                                      <p:cBhvr>
                                        <p:cTn id="2578" dur="337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2579" presetID="8" presetClass="emph" presetSubtype="0" fill="hold" grpId="27" nodeType="withEffect">
                                  <p:stCondLst>
                                    <p:cond delay="4428"/>
                                  </p:stCondLst>
                                  <p:childTnLst>
                                    <p:animRot by="83580">
                                      <p:cBhvr>
                                        <p:cTn id="2580" dur="337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2581" presetID="0" presetClass="path" presetSubtype="0" fill="hold" grpId="26" nodeType="withEffect">
                                  <p:stCondLst>
                                    <p:cond delay="4448"/>
                                  </p:stCondLst>
                                  <p:childTnLst>
                                    <p:animMotion origin="layout" path="M 0.209909 -0.024423 L 0.223256 -0.016994 E" pathEditMode="relative" rAng="0" ptsTypes="AA">
                                      <p:cBhvr>
                                        <p:cTn id="2582" dur="337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2583" presetID="8" presetClass="emph" presetSubtype="0" fill="hold" grpId="27" nodeType="withEffect">
                                  <p:stCondLst>
                                    <p:cond delay="4448"/>
                                  </p:stCondLst>
                                  <p:childTnLst>
                                    <p:animRot by="83580">
                                      <p:cBhvr>
                                        <p:cTn id="2584" dur="337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2585" presetID="0" presetClass="path" presetSubtype="0" fill="hold" grpId="26" nodeType="withEffect">
                                  <p:stCondLst>
                                    <p:cond delay="4468"/>
                                  </p:stCondLst>
                                  <p:childTnLst>
                                    <p:animMotion origin="layout" path="M 0.209944 -0.024423 L 0.223324 -0.016992 E" pathEditMode="relative" rAng="0" ptsTypes="AA">
                                      <p:cBhvr>
                                        <p:cTn id="2586" dur="337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2587" presetID="8" presetClass="emph" presetSubtype="0" fill="hold" grpId="27" nodeType="withEffect">
                                  <p:stCondLst>
                                    <p:cond delay="4468"/>
                                  </p:stCondLst>
                                  <p:childTnLst>
                                    <p:animRot by="83580">
                                      <p:cBhvr>
                                        <p:cTn id="2588" dur="337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2589" presetID="0" presetClass="path" presetSubtype="0" fill="hold" grpId="26" nodeType="withEffect">
                                  <p:stCondLst>
                                    <p:cond delay="4488"/>
                                  </p:stCondLst>
                                  <p:childTnLst>
                                    <p:animMotion origin="layout" path="M 0.21197 -0.024216 L 0.227189 -0.016549 E" pathEditMode="relative" rAng="0" ptsTypes="AA">
                                      <p:cBhvr>
                                        <p:cTn id="2590" dur="337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2591" presetID="8" presetClass="emph" presetSubtype="0" fill="hold" grpId="27" nodeType="withEffect">
                                  <p:stCondLst>
                                    <p:cond delay="4488"/>
                                  </p:stCondLst>
                                  <p:childTnLst>
                                    <p:animRot by="83580">
                                      <p:cBhvr>
                                        <p:cTn id="2592" dur="337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2593" presetID="0" presetClass="path" presetSubtype="0" fill="hold" grpId="26" nodeType="withEffect">
                                  <p:stCondLst>
                                    <p:cond delay="4508"/>
                                  </p:stCondLst>
                                  <p:childTnLst>
                                    <p:animMotion origin="layout" path="M 0.211957 -0.023215 L 0.22714 -0.014638 E" pathEditMode="relative" rAng="0" ptsTypes="AA">
                                      <p:cBhvr>
                                        <p:cTn id="2594" dur="337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2595" presetID="8" presetClass="emph" presetSubtype="0" fill="hold" grpId="27" nodeType="withEffect">
                                  <p:stCondLst>
                                    <p:cond delay="4508"/>
                                  </p:stCondLst>
                                  <p:childTnLst>
                                    <p:animRot by="83580">
                                      <p:cBhvr>
                                        <p:cTn id="2596" dur="337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2597" presetID="0" presetClass="path" presetSubtype="0" fill="hold" grpId="26" nodeType="withEffect">
                                  <p:stCondLst>
                                    <p:cond delay="4528"/>
                                  </p:stCondLst>
                                  <p:childTnLst>
                                    <p:animMotion origin="layout" path="M 0.213105 -0.0233 L 0.229337 -0.014773 E" pathEditMode="relative" rAng="0" ptsTypes="AA">
                                      <p:cBhvr>
                                        <p:cTn id="2598" dur="337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2599" presetID="8" presetClass="emph" presetSubtype="0" fill="hold" grpId="27" nodeType="withEffect">
                                  <p:stCondLst>
                                    <p:cond delay="4528"/>
                                  </p:stCondLst>
                                  <p:childTnLst>
                                    <p:animRot by="83580">
                                      <p:cBhvr>
                                        <p:cTn id="2600" dur="337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2601" presetID="0" presetClass="path" presetSubtype="0" fill="hold" grpId="26" nodeType="withEffect">
                                  <p:stCondLst>
                                    <p:cond delay="4548"/>
                                  </p:stCondLst>
                                  <p:childTnLst>
                                    <p:animMotion origin="layout" path="M 0.211789 -0.023317 L 0.226822 -0.014837 E" pathEditMode="relative" rAng="0" ptsTypes="AA">
                                      <p:cBhvr>
                                        <p:cTn id="2602" dur="337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2603" presetID="8" presetClass="emph" presetSubtype="0" fill="hold" grpId="27" nodeType="withEffect">
                                  <p:stCondLst>
                                    <p:cond delay="4548"/>
                                  </p:stCondLst>
                                  <p:childTnLst>
                                    <p:animRot by="83580">
                                      <p:cBhvr>
                                        <p:cTn id="2604" dur="337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2605" presetID="0" presetClass="path" presetSubtype="0" fill="hold" grpId="26" nodeType="withEffect">
                                  <p:stCondLst>
                                    <p:cond delay="4568"/>
                                  </p:stCondLst>
                                  <p:childTnLst>
                                    <p:animMotion origin="layout" path="M 0.210508 -0.023334 L 0.224375 -0.014899 E" pathEditMode="relative" rAng="0" ptsTypes="AA">
                                      <p:cBhvr>
                                        <p:cTn id="2606" dur="337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2607" presetID="8" presetClass="emph" presetSubtype="0" fill="hold" grpId="27" nodeType="withEffect">
                                  <p:stCondLst>
                                    <p:cond delay="4568"/>
                                  </p:stCondLst>
                                  <p:childTnLst>
                                    <p:animRot by="83580">
                                      <p:cBhvr>
                                        <p:cTn id="2608" dur="337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2609" presetID="0" presetClass="path" presetSubtype="0" fill="hold" grpId="28" nodeType="withEffect">
                                  <p:stCondLst>
                                    <p:cond delay="4725"/>
                                  </p:stCondLst>
                                  <p:childTnLst>
                                    <p:animMotion origin="layout" path="M 0.0245 -0.021577 L 0.02625 -0.021894 E" pathEditMode="relative" rAng="0" ptsTypes="AA">
                                      <p:cBhvr>
                                        <p:cTn id="2610" dur="337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2611" presetID="6" presetClass="emph" presetSubtype="0" fill="hold" grpId="29" nodeType="withEffect">
                                  <p:stCondLst>
                                    <p:cond delay="4725"/>
                                  </p:stCondLst>
                                  <p:childTnLst>
                                    <p:animScale>
                                      <p:cBhvr>
                                        <p:cTn id="2612" dur="337" fill="hold"/>
                                        <p:tgtEl>
                                          <p:spTgt spid="7"/>
                                        </p:tgtEl>
                                      </p:cBhvr>
                                      <p:by x="102388" y="102388"/>
                                    </p:animScale>
                                  </p:childTnLst>
                                </p:cTn>
                              </p:par>
                              <p:par>
                                <p:cTn id="2613" presetID="0" presetClass="path" presetSubtype="0" fill="hold" grpId="28" nodeType="withEffect">
                                  <p:stCondLst>
                                    <p:cond delay="4725"/>
                                  </p:stCondLst>
                                  <p:childTnLst>
                                    <p:animMotion origin="layout" path="M 0.0756 -9.4e-05 L 0.081 -0.003367 E" pathEditMode="relative" rAng="0" ptsTypes="AA">
                                      <p:cBhvr>
                                        <p:cTn id="2614" dur="337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2615" presetID="6" presetClass="emph" presetSubtype="0" fill="hold" grpId="29" nodeType="withEffect">
                                  <p:stCondLst>
                                    <p:cond delay="4725"/>
                                  </p:stCondLst>
                                  <p:childTnLst>
                                    <p:animScale>
                                      <p:cBhvr>
                                        <p:cTn id="2616" dur="337" fill="hold"/>
                                        <p:tgtEl>
                                          <p:spTgt spid="9"/>
                                        </p:tgtEl>
                                      </p:cBhvr>
                                      <p:by x="99291" y="99291"/>
                                    </p:animScale>
                                  </p:childTnLst>
                                </p:cTn>
                              </p:par>
                              <p:par>
                                <p:cTn id="2617" presetID="0" presetClass="path" presetSubtype="0" fill="hold" grpId="28" nodeType="withEffect">
                                  <p:stCondLst>
                                    <p:cond delay="4725"/>
                                  </p:stCondLst>
                                  <p:childTnLst>
                                    <p:animMotion origin="layout" path="M 0.1008 -0.010323 L 0.108 -0.01685 E" pathEditMode="relative" rAng="0" ptsTypes="AA">
                                      <p:cBhvr>
                                        <p:cTn id="2618" dur="337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2619" presetID="6" presetClass="emph" presetSubtype="0" fill="hold" grpId="29" nodeType="withEffect">
                                  <p:stCondLst>
                                    <p:cond delay="4725"/>
                                  </p:stCondLst>
                                  <p:childTnLst>
                                    <p:animScale>
                                      <p:cBhvr>
                                        <p:cTn id="2620" dur="337" fill="hold"/>
                                        <p:tgtEl>
                                          <p:spTgt spid="11"/>
                                        </p:tgtEl>
                                      </p:cBhvr>
                                      <p:by x="100249" y="100249"/>
                                    </p:animScale>
                                  </p:childTnLst>
                                </p:cTn>
                              </p:par>
                              <p:par>
                                <p:cTn id="2621" presetID="0" presetClass="path" presetSubtype="0" fill="hold" grpId="28" nodeType="withEffect">
                                  <p:stCondLst>
                                    <p:cond delay="4725"/>
                                  </p:stCondLst>
                                  <p:childTnLst>
                                    <p:animMotion origin="layout" path="M -0.126 -0.010384 L -0.135 -0.011595 E" pathEditMode="relative" rAng="0" ptsTypes="AA">
                                      <p:cBhvr>
                                        <p:cTn id="2622" dur="337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2623" presetID="6" presetClass="emph" presetSubtype="0" fill="hold" grpId="29" nodeType="withEffect">
                                  <p:stCondLst>
                                    <p:cond delay="4725"/>
                                  </p:stCondLst>
                                  <p:childTnLst>
                                    <p:animScale>
                                      <p:cBhvr>
                                        <p:cTn id="2624" dur="337" fill="hold"/>
                                        <p:tgtEl>
                                          <p:spTgt spid="13"/>
                                        </p:tgtEl>
                                      </p:cBhvr>
                                      <p:by x="101123" y="101123"/>
                                    </p:animScale>
                                  </p:childTnLst>
                                </p:cTn>
                              </p:par>
                              <p:par>
                                <p:cTn id="2625" presetID="0" presetClass="path" presetSubtype="0" fill="hold" grpId="28" nodeType="withEffect">
                                  <p:stCondLst>
                                    <p:cond delay="4725"/>
                                  </p:stCondLst>
                                  <p:childTnLst>
                                    <p:animMotion origin="layout" path="M 0.0504 0.001768 L 0.054 0.004636 E" pathEditMode="relative" rAng="0" ptsTypes="AA">
                                      <p:cBhvr>
                                        <p:cTn id="2626" dur="337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2627" presetID="6" presetClass="emph" presetSubtype="0" fill="hold" grpId="29" nodeType="withEffect">
                                  <p:stCondLst>
                                    <p:cond delay="4725"/>
                                  </p:stCondLst>
                                  <p:childTnLst>
                                    <p:animScale>
                                      <p:cBhvr>
                                        <p:cTn id="2628" dur="337" fill="hold"/>
                                        <p:tgtEl>
                                          <p:spTgt spid="15"/>
                                        </p:tgtEl>
                                      </p:cBhvr>
                                      <p:by x="101568" y="101568"/>
                                    </p:animScale>
                                  </p:childTnLst>
                                </p:cTn>
                              </p:par>
                              <p:par>
                                <p:cTn id="2629" presetID="0" presetClass="path" presetSubtype="0" fill="hold" grpId="28" nodeType="withEffect">
                                  <p:stCondLst>
                                    <p:cond delay="4725"/>
                                  </p:stCondLst>
                                  <p:childTnLst>
                                    <p:animMotion origin="layout" path="M 0.0756 0.008397 L 0.081 0.012638 E" pathEditMode="relative" rAng="0" ptsTypes="AA">
                                      <p:cBhvr>
                                        <p:cTn id="2630" dur="337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2631" presetID="6" presetClass="emph" presetSubtype="0" fill="hold" grpId="29" nodeType="withEffect">
                                  <p:stCondLst>
                                    <p:cond delay="4725"/>
                                  </p:stCondLst>
                                  <p:childTnLst>
                                    <p:animScale>
                                      <p:cBhvr>
                                        <p:cTn id="2632" dur="337" fill="hold"/>
                                        <p:tgtEl>
                                          <p:spTgt spid="17"/>
                                        </p:tgtEl>
                                      </p:cBhvr>
                                      <p:by x="101469" y="101469"/>
                                    </p:animScale>
                                  </p:childTnLst>
                                </p:cTn>
                              </p:par>
                              <p:par>
                                <p:cTn id="2633" presetID="0" presetClass="path" presetSubtype="0" fill="hold" grpId="42" nodeType="withEffect">
                                  <p:stCondLst>
                                    <p:cond delay="4725"/>
                                  </p:stCondLst>
                                  <p:childTnLst>
                                    <p:animMotion origin="layout" path="M -0.021228 -0.009408 L -0.014865 -0.002689 E" pathEditMode="relative" rAng="0" ptsTypes="AA">
                                      <p:cBhvr>
                                        <p:cTn id="2634" dur="337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2635" presetID="6" presetClass="emph" presetSubtype="0" fill="hold" grpId="43" nodeType="withEffect">
                                  <p:stCondLst>
                                    <p:cond delay="4725"/>
                                  </p:stCondLst>
                                  <p:childTnLst>
                                    <p:animScale>
                                      <p:cBhvr>
                                        <p:cTn id="2636" dur="337" fill="hold"/>
                                        <p:tgtEl>
                                          <p:spTgt spid="28"/>
                                        </p:tgtEl>
                                      </p:cBhvr>
                                      <p:by x="100685" y="100685"/>
                                    </p:animScale>
                                  </p:childTnLst>
                                </p:cTn>
                              </p:par>
                              <p:par>
                                <p:cTn id="2637" presetID="8" presetClass="emph" presetSubtype="0" fill="hold" grpId="44" nodeType="withEffect">
                                  <p:stCondLst>
                                    <p:cond delay="4725"/>
                                  </p:stCondLst>
                                  <p:childTnLst>
                                    <p:animRot by="23760">
                                      <p:cBhvr>
                                        <p:cTn id="2638" dur="337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2639" presetID="0" presetClass="path" presetSubtype="0" fill="hold" grpId="42" nodeType="withEffect">
                                  <p:stCondLst>
                                    <p:cond delay="4725"/>
                                  </p:stCondLst>
                                  <p:childTnLst>
                                    <p:animMotion origin="layout" path="M 0.03228 0.004277 L 0.014207 0.005203 E" pathEditMode="relative" rAng="0" ptsTypes="AA">
                                      <p:cBhvr>
                                        <p:cTn id="2640" dur="337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2641" presetID="6" presetClass="emph" presetSubtype="0" fill="hold" grpId="43" nodeType="withEffect">
                                  <p:stCondLst>
                                    <p:cond delay="4725"/>
                                  </p:stCondLst>
                                  <p:childTnLst>
                                    <p:animScale>
                                      <p:cBhvr>
                                        <p:cTn id="2642" dur="337" fill="hold"/>
                                        <p:tgtEl>
                                          <p:spTgt spid="29"/>
                                        </p:tgtEl>
                                      </p:cBhvr>
                                      <p:by x="101721" y="101721"/>
                                    </p:animScale>
                                  </p:childTnLst>
                                </p:cTn>
                              </p:par>
                              <p:par>
                                <p:cTn id="2643" presetID="8" presetClass="emph" presetSubtype="0" fill="hold" grpId="44" nodeType="withEffect">
                                  <p:stCondLst>
                                    <p:cond delay="4725"/>
                                  </p:stCondLst>
                                  <p:childTnLst>
                                    <p:animRot by="-59340">
                                      <p:cBhvr>
                                        <p:cTn id="2644" dur="337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2645" presetID="0" presetClass="path" presetSubtype="0" fill="hold" grpId="42" nodeType="withEffect">
                                  <p:stCondLst>
                                    <p:cond delay="4725"/>
                                  </p:stCondLst>
                                  <p:childTnLst>
                                    <p:animMotion origin="layout" path="M -0.008933 0.016775 L 0.003114 0.009236 E" pathEditMode="relative" rAng="0" ptsTypes="AA">
                                      <p:cBhvr>
                                        <p:cTn id="2646" dur="337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2647" presetID="6" presetClass="emph" presetSubtype="0" fill="hold" grpId="43" nodeType="withEffect">
                                  <p:stCondLst>
                                    <p:cond delay="4725"/>
                                  </p:stCondLst>
                                  <p:childTnLst>
                                    <p:animScale>
                                      <p:cBhvr>
                                        <p:cTn id="2648" dur="337" fill="hold"/>
                                        <p:tgtEl>
                                          <p:spTgt spid="30"/>
                                        </p:tgtEl>
                                      </p:cBhvr>
                                      <p:by x="101007" y="101007"/>
                                    </p:animScale>
                                  </p:childTnLst>
                                </p:cTn>
                              </p:par>
                              <p:par>
                                <p:cTn id="2649" presetID="8" presetClass="emph" presetSubtype="0" fill="hold" grpId="44" nodeType="withEffect">
                                  <p:stCondLst>
                                    <p:cond delay="4725"/>
                                  </p:stCondLst>
                                  <p:childTnLst>
                                    <p:animRot by="35280">
                                      <p:cBhvr>
                                        <p:cTn id="2650" dur="337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2651" presetID="0" presetClass="path" presetSubtype="0" fill="hold" grpId="42" nodeType="withEffect">
                                  <p:stCondLst>
                                    <p:cond delay="4725"/>
                                  </p:stCondLst>
                                  <p:childTnLst>
                                    <p:animMotion origin="layout" path="M -0.030255 0.013184 L -0.021085 0.00372 E" pathEditMode="relative" rAng="0" ptsTypes="AA">
                                      <p:cBhvr>
                                        <p:cTn id="2652" dur="337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2653" presetID="6" presetClass="emph" presetSubtype="0" fill="hold" grpId="43" nodeType="withEffect">
                                  <p:stCondLst>
                                    <p:cond delay="4725"/>
                                  </p:stCondLst>
                                  <p:childTnLst>
                                    <p:animScale>
                                      <p:cBhvr>
                                        <p:cTn id="2654" dur="337" fill="hold"/>
                                        <p:tgtEl>
                                          <p:spTgt spid="31"/>
                                        </p:tgtEl>
                                      </p:cBhvr>
                                      <p:by x="99335" y="99335"/>
                                    </p:animScale>
                                  </p:childTnLst>
                                </p:cTn>
                              </p:par>
                              <p:par>
                                <p:cTn id="2655" presetID="8" presetClass="emph" presetSubtype="0" fill="hold" grpId="44" nodeType="withEffect">
                                  <p:stCondLst>
                                    <p:cond delay="4725"/>
                                  </p:stCondLst>
                                  <p:childTnLst>
                                    <p:animRot by="24180">
                                      <p:cBhvr>
                                        <p:cTn id="2656" dur="337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2657" presetID="0" presetClass="path" presetSubtype="0" fill="hold" grpId="42" nodeType="withEffect">
                                  <p:stCondLst>
                                    <p:cond delay="4725"/>
                                  </p:stCondLst>
                                  <p:childTnLst>
                                    <p:animMotion origin="layout" path="M 0.024394 -0.003334 L 0.01069 -0.003983 E" pathEditMode="relative" rAng="0" ptsTypes="AA">
                                      <p:cBhvr>
                                        <p:cTn id="2658" dur="337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2659" presetID="6" presetClass="emph" presetSubtype="0" fill="hold" grpId="43" nodeType="withEffect">
                                  <p:stCondLst>
                                    <p:cond delay="4725"/>
                                  </p:stCondLst>
                                  <p:childTnLst>
                                    <p:animScale>
                                      <p:cBhvr>
                                        <p:cTn id="2660" dur="337" fill="hold"/>
                                        <p:tgtEl>
                                          <p:spTgt spid="42"/>
                                        </p:tgtEl>
                                      </p:cBhvr>
                                      <p:by x="98378" y="98378"/>
                                    </p:animScale>
                                  </p:childTnLst>
                                </p:cTn>
                              </p:par>
                              <p:par>
                                <p:cTn id="2661" presetID="8" presetClass="emph" presetSubtype="0" fill="hold" grpId="44" nodeType="withEffect">
                                  <p:stCondLst>
                                    <p:cond delay="4725"/>
                                  </p:stCondLst>
                                  <p:childTnLst>
                                    <p:animRot by="-59400">
                                      <p:cBhvr>
                                        <p:cTn id="2662" dur="337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2663" presetID="0" presetClass="path" presetSubtype="0" fill="hold" grpId="28" nodeType="withEffect">
                                  <p:stCondLst>
                                    <p:cond delay="4725"/>
                                  </p:stCondLst>
                                  <p:childTnLst>
                                    <p:animMotion origin="layout" path="M 0.220182 -0.016499 L 0.230511 -0.007775 E" pathEditMode="relative" rAng="0" ptsTypes="AA">
                                      <p:cBhvr>
                                        <p:cTn id="2664" dur="337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2665" presetID="8" presetClass="emph" presetSubtype="0" fill="hold" grpId="29" nodeType="withEffect">
                                  <p:stCondLst>
                                    <p:cond delay="4725"/>
                                  </p:stCondLst>
                                  <p:childTnLst>
                                    <p:animRot by="-38040">
                                      <p:cBhvr>
                                        <p:cTn id="2666" dur="337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2667" presetID="0" presetClass="path" presetSubtype="0" fill="hold" grpId="42" nodeType="withEffect">
                                  <p:stCondLst>
                                    <p:cond delay="4725"/>
                                  </p:stCondLst>
                                  <p:childTnLst>
                                    <p:animMotion origin="layout" path="M 0.2478 0.007538 L 0.2655 0.000638 E" pathEditMode="relative" rAng="0" ptsTypes="AA">
                                      <p:cBhvr>
                                        <p:cTn id="2668" dur="337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2669" presetID="6" presetClass="emph" presetSubtype="0" fill="hold" grpId="43" nodeType="withEffect">
                                  <p:stCondLst>
                                    <p:cond delay="4725"/>
                                  </p:stCondLst>
                                  <p:childTnLst>
                                    <p:animScale>
                                      <p:cBhvr>
                                        <p:cTn id="2670" dur="337" fill="hold"/>
                                        <p:tgtEl>
                                          <p:spTgt spid="21"/>
                                        </p:tgtEl>
                                      </p:cBhvr>
                                      <p:by x="96688" y="96688"/>
                                    </p:animScale>
                                  </p:childTnLst>
                                </p:cTn>
                              </p:par>
                              <p:par>
                                <p:cTn id="2671" presetID="8" presetClass="emph" presetSubtype="0" fill="hold" grpId="44" nodeType="withEffect">
                                  <p:stCondLst>
                                    <p:cond delay="4725"/>
                                  </p:stCondLst>
                                  <p:childTnLst>
                                    <p:animRot by="-234420">
                                      <p:cBhvr>
                                        <p:cTn id="2672" dur="337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2673" presetID="0" presetClass="path" presetSubtype="0" fill="hold" grpId="42" nodeType="withEffect">
                                  <p:stCondLst>
                                    <p:cond delay="4725"/>
                                  </p:stCondLst>
                                  <p:childTnLst>
                                    <p:animMotion origin="layout" path="M 0.2688 0.007194 L 0.288 -0.004725 E" pathEditMode="relative" rAng="0" ptsTypes="AA">
                                      <p:cBhvr>
                                        <p:cTn id="2674" dur="337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2675" presetID="6" presetClass="emph" presetSubtype="0" fill="hold" grpId="43" nodeType="withEffect">
                                  <p:stCondLst>
                                    <p:cond delay="4725"/>
                                  </p:stCondLst>
                                  <p:childTnLst>
                                    <p:animScale>
                                      <p:cBhvr>
                                        <p:cTn id="2676" dur="337" fill="hold"/>
                                        <p:tgtEl>
                                          <p:spTgt spid="23"/>
                                        </p:tgtEl>
                                      </p:cBhvr>
                                      <p:by x="94000" y="94000"/>
                                    </p:animScale>
                                  </p:childTnLst>
                                </p:cTn>
                              </p:par>
                              <p:par>
                                <p:cTn id="2677" presetID="8" presetClass="emph" presetSubtype="0" fill="hold" grpId="44" nodeType="withEffect">
                                  <p:stCondLst>
                                    <p:cond delay="4725"/>
                                  </p:stCondLst>
                                  <p:childTnLst>
                                    <p:animRot by="-39660">
                                      <p:cBhvr>
                                        <p:cTn id="2678" dur="337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2679" presetID="0" presetClass="path" presetSubtype="0" fill="hold" grpId="42" nodeType="withEffect">
                                  <p:stCondLst>
                                    <p:cond delay="4725"/>
                                  </p:stCondLst>
                                  <p:childTnLst>
                                    <p:animMotion origin="layout" path="M 0.2898 -0.004706 L 0.3105 -0.014015 E" pathEditMode="relative" rAng="0" ptsTypes="AA">
                                      <p:cBhvr>
                                        <p:cTn id="2680" dur="337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2681" presetID="6" presetClass="emph" presetSubtype="0" fill="hold" grpId="43" nodeType="withEffect">
                                  <p:stCondLst>
                                    <p:cond delay="4725"/>
                                  </p:stCondLst>
                                  <p:childTnLst>
                                    <p:animScale>
                                      <p:cBhvr>
                                        <p:cTn id="2682" dur="337" fill="hold"/>
                                        <p:tgtEl>
                                          <p:spTgt spid="25"/>
                                        </p:tgtEl>
                                      </p:cBhvr>
                                      <p:by x="95078" y="95078"/>
                                    </p:animScale>
                                  </p:childTnLst>
                                </p:cTn>
                              </p:par>
                              <p:par>
                                <p:cTn id="2683" presetID="8" presetClass="emph" presetSubtype="0" fill="hold" grpId="44" nodeType="withEffect">
                                  <p:stCondLst>
                                    <p:cond delay="4725"/>
                                  </p:stCondLst>
                                  <p:childTnLst>
                                    <p:animRot by="182100">
                                      <p:cBhvr>
                                        <p:cTn id="2684" dur="337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2685" presetID="0" presetClass="path" presetSubtype="0" fill="hold" grpId="28" nodeType="withEffect">
                                  <p:stCondLst>
                                    <p:cond delay="4725"/>
                                  </p:stCondLst>
                                  <p:childTnLst>
                                    <p:animMotion origin="layout" path="M -0.028736 -0.005117 L -0.019963 0.000375 E" pathEditMode="relative" rAng="0" ptsTypes="AA">
                                      <p:cBhvr>
                                        <p:cTn id="2686" dur="337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2687" presetID="6" presetClass="emph" presetSubtype="0" fill="hold" grpId="29" nodeType="withEffect">
                                  <p:stCondLst>
                                    <p:cond delay="4725"/>
                                  </p:stCondLst>
                                  <p:childTnLst>
                                    <p:animScale>
                                      <p:cBhvr>
                                        <p:cTn id="2688" dur="337" fill="hold"/>
                                        <p:tgtEl>
                                          <p:spTgt spid="43"/>
                                        </p:tgtEl>
                                      </p:cBhvr>
                                      <p:by x="113708" y="113708"/>
                                    </p:animScale>
                                  </p:childTnLst>
                                </p:cTn>
                              </p:par>
                              <p:par>
                                <p:cTn id="2689" presetID="0" presetClass="path" presetSubtype="0" fill="hold" grpId="28" nodeType="withEffect">
                                  <p:stCondLst>
                                    <p:cond delay="4725"/>
                                  </p:stCondLst>
                                  <p:childTnLst>
                                    <p:animMotion origin="layout" path="M -0.023823 0.007092 L -0.004158 0.005978 E" pathEditMode="relative" rAng="0" ptsTypes="AA">
                                      <p:cBhvr>
                                        <p:cTn id="2690" dur="337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2691" presetID="6" presetClass="emph" presetSubtype="0" fill="hold" grpId="29" nodeType="withEffect">
                                  <p:stCondLst>
                                    <p:cond delay="4725"/>
                                  </p:stCondLst>
                                  <p:childTnLst>
                                    <p:animScale>
                                      <p:cBhvr>
                                        <p:cTn id="2692" dur="337" fill="hold"/>
                                        <p:tgtEl>
                                          <p:spTgt spid="44"/>
                                        </p:tgtEl>
                                      </p:cBhvr>
                                      <p:by x="126314" y="126314"/>
                                    </p:animScale>
                                  </p:childTnLst>
                                </p:cTn>
                              </p:par>
                              <p:par>
                                <p:cTn id="2693" presetID="0" presetClass="path" presetSubtype="0" fill="hold" grpId="28" nodeType="withEffect">
                                  <p:stCondLst>
                                    <p:cond delay="4725"/>
                                  </p:stCondLst>
                                  <p:childTnLst>
                                    <p:animMotion origin="layout" path="M 0.015991 0.008911 L 0.017739 0.002823 E" pathEditMode="relative" rAng="0" ptsTypes="AA">
                                      <p:cBhvr>
                                        <p:cTn id="2694" dur="337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2695" presetID="6" presetClass="emph" presetSubtype="0" fill="hold" grpId="29" nodeType="withEffect">
                                  <p:stCondLst>
                                    <p:cond delay="4725"/>
                                  </p:stCondLst>
                                  <p:childTnLst>
                                    <p:animScale>
                                      <p:cBhvr>
                                        <p:cTn id="2696" dur="337" fill="hold"/>
                                        <p:tgtEl>
                                          <p:spTgt spid="45"/>
                                        </p:tgtEl>
                                      </p:cBhvr>
                                      <p:by x="101827" y="101827"/>
                                    </p:animScale>
                                  </p:childTnLst>
                                </p:cTn>
                              </p:par>
                              <p:par>
                                <p:cTn id="2697" presetID="0" presetClass="path" presetSubtype="0" fill="hold" grpId="28" nodeType="withEffect">
                                  <p:stCondLst>
                                    <p:cond delay="4725"/>
                                  </p:stCondLst>
                                  <p:childTnLst>
                                    <p:animMotion origin="layout" path="M 0.032378 -0.002324 L 0.013648 -0.004467 E" pathEditMode="relative" rAng="0" ptsTypes="AA">
                                      <p:cBhvr>
                                        <p:cTn id="2698" dur="337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2699" presetID="6" presetClass="emph" presetSubtype="0" fill="hold" grpId="29" nodeType="withEffect">
                                  <p:stCondLst>
                                    <p:cond delay="4725"/>
                                  </p:stCondLst>
                                  <p:childTnLst>
                                    <p:animScale>
                                      <p:cBhvr>
                                        <p:cTn id="2700" dur="337" fill="hold"/>
                                        <p:tgtEl>
                                          <p:spTgt spid="46"/>
                                        </p:tgtEl>
                                      </p:cBhvr>
                                      <p:by x="80579" y="80579"/>
                                    </p:animScale>
                                  </p:childTnLst>
                                </p:cTn>
                              </p:par>
                              <p:par>
                                <p:cTn id="2701" presetID="0" presetClass="path" presetSubtype="0" fill="hold" grpId="28" nodeType="withEffect">
                                  <p:stCondLst>
                                    <p:cond delay="4725"/>
                                  </p:stCondLst>
                                  <p:childTnLst>
                                    <p:animMotion origin="layout" path="M 0.147522 -0.019748 L 0.154442 -0.011656 E" pathEditMode="relative" rAng="0" ptsTypes="AA">
                                      <p:cBhvr>
                                        <p:cTn id="2702" dur="337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2703" presetID="8" presetClass="emph" presetSubtype="0" fill="hold" grpId="29" nodeType="withEffect">
                                  <p:stCondLst>
                                    <p:cond delay="4725"/>
                                  </p:stCondLst>
                                  <p:childTnLst>
                                    <p:animRot by="69120">
                                      <p:cBhvr>
                                        <p:cTn id="2704" dur="337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2705" presetID="0" presetClass="path" presetSubtype="0" fill="hold" grpId="28" nodeType="withEffect">
                                  <p:stCondLst>
                                    <p:cond delay="4725"/>
                                  </p:stCondLst>
                                  <p:childTnLst>
                                    <p:animMotion origin="layout" path="M 0.173944 -0.016328 L 0.182103 -0.007642 E" pathEditMode="relative" rAng="0" ptsTypes="AA">
                                      <p:cBhvr>
                                        <p:cTn id="2706" dur="337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2707" presetID="8" presetClass="emph" presetSubtype="0" fill="hold" grpId="29" nodeType="withEffect">
                                  <p:stCondLst>
                                    <p:cond delay="4725"/>
                                  </p:stCondLst>
                                  <p:childTnLst>
                                    <p:animRot by="-40680">
                                      <p:cBhvr>
                                        <p:cTn id="2708" dur="337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2709" presetID="0" presetClass="path" presetSubtype="0" fill="hold" grpId="28" nodeType="withEffect">
                                  <p:stCondLst>
                                    <p:cond delay="4725"/>
                                  </p:stCondLst>
                                  <p:childTnLst>
                                    <p:animMotion origin="layout" path="M 0.1211 -0.006546 L 0.126781 -0.001445 E" pathEditMode="relative" rAng="0" ptsTypes="AA">
                                      <p:cBhvr>
                                        <p:cTn id="2710" dur="337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2711" presetID="8" presetClass="emph" presetSubtype="0" fill="hold" grpId="29" nodeType="withEffect">
                                  <p:stCondLst>
                                    <p:cond delay="4725"/>
                                  </p:stCondLst>
                                  <p:childTnLst>
                                    <p:animRot by="-131280">
                                      <p:cBhvr>
                                        <p:cTn id="2712" dur="337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2713" presetID="0" presetClass="path" presetSubtype="0" fill="hold" grpId="28" nodeType="withEffect">
                                  <p:stCondLst>
                                    <p:cond delay="4745"/>
                                  </p:stCondLst>
                                  <p:childTnLst>
                                    <p:animMotion origin="layout" path="M 0.0245 -0.021577 L 0.02625 -0.021894 E" pathEditMode="relative" rAng="0" ptsTypes="AA">
                                      <p:cBhvr>
                                        <p:cTn id="2714" dur="337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2715" presetID="6" presetClass="emph" presetSubtype="0" fill="hold" grpId="29" nodeType="withEffect">
                                  <p:stCondLst>
                                    <p:cond delay="4745"/>
                                  </p:stCondLst>
                                  <p:childTnLst>
                                    <p:animScale>
                                      <p:cBhvr>
                                        <p:cTn id="2716" dur="337" fill="hold"/>
                                        <p:tgtEl>
                                          <p:spTgt spid="5"/>
                                        </p:tgtEl>
                                      </p:cBhvr>
                                      <p:by x="102388" y="102388"/>
                                    </p:animScale>
                                  </p:childTnLst>
                                </p:cTn>
                              </p:par>
                              <p:par>
                                <p:cTn id="2717" presetID="0" presetClass="path" presetSubtype="0" fill="hold" grpId="28" nodeType="withEffect">
                                  <p:stCondLst>
                                    <p:cond delay="4745"/>
                                  </p:stCondLst>
                                  <p:childTnLst>
                                    <p:animMotion origin="layout" path="M 0.076428 -0.000194 L 0.081892 -0.003475 E" pathEditMode="relative" rAng="0" ptsTypes="AA">
                                      <p:cBhvr>
                                        <p:cTn id="2718" dur="337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2719" presetID="6" presetClass="emph" presetSubtype="0" fill="hold" grpId="29" nodeType="withEffect">
                                  <p:stCondLst>
                                    <p:cond delay="4745"/>
                                  </p:stCondLst>
                                  <p:childTnLst>
                                    <p:animScale>
                                      <p:cBhvr>
                                        <p:cTn id="2720" dur="337" fill="hold"/>
                                        <p:tgtEl>
                                          <p:spTgt spid="10"/>
                                        </p:tgtEl>
                                      </p:cBhvr>
                                      <p:by x="99291" y="99291"/>
                                    </p:animScale>
                                  </p:childTnLst>
                                </p:cTn>
                              </p:par>
                              <p:par>
                                <p:cTn id="2721" presetID="0" presetClass="path" presetSubtype="0" fill="hold" grpId="28" nodeType="withEffect">
                                  <p:stCondLst>
                                    <p:cond delay="4745"/>
                                  </p:stCondLst>
                                  <p:childTnLst>
                                    <p:animMotion origin="layout" path="M 0.102113 -0.010479 L 0.109288 -0.017003 E" pathEditMode="relative" rAng="0" ptsTypes="AA">
                                      <p:cBhvr>
                                        <p:cTn id="2722" dur="337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2723" presetID="6" presetClass="emph" presetSubtype="0" fill="hold" grpId="29" nodeType="withEffect">
                                  <p:stCondLst>
                                    <p:cond delay="4745"/>
                                  </p:stCondLst>
                                  <p:childTnLst>
                                    <p:animScale>
                                      <p:cBhvr>
                                        <p:cTn id="2724" dur="337" fill="hold"/>
                                        <p:tgtEl>
                                          <p:spTgt spid="12"/>
                                        </p:tgtEl>
                                      </p:cBhvr>
                                      <p:by x="100249" y="100249"/>
                                    </p:animScale>
                                  </p:childTnLst>
                                </p:cTn>
                              </p:par>
                              <p:par>
                                <p:cTn id="2725" presetID="0" presetClass="path" presetSubtype="0" fill="hold" grpId="28" nodeType="withEffect">
                                  <p:stCondLst>
                                    <p:cond delay="4745"/>
                                  </p:stCondLst>
                                  <p:childTnLst>
                                    <p:animMotion origin="layout" path="M -0.124647 -0.010507 L -0.133771 -0.011706 E" pathEditMode="relative" rAng="0" ptsTypes="AA">
                                      <p:cBhvr>
                                        <p:cTn id="2726" dur="337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2727" presetID="6" presetClass="emph" presetSubtype="0" fill="hold" grpId="29" nodeType="withEffect">
                                  <p:stCondLst>
                                    <p:cond delay="4745"/>
                                  </p:stCondLst>
                                  <p:childTnLst>
                                    <p:animScale>
                                      <p:cBhvr>
                                        <p:cTn id="2728" dur="337" fill="hold"/>
                                        <p:tgtEl>
                                          <p:spTgt spid="14"/>
                                        </p:tgtEl>
                                      </p:cBhvr>
                                      <p:by x="101123" y="101123"/>
                                    </p:animScale>
                                  </p:childTnLst>
                                </p:cTn>
                              </p:par>
                              <p:par>
                                <p:cTn id="2729" presetID="0" presetClass="path" presetSubtype="0" fill="hold" grpId="28" nodeType="withEffect">
                                  <p:stCondLst>
                                    <p:cond delay="4745"/>
                                  </p:stCondLst>
                                  <p:childTnLst>
                                    <p:animMotion origin="layout" path="M 0.05112 0.001687 L 0.054567 0.004572 E" pathEditMode="relative" rAng="0" ptsTypes="AA">
                                      <p:cBhvr>
                                        <p:cTn id="2730" dur="337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2731" presetID="6" presetClass="emph" presetSubtype="0" fill="hold" grpId="29" nodeType="withEffect">
                                  <p:stCondLst>
                                    <p:cond delay="4745"/>
                                  </p:stCondLst>
                                  <p:childTnLst>
                                    <p:animScale>
                                      <p:cBhvr>
                                        <p:cTn id="2732" dur="337" fill="hold"/>
                                        <p:tgtEl>
                                          <p:spTgt spid="16"/>
                                        </p:tgtEl>
                                      </p:cBhvr>
                                      <p:by x="101568" y="101568"/>
                                    </p:animScale>
                                  </p:childTnLst>
                                </p:cTn>
                              </p:par>
                              <p:par>
                                <p:cTn id="2733" presetID="0" presetClass="path" presetSubtype="0" fill="hold" grpId="28" nodeType="withEffect">
                                  <p:stCondLst>
                                    <p:cond delay="4745"/>
                                  </p:stCondLst>
                                  <p:childTnLst>
                                    <p:animMotion origin="layout" path="M 0.07565 0.008391 L 0.080927 0.012647 E" pathEditMode="relative" rAng="0" ptsTypes="AA">
                                      <p:cBhvr>
                                        <p:cTn id="2734" dur="337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2735" presetID="6" presetClass="emph" presetSubtype="0" fill="hold" grpId="29" nodeType="withEffect">
                                  <p:stCondLst>
                                    <p:cond delay="4745"/>
                                  </p:stCondLst>
                                  <p:childTnLst>
                                    <p:animScale>
                                      <p:cBhvr>
                                        <p:cTn id="2736" dur="337" fill="hold"/>
                                        <p:tgtEl>
                                          <p:spTgt spid="18"/>
                                        </p:tgtEl>
                                      </p:cBhvr>
                                      <p:by x="101469" y="101469"/>
                                    </p:animScale>
                                  </p:childTnLst>
                                </p:cTn>
                              </p:par>
                              <p:par>
                                <p:cTn id="2737" presetID="0" presetClass="path" presetSubtype="0" fill="hold" grpId="28" nodeType="withEffect">
                                  <p:stCondLst>
                                    <p:cond delay="4745"/>
                                  </p:stCondLst>
                                  <p:childTnLst>
                                    <p:animMotion origin="layout" path="M 0.221067 -0.016514 L 0.231203 -0.007791 E" pathEditMode="relative" rAng="0" ptsTypes="AA">
                                      <p:cBhvr>
                                        <p:cTn id="2738" dur="337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2739" presetID="8" presetClass="emph" presetSubtype="0" fill="hold" grpId="29" nodeType="withEffect">
                                  <p:stCondLst>
                                    <p:cond delay="4745"/>
                                  </p:stCondLst>
                                  <p:childTnLst>
                                    <p:animRot by="-38040">
                                      <p:cBhvr>
                                        <p:cTn id="2740" dur="337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2741" presetID="0" presetClass="path" presetSubtype="0" fill="hold" grpId="42" nodeType="withEffect">
                                  <p:stCondLst>
                                    <p:cond delay="4745"/>
                                  </p:stCondLst>
                                  <p:childTnLst>
                                    <p:animMotion origin="layout" path="M 0.248087 0.007046 L 0.265421 0.000317 E" pathEditMode="relative" rAng="0" ptsTypes="AA">
                                      <p:cBhvr>
                                        <p:cTn id="2742" dur="337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2743" presetID="6" presetClass="emph" presetSubtype="0" fill="hold" grpId="43" nodeType="withEffect">
                                  <p:stCondLst>
                                    <p:cond delay="4745"/>
                                  </p:stCondLst>
                                  <p:childTnLst>
                                    <p:animScale>
                                      <p:cBhvr>
                                        <p:cTn id="2744" dur="337" fill="hold"/>
                                        <p:tgtEl>
                                          <p:spTgt spid="22"/>
                                        </p:tgtEl>
                                      </p:cBhvr>
                                      <p:by x="96688" y="96688"/>
                                    </p:animScale>
                                  </p:childTnLst>
                                </p:cTn>
                              </p:par>
                              <p:par>
                                <p:cTn id="2745" presetID="8" presetClass="emph" presetSubtype="0" fill="hold" grpId="44" nodeType="withEffect">
                                  <p:stCondLst>
                                    <p:cond delay="4745"/>
                                  </p:stCondLst>
                                  <p:childTnLst>
                                    <p:animRot by="-234420">
                                      <p:cBhvr>
                                        <p:cTn id="2746" dur="337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2747" presetID="0" presetClass="path" presetSubtype="0" fill="hold" grpId="42" nodeType="withEffect">
                                  <p:stCondLst>
                                    <p:cond delay="4745"/>
                                  </p:stCondLst>
                                  <p:childTnLst>
                                    <p:animMotion origin="layout" path="M 0.268539 0.006796 L 0.287706 -0.004853 E" pathEditMode="relative" rAng="0" ptsTypes="AA">
                                      <p:cBhvr>
                                        <p:cTn id="2748" dur="337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2749" presetID="6" presetClass="emph" presetSubtype="0" fill="hold" grpId="43" nodeType="withEffect">
                                  <p:stCondLst>
                                    <p:cond delay="4745"/>
                                  </p:stCondLst>
                                  <p:childTnLst>
                                    <p:animScale>
                                      <p:cBhvr>
                                        <p:cTn id="2750" dur="337" fill="hold"/>
                                        <p:tgtEl>
                                          <p:spTgt spid="24"/>
                                        </p:tgtEl>
                                      </p:cBhvr>
                                      <p:by x="94000" y="94000"/>
                                    </p:animScale>
                                  </p:childTnLst>
                                </p:cTn>
                              </p:par>
                              <p:par>
                                <p:cTn id="2751" presetID="8" presetClass="emph" presetSubtype="0" fill="hold" grpId="44" nodeType="withEffect">
                                  <p:stCondLst>
                                    <p:cond delay="4745"/>
                                  </p:stCondLst>
                                  <p:childTnLst>
                                    <p:animRot by="-39660">
                                      <p:cBhvr>
                                        <p:cTn id="2752" dur="337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2753" presetID="0" presetClass="path" presetSubtype="0" fill="hold" grpId="42" nodeType="withEffect">
                                  <p:stCondLst>
                                    <p:cond delay="4745"/>
                                  </p:stCondLst>
                                  <p:childTnLst>
                                    <p:animMotion origin="layout" path="M 0.289312 -0.004784 L 0.310224 -0.013929 E" pathEditMode="relative" rAng="0" ptsTypes="AA">
                                      <p:cBhvr>
                                        <p:cTn id="2754" dur="337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2755" presetID="6" presetClass="emph" presetSubtype="0" fill="hold" grpId="43" nodeType="withEffect">
                                  <p:stCondLst>
                                    <p:cond delay="4745"/>
                                  </p:stCondLst>
                                  <p:childTnLst>
                                    <p:animScale>
                                      <p:cBhvr>
                                        <p:cTn id="2756" dur="337" fill="hold"/>
                                        <p:tgtEl>
                                          <p:spTgt spid="26"/>
                                        </p:tgtEl>
                                      </p:cBhvr>
                                      <p:by x="95078" y="95078"/>
                                    </p:animScale>
                                  </p:childTnLst>
                                </p:cTn>
                              </p:par>
                              <p:par>
                                <p:cTn id="2757" presetID="8" presetClass="emph" presetSubtype="0" fill="hold" grpId="44" nodeType="withEffect">
                                  <p:stCondLst>
                                    <p:cond delay="4745"/>
                                  </p:stCondLst>
                                  <p:childTnLst>
                                    <p:animRot by="182100">
                                      <p:cBhvr>
                                        <p:cTn id="2758" dur="337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2759" presetID="0" presetClass="path" presetSubtype="0" fill="hold" grpId="28" nodeType="withEffect">
                                  <p:stCondLst>
                                    <p:cond delay="4765"/>
                                  </p:stCondLst>
                                  <p:childTnLst>
                                    <p:animMotion origin="layout" path="M 0.0245 -0.021577 L 0.02625 -0.021894 E" pathEditMode="relative" rAng="0" ptsTypes="AA">
                                      <p:cBhvr>
                                        <p:cTn id="2760" dur="337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2761" presetID="6" presetClass="emph" presetSubtype="0" fill="hold" grpId="29" nodeType="withEffect">
                                  <p:stCondLst>
                                    <p:cond delay="4765"/>
                                  </p:stCondLst>
                                  <p:childTnLst>
                                    <p:animScale>
                                      <p:cBhvr>
                                        <p:cTn id="2762" dur="337" fill="hold"/>
                                        <p:tgtEl>
                                          <p:spTgt spid="6"/>
                                        </p:tgtEl>
                                      </p:cBhvr>
                                      <p:by x="102388" y="102388"/>
                                    </p:animScale>
                                  </p:childTnLst>
                                </p:cTn>
                              </p:par>
                              <p:par>
                                <p:cTn id="2763" presetID="0" presetClass="path" presetSubtype="0" fill="hold" grpId="28" nodeType="withEffect">
                                  <p:stCondLst>
                                    <p:cond delay="4765"/>
                                  </p:stCondLst>
                                  <p:childTnLst>
                                    <p:animMotion origin="layout" path="M 0.222799 -0.012415 L 0.232577 -0.004588 E" pathEditMode="relative" rAng="0" ptsTypes="AA">
                                      <p:cBhvr>
                                        <p:cTn id="2764" dur="337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2765" presetID="8" presetClass="emph" presetSubtype="0" fill="hold" grpId="29" nodeType="withEffect">
                                  <p:stCondLst>
                                    <p:cond delay="4765"/>
                                  </p:stCondLst>
                                  <p:childTnLst>
                                    <p:animRot by="-38040">
                                      <p:cBhvr>
                                        <p:cTn id="2766" dur="337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2767" presetID="0" presetClass="path" presetSubtype="0" fill="hold" grpId="28" nodeType="withEffect">
                                  <p:stCondLst>
                                    <p:cond delay="4785"/>
                                  </p:stCondLst>
                                  <p:childTnLst>
                                    <p:animMotion origin="layout" path="M 0.223256 -0.016994 L 0.232915 -0.008176 E" pathEditMode="relative" rAng="0" ptsTypes="AA">
                                      <p:cBhvr>
                                        <p:cTn id="2768" dur="337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2769" presetID="8" presetClass="emph" presetSubtype="0" fill="hold" grpId="29" nodeType="withEffect">
                                  <p:stCondLst>
                                    <p:cond delay="4785"/>
                                  </p:stCondLst>
                                  <p:childTnLst>
                                    <p:animRot by="-38040">
                                      <p:cBhvr>
                                        <p:cTn id="2770" dur="337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2771" presetID="0" presetClass="path" presetSubtype="0" fill="hold" grpId="28" nodeType="withEffect">
                                  <p:stCondLst>
                                    <p:cond delay="4805"/>
                                  </p:stCondLst>
                                  <p:childTnLst>
                                    <p:animMotion origin="layout" path="M 0.223324 -0.016992 L 0.232968 -0.008175 E" pathEditMode="relative" rAng="0" ptsTypes="AA">
                                      <p:cBhvr>
                                        <p:cTn id="2772" dur="337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2773" presetID="8" presetClass="emph" presetSubtype="0" fill="hold" grpId="29" nodeType="withEffect">
                                  <p:stCondLst>
                                    <p:cond delay="4805"/>
                                  </p:stCondLst>
                                  <p:childTnLst>
                                    <p:animRot by="-38040">
                                      <p:cBhvr>
                                        <p:cTn id="2774" dur="337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2775" presetID="0" presetClass="path" presetSubtype="0" fill="hold" grpId="28" nodeType="withEffect">
                                  <p:stCondLst>
                                    <p:cond delay="4825"/>
                                  </p:stCondLst>
                                  <p:childTnLst>
                                    <p:animMotion origin="layout" path="M 0.227189 -0.016549 L 0.235997 -0.007845 E" pathEditMode="relative" rAng="0" ptsTypes="AA">
                                      <p:cBhvr>
                                        <p:cTn id="2776" dur="337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2777" presetID="8" presetClass="emph" presetSubtype="0" fill="hold" grpId="29" nodeType="withEffect">
                                  <p:stCondLst>
                                    <p:cond delay="4825"/>
                                  </p:stCondLst>
                                  <p:childTnLst>
                                    <p:animRot by="-38040">
                                      <p:cBhvr>
                                        <p:cTn id="2778" dur="337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2779" presetID="0" presetClass="path" presetSubtype="0" fill="hold" grpId="28" nodeType="withEffect">
                                  <p:stCondLst>
                                    <p:cond delay="4845"/>
                                  </p:stCondLst>
                                  <p:childTnLst>
                                    <p:animMotion origin="layout" path="M 0.22714 -0.014638 L 0.235967 -0.006348 E" pathEditMode="relative" rAng="0" ptsTypes="AA">
                                      <p:cBhvr>
                                        <p:cTn id="2780" dur="337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2781" presetID="8" presetClass="emph" presetSubtype="0" fill="hold" grpId="29" nodeType="withEffect">
                                  <p:stCondLst>
                                    <p:cond delay="4845"/>
                                  </p:stCondLst>
                                  <p:childTnLst>
                                    <p:animRot by="-38040">
                                      <p:cBhvr>
                                        <p:cTn id="2782" dur="337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2783" presetID="0" presetClass="path" presetSubtype="0" fill="hold" grpId="28" nodeType="withEffect">
                                  <p:stCondLst>
                                    <p:cond delay="4865"/>
                                  </p:stCondLst>
                                  <p:childTnLst>
                                    <p:animMotion origin="layout" path="M 0.229337 -0.014773 L 0.237687 -0.006463 E" pathEditMode="relative" rAng="0" ptsTypes="AA">
                                      <p:cBhvr>
                                        <p:cTn id="2784" dur="337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2785" presetID="8" presetClass="emph" presetSubtype="0" fill="hold" grpId="29" nodeType="withEffect">
                                  <p:stCondLst>
                                    <p:cond delay="4865"/>
                                  </p:stCondLst>
                                  <p:childTnLst>
                                    <p:animRot by="-38040">
                                      <p:cBhvr>
                                        <p:cTn id="2786" dur="337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2787" presetID="0" presetClass="path" presetSubtype="0" fill="hold" grpId="28" nodeType="withEffect">
                                  <p:stCondLst>
                                    <p:cond delay="4885"/>
                                  </p:stCondLst>
                                  <p:childTnLst>
                                    <p:animMotion origin="layout" path="M 0.226822 -0.014837 L 0.235717 -0.006502 E" pathEditMode="relative" rAng="0" ptsTypes="AA">
                                      <p:cBhvr>
                                        <p:cTn id="2788" dur="337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2789" presetID="8" presetClass="emph" presetSubtype="0" fill="hold" grpId="29" nodeType="withEffect">
                                  <p:stCondLst>
                                    <p:cond delay="4885"/>
                                  </p:stCondLst>
                                  <p:childTnLst>
                                    <p:animRot by="-38040">
                                      <p:cBhvr>
                                        <p:cTn id="2790" dur="337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2791" presetID="0" presetClass="path" presetSubtype="0" fill="hold" grpId="28" nodeType="withEffect">
                                  <p:stCondLst>
                                    <p:cond delay="4905"/>
                                  </p:stCondLst>
                                  <p:childTnLst>
                                    <p:animMotion origin="layout" path="M 0.224375 -0.014899 L 0.233801 -0.006541 E" pathEditMode="relative" rAng="0" ptsTypes="AA">
                                      <p:cBhvr>
                                        <p:cTn id="2792" dur="337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2793" presetID="8" presetClass="emph" presetSubtype="0" fill="hold" grpId="29" nodeType="withEffect">
                                  <p:stCondLst>
                                    <p:cond delay="4905"/>
                                  </p:stCondLst>
                                  <p:childTnLst>
                                    <p:animRot by="-38040">
                                      <p:cBhvr>
                                        <p:cTn id="2794" dur="337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2795" presetID="0" presetClass="path" presetSubtype="0" fill="hold" grpId="30" nodeType="withEffect">
                                  <p:stCondLst>
                                    <p:cond delay="5062"/>
                                  </p:stCondLst>
                                  <p:childTnLst>
                                    <p:animMotion origin="layout" path="M 0.02625 -0.021894 L 0.028 -0.022 E" pathEditMode="relative" rAng="0" ptsTypes="AA">
                                      <p:cBhvr>
                                        <p:cTn id="2796" dur="338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2797" presetID="6" presetClass="emph" presetSubtype="0" fill="hold" grpId="31" nodeType="withEffect">
                                  <p:stCondLst>
                                    <p:cond delay="5062"/>
                                  </p:stCondLst>
                                  <p:childTnLst>
                                    <p:animScale>
                                      <p:cBhvr>
                                        <p:cTn id="2798" dur="338" fill="hold"/>
                                        <p:tgtEl>
                                          <p:spTgt spid="7"/>
                                        </p:tgtEl>
                                      </p:cBhvr>
                                      <p:by x="102754" y="102754"/>
                                    </p:animScale>
                                  </p:childTnLst>
                                </p:cTn>
                              </p:par>
                              <p:par>
                                <p:cTn id="2799" presetID="0" presetClass="path" presetSubtype="0" fill="hold" grpId="30" nodeType="withEffect">
                                  <p:stCondLst>
                                    <p:cond delay="5062"/>
                                  </p:stCondLst>
                                  <p:childTnLst>
                                    <p:animMotion origin="layout" path="M 0.081 -0.003367 L 0.0864 -0.008128 E" pathEditMode="relative" rAng="0" ptsTypes="AA">
                                      <p:cBhvr>
                                        <p:cTn id="2800" dur="338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2801" presetID="6" presetClass="emph" presetSubtype="0" fill="hold" grpId="31" nodeType="withEffect">
                                  <p:stCondLst>
                                    <p:cond delay="5062"/>
                                  </p:stCondLst>
                                  <p:childTnLst>
                                    <p:animScale>
                                      <p:cBhvr>
                                        <p:cTn id="2802" dur="338" fill="hold"/>
                                        <p:tgtEl>
                                          <p:spTgt spid="9"/>
                                        </p:tgtEl>
                                      </p:cBhvr>
                                      <p:by x="99703" y="99703"/>
                                    </p:animScale>
                                  </p:childTnLst>
                                </p:cTn>
                              </p:par>
                              <p:par>
                                <p:cTn id="2803" presetID="0" presetClass="path" presetSubtype="0" fill="hold" grpId="30" nodeType="withEffect">
                                  <p:stCondLst>
                                    <p:cond delay="5062"/>
                                  </p:stCondLst>
                                  <p:childTnLst>
                                    <p:animMotion origin="layout" path="M 0.108 -0.01685 L 0.1152 -0.021636 E" pathEditMode="relative" rAng="0" ptsTypes="AA">
                                      <p:cBhvr>
                                        <p:cTn id="2804" dur="338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2805" presetID="6" presetClass="emph" presetSubtype="0" fill="hold" grpId="31" nodeType="withEffect">
                                  <p:stCondLst>
                                    <p:cond delay="5062"/>
                                  </p:stCondLst>
                                  <p:childTnLst>
                                    <p:animScale>
                                      <p:cBhvr>
                                        <p:cTn id="2806" dur="338" fill="hold"/>
                                        <p:tgtEl>
                                          <p:spTgt spid="11"/>
                                        </p:tgtEl>
                                      </p:cBhvr>
                                      <p:by x="100654" y="100654"/>
                                    </p:animScale>
                                  </p:childTnLst>
                                </p:cTn>
                              </p:par>
                              <p:par>
                                <p:cTn id="2807" presetID="0" presetClass="path" presetSubtype="0" fill="hold" grpId="30" nodeType="withEffect">
                                  <p:stCondLst>
                                    <p:cond delay="5062"/>
                                  </p:stCondLst>
                                  <p:childTnLst>
                                    <p:animMotion origin="layout" path="M -0.135 -0.011595 L -0.144 -0.008549 E" pathEditMode="relative" rAng="0" ptsTypes="AA">
                                      <p:cBhvr>
                                        <p:cTn id="2808" dur="338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2809" presetID="6" presetClass="emph" presetSubtype="0" fill="hold" grpId="31" nodeType="withEffect">
                                  <p:stCondLst>
                                    <p:cond delay="5062"/>
                                  </p:stCondLst>
                                  <p:childTnLst>
                                    <p:animScale>
                                      <p:cBhvr>
                                        <p:cTn id="2810" dur="338" fill="hold"/>
                                        <p:tgtEl>
                                          <p:spTgt spid="13"/>
                                        </p:tgtEl>
                                      </p:cBhvr>
                                      <p:by x="101399" y="101399"/>
                                    </p:animScale>
                                  </p:childTnLst>
                                </p:cTn>
                              </p:par>
                              <p:par>
                                <p:cTn id="2811" presetID="0" presetClass="path" presetSubtype="0" fill="hold" grpId="30" nodeType="withEffect">
                                  <p:stCondLst>
                                    <p:cond delay="5062"/>
                                  </p:stCondLst>
                                  <p:childTnLst>
                                    <p:animMotion origin="layout" path="M 0.054 0.004636 L 0.0576 0.008024 E" pathEditMode="relative" rAng="0" ptsTypes="AA">
                                      <p:cBhvr>
                                        <p:cTn id="2812" dur="338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2813" presetID="6" presetClass="emph" presetSubtype="0" fill="hold" grpId="31" nodeType="withEffect">
                                  <p:stCondLst>
                                    <p:cond delay="5062"/>
                                  </p:stCondLst>
                                  <p:childTnLst>
                                    <p:animScale>
                                      <p:cBhvr>
                                        <p:cTn id="2814" dur="338" fill="hold"/>
                                        <p:tgtEl>
                                          <p:spTgt spid="15"/>
                                        </p:tgtEl>
                                      </p:cBhvr>
                                      <p:by x="101617" y="101617"/>
                                    </p:animScale>
                                  </p:childTnLst>
                                </p:cTn>
                              </p:par>
                              <p:par>
                                <p:cTn id="2815" presetID="0" presetClass="path" presetSubtype="0" fill="hold" grpId="30" nodeType="withEffect">
                                  <p:stCondLst>
                                    <p:cond delay="5062"/>
                                  </p:stCondLst>
                                  <p:childTnLst>
                                    <p:animMotion origin="layout" path="M 0.081 0.012638 L 0.0864 0.014963 E" pathEditMode="relative" rAng="0" ptsTypes="AA">
                                      <p:cBhvr>
                                        <p:cTn id="2816" dur="338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2817" presetID="6" presetClass="emph" presetSubtype="0" fill="hold" grpId="31" nodeType="withEffect">
                                  <p:stCondLst>
                                    <p:cond delay="5062"/>
                                  </p:stCondLst>
                                  <p:childTnLst>
                                    <p:animScale>
                                      <p:cBhvr>
                                        <p:cTn id="2818" dur="338" fill="hold"/>
                                        <p:tgtEl>
                                          <p:spTgt spid="17"/>
                                        </p:tgtEl>
                                      </p:cBhvr>
                                      <p:by x="101289" y="101289"/>
                                    </p:animScale>
                                  </p:childTnLst>
                                </p:cTn>
                              </p:par>
                              <p:par>
                                <p:cTn id="2819" presetID="0" presetClass="path" presetSubtype="0" fill="hold" grpId="45" nodeType="withEffect">
                                  <p:stCondLst>
                                    <p:cond delay="5062"/>
                                  </p:stCondLst>
                                  <p:childTnLst>
                                    <p:animMotion origin="layout" path="M -0.014865 -0.002689 L -0 0 E" pathEditMode="relative" rAng="0" ptsTypes="AA">
                                      <p:cBhvr>
                                        <p:cTn id="2820" dur="338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2821" presetID="6" presetClass="emph" presetSubtype="0" fill="hold" grpId="46" nodeType="withEffect">
                                  <p:stCondLst>
                                    <p:cond delay="5062"/>
                                  </p:stCondLst>
                                  <p:childTnLst>
                                    <p:animScale>
                                      <p:cBhvr>
                                        <p:cTn id="2822" dur="338" fill="hold"/>
                                        <p:tgtEl>
                                          <p:spTgt spid="28"/>
                                        </p:tgtEl>
                                      </p:cBhvr>
                                      <p:by x="101595" y="101595"/>
                                    </p:animScale>
                                  </p:childTnLst>
                                </p:cTn>
                              </p:par>
                              <p:par>
                                <p:cTn id="2823" presetID="8" presetClass="emph" presetSubtype="0" fill="hold" grpId="47" nodeType="withEffect">
                                  <p:stCondLst>
                                    <p:cond delay="5062"/>
                                  </p:stCondLst>
                                  <p:childTnLst>
                                    <p:animRot by="55560">
                                      <p:cBhvr>
                                        <p:cTn id="2824" dur="338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2825" presetID="0" presetClass="path" presetSubtype="0" fill="hold" grpId="45" nodeType="withEffect">
                                  <p:stCondLst>
                                    <p:cond delay="5062"/>
                                  </p:stCondLst>
                                  <p:childTnLst>
                                    <p:animMotion origin="layout" path="M 0.014207 0.005203 L -0 -0 E" pathEditMode="relative" rAng="0" ptsTypes="AA">
                                      <p:cBhvr>
                                        <p:cTn id="2826" dur="338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2827" presetID="6" presetClass="emph" presetSubtype="0" fill="hold" grpId="46" nodeType="withEffect">
                                  <p:stCondLst>
                                    <p:cond delay="5062"/>
                                  </p:stCondLst>
                                  <p:childTnLst>
                                    <p:animScale>
                                      <p:cBhvr>
                                        <p:cTn id="2828" dur="338" fill="hold"/>
                                        <p:tgtEl>
                                          <p:spTgt spid="29"/>
                                        </p:tgtEl>
                                      </p:cBhvr>
                                      <p:by x="101338" y="101338"/>
                                    </p:animScale>
                                  </p:childTnLst>
                                </p:cTn>
                              </p:par>
                              <p:par>
                                <p:cTn id="2829" presetID="8" presetClass="emph" presetSubtype="0" fill="hold" grpId="47" nodeType="withEffect">
                                  <p:stCondLst>
                                    <p:cond delay="5062"/>
                                  </p:stCondLst>
                                  <p:childTnLst>
                                    <p:animRot by="-46620">
                                      <p:cBhvr>
                                        <p:cTn id="2830" dur="338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2831" presetID="0" presetClass="path" presetSubtype="0" fill="hold" grpId="45" nodeType="withEffect">
                                  <p:stCondLst>
                                    <p:cond delay="5062"/>
                                  </p:stCondLst>
                                  <p:childTnLst>
                                    <p:animMotion origin="layout" path="M 0.003114 0.009236 L 0 0 E" pathEditMode="relative" rAng="0" ptsTypes="AA">
                                      <p:cBhvr>
                                        <p:cTn id="2832" dur="338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2833" presetID="6" presetClass="emph" presetSubtype="0" fill="hold" grpId="46" nodeType="withEffect">
                                  <p:stCondLst>
                                    <p:cond delay="5062"/>
                                  </p:stCondLst>
                                  <p:childTnLst>
                                    <p:animScale>
                                      <p:cBhvr>
                                        <p:cTn id="2834" dur="338" fill="hold"/>
                                        <p:tgtEl>
                                          <p:spTgt spid="30"/>
                                        </p:tgtEl>
                                      </p:cBhvr>
                                      <p:by x="99741" y="99741"/>
                                    </p:animScale>
                                  </p:childTnLst>
                                </p:cTn>
                              </p:par>
                              <p:par>
                                <p:cTn id="2835" presetID="8" presetClass="emph" presetSubtype="0" fill="hold" grpId="47" nodeType="withEffect">
                                  <p:stCondLst>
                                    <p:cond delay="5062"/>
                                  </p:stCondLst>
                                  <p:childTnLst>
                                    <p:animRot by="-9120">
                                      <p:cBhvr>
                                        <p:cTn id="2836" dur="338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2837" presetID="0" presetClass="path" presetSubtype="0" fill="hold" grpId="45" nodeType="withEffect">
                                  <p:stCondLst>
                                    <p:cond delay="5062"/>
                                  </p:stCondLst>
                                  <p:childTnLst>
                                    <p:animMotion origin="layout" path="M -0.021085 0.00372 L 0 0 E" pathEditMode="relative" rAng="0" ptsTypes="AA">
                                      <p:cBhvr>
                                        <p:cTn id="2838" dur="338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2839" presetID="6" presetClass="emph" presetSubtype="0" fill="hold" grpId="46" nodeType="withEffect">
                                  <p:stCondLst>
                                    <p:cond delay="5062"/>
                                  </p:stCondLst>
                                  <p:childTnLst>
                                    <p:animScale>
                                      <p:cBhvr>
                                        <p:cTn id="2840" dur="338" fill="hold"/>
                                        <p:tgtEl>
                                          <p:spTgt spid="31"/>
                                        </p:tgtEl>
                                      </p:cBhvr>
                                      <p:by x="98454" y="98454"/>
                                    </p:animScale>
                                  </p:childTnLst>
                                </p:cTn>
                              </p:par>
                              <p:par>
                                <p:cTn id="2841" presetID="8" presetClass="emph" presetSubtype="0" fill="hold" grpId="47" nodeType="withEffect">
                                  <p:stCondLst>
                                    <p:cond delay="5062"/>
                                  </p:stCondLst>
                                  <p:childTnLst>
                                    <p:animRot by="55740">
                                      <p:cBhvr>
                                        <p:cTn id="2842" dur="338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2843" presetID="0" presetClass="path" presetSubtype="0" fill="hold" grpId="45" nodeType="withEffect">
                                  <p:stCondLst>
                                    <p:cond delay="5062"/>
                                  </p:stCondLst>
                                  <p:childTnLst>
                                    <p:animMotion origin="layout" path="M 0.01069 -0.003983 L 0 -0 E" pathEditMode="relative" rAng="0" ptsTypes="AA">
                                      <p:cBhvr>
                                        <p:cTn id="2844" dur="338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2845" presetID="6" presetClass="emph" presetSubtype="0" fill="hold" grpId="46" nodeType="withEffect">
                                  <p:stCondLst>
                                    <p:cond delay="5062"/>
                                  </p:stCondLst>
                                  <p:childTnLst>
                                    <p:animScale>
                                      <p:cBhvr>
                                        <p:cTn id="2846" dur="338" fill="hold"/>
                                        <p:tgtEl>
                                          <p:spTgt spid="42"/>
                                        </p:tgtEl>
                                      </p:cBhvr>
                                      <p:by x="98707" y="98707"/>
                                    </p:animScale>
                                  </p:childTnLst>
                                </p:cTn>
                              </p:par>
                              <p:par>
                                <p:cTn id="2847" presetID="8" presetClass="emph" presetSubtype="0" fill="hold" grpId="47" nodeType="withEffect">
                                  <p:stCondLst>
                                    <p:cond delay="5062"/>
                                  </p:stCondLst>
                                  <p:childTnLst>
                                    <p:animRot by="-46320">
                                      <p:cBhvr>
                                        <p:cTn id="2848" dur="338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2849" presetID="0" presetClass="path" presetSubtype="0" fill="hold" grpId="30" nodeType="withEffect">
                                  <p:stCondLst>
                                    <p:cond delay="5062"/>
                                  </p:stCondLst>
                                  <p:childTnLst>
                                    <p:animMotion origin="layout" path="M 0.230511 -0.007775 L 0.24 -0.0032 E" pathEditMode="relative" rAng="0" ptsTypes="AA">
                                      <p:cBhvr>
                                        <p:cTn id="2850" dur="338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2851" presetID="8" presetClass="emph" presetSubtype="0" fill="hold" grpId="31" nodeType="withEffect">
                                  <p:stCondLst>
                                    <p:cond delay="5062"/>
                                  </p:stCondLst>
                                  <p:childTnLst>
                                    <p:animRot by="-137280">
                                      <p:cBhvr>
                                        <p:cTn id="2852" dur="338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2853" presetID="0" presetClass="path" presetSubtype="0" fill="hold" grpId="45" nodeType="withEffect">
                                  <p:stCondLst>
                                    <p:cond delay="5062"/>
                                  </p:stCondLst>
                                  <p:childTnLst>
                                    <p:animMotion origin="layout" path="M 0.2655 0.000638 L 0.2832 -0.0112 E" pathEditMode="relative" rAng="0" ptsTypes="AA">
                                      <p:cBhvr>
                                        <p:cTn id="2854" dur="338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2855" presetID="6" presetClass="emph" presetSubtype="0" fill="hold" grpId="46" nodeType="withEffect">
                                  <p:stCondLst>
                                    <p:cond delay="5062"/>
                                  </p:stCondLst>
                                  <p:childTnLst>
                                    <p:animScale>
                                      <p:cBhvr>
                                        <p:cTn id="2856" dur="338" fill="hold"/>
                                        <p:tgtEl>
                                          <p:spTgt spid="21"/>
                                        </p:tgtEl>
                                      </p:cBhvr>
                                      <p:by x="93853" y="93853"/>
                                    </p:animScale>
                                  </p:childTnLst>
                                </p:cTn>
                              </p:par>
                              <p:par>
                                <p:cTn id="2857" presetID="8" presetClass="emph" presetSubtype="0" fill="hold" grpId="47" nodeType="withEffect">
                                  <p:stCondLst>
                                    <p:cond delay="5062"/>
                                  </p:stCondLst>
                                  <p:childTnLst>
                                    <p:animRot by="51840">
                                      <p:cBhvr>
                                        <p:cTn id="2858" dur="338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2859" presetID="0" presetClass="path" presetSubtype="0" fill="hold" grpId="45" nodeType="withEffect">
                                  <p:stCondLst>
                                    <p:cond delay="5062"/>
                                  </p:stCondLst>
                                  <p:childTnLst>
                                    <p:animMotion origin="layout" path="M 0.288 -0.004725 L 0.3072 -0.0112 E" pathEditMode="relative" rAng="0" ptsTypes="AA">
                                      <p:cBhvr>
                                        <p:cTn id="2860" dur="338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2861" presetID="6" presetClass="emph" presetSubtype="0" fill="hold" grpId="46" nodeType="withEffect">
                                  <p:stCondLst>
                                    <p:cond delay="5062"/>
                                  </p:stCondLst>
                                  <p:childTnLst>
                                    <p:animScale>
                                      <p:cBhvr>
                                        <p:cTn id="2862" dur="338" fill="hold"/>
                                        <p:tgtEl>
                                          <p:spTgt spid="23"/>
                                        </p:tgtEl>
                                      </p:cBhvr>
                                      <p:by x="96712" y="96712"/>
                                    </p:animScale>
                                  </p:childTnLst>
                                </p:cTn>
                              </p:par>
                              <p:par>
                                <p:cTn id="2863" presetID="8" presetClass="emph" presetSubtype="0" fill="hold" grpId="47" nodeType="withEffect">
                                  <p:stCondLst>
                                    <p:cond delay="5062"/>
                                  </p:stCondLst>
                                  <p:childTnLst>
                                    <p:animRot by="240960">
                                      <p:cBhvr>
                                        <p:cTn id="2864" dur="338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2865" presetID="0" presetClass="path" presetSubtype="0" fill="hold" grpId="45" nodeType="withEffect">
                                  <p:stCondLst>
                                    <p:cond delay="5062"/>
                                  </p:stCondLst>
                                  <p:childTnLst>
                                    <p:animMotion origin="layout" path="M 0.3105 -0.014015 L 0.3312 -0.0112 E" pathEditMode="relative" rAng="0" ptsTypes="AA">
                                      <p:cBhvr>
                                        <p:cTn id="2866" dur="338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2867" presetID="6" presetClass="emph" presetSubtype="0" fill="hold" grpId="46" nodeType="withEffect">
                                  <p:stCondLst>
                                    <p:cond delay="5062"/>
                                  </p:stCondLst>
                                  <p:childTnLst>
                                    <p:animScale>
                                      <p:cBhvr>
                                        <p:cTn id="2868" dur="338" fill="hold"/>
                                        <p:tgtEl>
                                          <p:spTgt spid="25"/>
                                        </p:tgtEl>
                                      </p:cBhvr>
                                      <p:by x="102114" y="102114"/>
                                    </p:animScale>
                                  </p:childTnLst>
                                </p:cTn>
                              </p:par>
                              <p:par>
                                <p:cTn id="2869" presetID="8" presetClass="emph" presetSubtype="0" fill="hold" grpId="47" nodeType="withEffect">
                                  <p:stCondLst>
                                    <p:cond delay="5062"/>
                                  </p:stCondLst>
                                  <p:childTnLst>
                                    <p:animRot by="266220">
                                      <p:cBhvr>
                                        <p:cTn id="2870" dur="338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2871" presetID="0" presetClass="path" presetSubtype="0" fill="hold" grpId="30" nodeType="withEffect">
                                  <p:stCondLst>
                                    <p:cond delay="5062"/>
                                  </p:stCondLst>
                                  <p:childTnLst>
                                    <p:animMotion origin="layout" path="M -0.019963 0.000375 L -0 0 E" pathEditMode="relative" rAng="0" ptsTypes="AA">
                                      <p:cBhvr>
                                        <p:cTn id="2872" dur="338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2873" presetID="6" presetClass="emph" presetSubtype="0" fill="hold" grpId="31" nodeType="withEffect">
                                  <p:stCondLst>
                                    <p:cond delay="5062"/>
                                  </p:stCondLst>
                                  <p:childTnLst>
                                    <p:animScale>
                                      <p:cBhvr>
                                        <p:cTn id="2874" dur="338" fill="hold"/>
                                        <p:tgtEl>
                                          <p:spTgt spid="43"/>
                                        </p:tgtEl>
                                      </p:cBhvr>
                                      <p:by x="127440" y="127440"/>
                                    </p:animScale>
                                  </p:childTnLst>
                                </p:cTn>
                              </p:par>
                              <p:par>
                                <p:cTn id="2875" presetID="0" presetClass="path" presetSubtype="0" fill="hold" grpId="30" nodeType="withEffect">
                                  <p:stCondLst>
                                    <p:cond delay="5062"/>
                                  </p:stCondLst>
                                  <p:childTnLst>
                                    <p:animMotion origin="layout" path="M -0.004158 0.005978 L -0 -0 E" pathEditMode="relative" rAng="0" ptsTypes="AA">
                                      <p:cBhvr>
                                        <p:cTn id="2876" dur="338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2877" presetID="6" presetClass="emph" presetSubtype="0" fill="hold" grpId="31" nodeType="withEffect">
                                  <p:stCondLst>
                                    <p:cond delay="5062"/>
                                  </p:stCondLst>
                                  <p:childTnLst>
                                    <p:animScale>
                                      <p:cBhvr>
                                        <p:cTn id="2878" dur="338" fill="hold"/>
                                        <p:tgtEl>
                                          <p:spTgt spid="44"/>
                                        </p:tgtEl>
                                      </p:cBhvr>
                                      <p:by x="104404" y="104404"/>
                                    </p:animScale>
                                  </p:childTnLst>
                                </p:cTn>
                              </p:par>
                              <p:par>
                                <p:cTn id="2879" presetID="0" presetClass="path" presetSubtype="0" fill="hold" grpId="30" nodeType="withEffect">
                                  <p:stCondLst>
                                    <p:cond delay="5062"/>
                                  </p:stCondLst>
                                  <p:childTnLst>
                                    <p:animMotion origin="layout" path="M 0.017739 0.002823 L 0 -0 E" pathEditMode="relative" rAng="0" ptsTypes="AA">
                                      <p:cBhvr>
                                        <p:cTn id="2880" dur="338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2881" presetID="6" presetClass="emph" presetSubtype="0" fill="hold" grpId="31" nodeType="withEffect">
                                  <p:stCondLst>
                                    <p:cond delay="5062"/>
                                  </p:stCondLst>
                                  <p:childTnLst>
                                    <p:animScale>
                                      <p:cBhvr>
                                        <p:cTn id="2882" dur="338" fill="hold"/>
                                        <p:tgtEl>
                                          <p:spTgt spid="45"/>
                                        </p:tgtEl>
                                      </p:cBhvr>
                                      <p:by x="81826" y="81826"/>
                                    </p:animScale>
                                  </p:childTnLst>
                                </p:cTn>
                              </p:par>
                              <p:par>
                                <p:cTn id="2883" presetID="0" presetClass="path" presetSubtype="0" fill="hold" grpId="30" nodeType="withEffect">
                                  <p:stCondLst>
                                    <p:cond delay="5062"/>
                                  </p:stCondLst>
                                  <p:childTnLst>
                                    <p:animMotion origin="layout" path="M 0.013648 -0.004467 L 0 -0 E" pathEditMode="relative" rAng="0" ptsTypes="AA">
                                      <p:cBhvr>
                                        <p:cTn id="2884" dur="338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2885" presetID="6" presetClass="emph" presetSubtype="0" fill="hold" grpId="31" nodeType="withEffect">
                                  <p:stCondLst>
                                    <p:cond delay="5062"/>
                                  </p:stCondLst>
                                  <p:childTnLst>
                                    <p:animScale>
                                      <p:cBhvr>
                                        <p:cTn id="2886" dur="338" fill="hold"/>
                                        <p:tgtEl>
                                          <p:spTgt spid="46"/>
                                        </p:tgtEl>
                                      </p:cBhvr>
                                      <p:by x="82437" y="82437"/>
                                    </p:animScale>
                                  </p:childTnLst>
                                </p:cTn>
                              </p:par>
                              <p:par>
                                <p:cTn id="2887" presetID="0" presetClass="path" presetSubtype="0" fill="hold" grpId="30" nodeType="withEffect">
                                  <p:stCondLst>
                                    <p:cond delay="5062"/>
                                  </p:stCondLst>
                                  <p:childTnLst>
                                    <p:animMotion origin="layout" path="M 0.154442 -0.011656 L 0.1608 -0.0032 E" pathEditMode="relative" rAng="0" ptsTypes="AA">
                                      <p:cBhvr>
                                        <p:cTn id="2888" dur="338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2889" presetID="8" presetClass="emph" presetSubtype="0" fill="hold" grpId="31" nodeType="withEffect">
                                  <p:stCondLst>
                                    <p:cond delay="5062"/>
                                  </p:stCondLst>
                                  <p:childTnLst>
                                    <p:animRot by="-53760">
                                      <p:cBhvr>
                                        <p:cTn id="2890" dur="338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2891" presetID="0" presetClass="path" presetSubtype="0" fill="hold" grpId="30" nodeType="withEffect">
                                  <p:stCondLst>
                                    <p:cond delay="5062"/>
                                  </p:stCondLst>
                                  <p:childTnLst>
                                    <p:animMotion origin="layout" path="M 0.182103 -0.007642 L 0.1896 -0.0032 E" pathEditMode="relative" rAng="0" ptsTypes="AA">
                                      <p:cBhvr>
                                        <p:cTn id="2892" dur="338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2893" presetID="8" presetClass="emph" presetSubtype="0" fill="hold" grpId="31" nodeType="withEffect">
                                  <p:stCondLst>
                                    <p:cond delay="5062"/>
                                  </p:stCondLst>
                                  <p:childTnLst>
                                    <p:animRot by="-138660">
                                      <p:cBhvr>
                                        <p:cTn id="2894" dur="338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2895" presetID="0" presetClass="path" presetSubtype="0" fill="hold" grpId="30" nodeType="withEffect">
                                  <p:stCondLst>
                                    <p:cond delay="5062"/>
                                  </p:stCondLst>
                                  <p:childTnLst>
                                    <p:animMotion origin="layout" path="M 0.126781 -0.001445 L 0.132 -0.0032 E" pathEditMode="relative" rAng="0" ptsTypes="AA">
                                      <p:cBhvr>
                                        <p:cTn id="2896" dur="338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2897" presetID="8" presetClass="emph" presetSubtype="0" fill="hold" grpId="31" nodeType="withEffect">
                                  <p:stCondLst>
                                    <p:cond delay="5062"/>
                                  </p:stCondLst>
                                  <p:childTnLst>
                                    <p:animRot by="-158400">
                                      <p:cBhvr>
                                        <p:cTn id="2898" dur="338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2899" presetID="0" presetClass="path" presetSubtype="0" fill="hold" grpId="30" nodeType="withEffect">
                                  <p:stCondLst>
                                    <p:cond delay="5082"/>
                                  </p:stCondLst>
                                  <p:childTnLst>
                                    <p:animMotion origin="layout" path="M 0.02625 -0.021894 L 0.028 -0.022 E" pathEditMode="relative" rAng="0" ptsTypes="AA">
                                      <p:cBhvr>
                                        <p:cTn id="2900" dur="338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2901" presetID="6" presetClass="emph" presetSubtype="0" fill="hold" grpId="31" nodeType="withEffect">
                                  <p:stCondLst>
                                    <p:cond delay="5082"/>
                                  </p:stCondLst>
                                  <p:childTnLst>
                                    <p:animScale>
                                      <p:cBhvr>
                                        <p:cTn id="2902" dur="338" fill="hold"/>
                                        <p:tgtEl>
                                          <p:spTgt spid="5"/>
                                        </p:tgtEl>
                                      </p:cBhvr>
                                      <p:by x="102754" y="102754"/>
                                    </p:animScale>
                                  </p:childTnLst>
                                </p:cTn>
                              </p:par>
                              <p:par>
                                <p:cTn id="2903" presetID="0" presetClass="path" presetSubtype="0" fill="hold" grpId="30" nodeType="withEffect">
                                  <p:stCondLst>
                                    <p:cond delay="5082"/>
                                  </p:stCondLst>
                                  <p:childTnLst>
                                    <p:animMotion origin="layout" path="M 0.081892 -0.003475 L 0.087319 -0.008239 E" pathEditMode="relative" rAng="0" ptsTypes="AA">
                                      <p:cBhvr>
                                        <p:cTn id="2904" dur="338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2905" presetID="6" presetClass="emph" presetSubtype="0" fill="hold" grpId="31" nodeType="withEffect">
                                  <p:stCondLst>
                                    <p:cond delay="5082"/>
                                  </p:stCondLst>
                                  <p:childTnLst>
                                    <p:animScale>
                                      <p:cBhvr>
                                        <p:cTn id="2906" dur="338" fill="hold"/>
                                        <p:tgtEl>
                                          <p:spTgt spid="10"/>
                                        </p:tgtEl>
                                      </p:cBhvr>
                                      <p:by x="99703" y="99703"/>
                                    </p:animScale>
                                  </p:childTnLst>
                                </p:cTn>
                              </p:par>
                              <p:par>
                                <p:cTn id="2907" presetID="0" presetClass="path" presetSubtype="0" fill="hold" grpId="30" nodeType="withEffect">
                                  <p:stCondLst>
                                    <p:cond delay="5082"/>
                                  </p:stCondLst>
                                  <p:childTnLst>
                                    <p:animMotion origin="layout" path="M 0.109288 -0.017003 L 0.116422 -0.021781 E" pathEditMode="relative" rAng="0" ptsTypes="AA">
                                      <p:cBhvr>
                                        <p:cTn id="2908" dur="338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2909" presetID="6" presetClass="emph" presetSubtype="0" fill="hold" grpId="31" nodeType="withEffect">
                                  <p:stCondLst>
                                    <p:cond delay="5082"/>
                                  </p:stCondLst>
                                  <p:childTnLst>
                                    <p:animScale>
                                      <p:cBhvr>
                                        <p:cTn id="2910" dur="338" fill="hold"/>
                                        <p:tgtEl>
                                          <p:spTgt spid="12"/>
                                        </p:tgtEl>
                                      </p:cBhvr>
                                      <p:by x="100654" y="100654"/>
                                    </p:animScale>
                                  </p:childTnLst>
                                </p:cTn>
                              </p:par>
                              <p:par>
                                <p:cTn id="2911" presetID="0" presetClass="path" presetSubtype="0" fill="hold" grpId="30" nodeType="withEffect">
                                  <p:stCondLst>
                                    <p:cond delay="5082"/>
                                  </p:stCondLst>
                                  <p:childTnLst>
                                    <p:animMotion origin="layout" path="M -0.133771 -0.011706 L -0.142927 -0.008646 E" pathEditMode="relative" rAng="0" ptsTypes="AA">
                                      <p:cBhvr>
                                        <p:cTn id="2912" dur="338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2913" presetID="6" presetClass="emph" presetSubtype="0" fill="hold" grpId="31" nodeType="withEffect">
                                  <p:stCondLst>
                                    <p:cond delay="5082"/>
                                  </p:stCondLst>
                                  <p:childTnLst>
                                    <p:animScale>
                                      <p:cBhvr>
                                        <p:cTn id="2914" dur="338" fill="hold"/>
                                        <p:tgtEl>
                                          <p:spTgt spid="14"/>
                                        </p:tgtEl>
                                      </p:cBhvr>
                                      <p:by x="101399" y="101399"/>
                                    </p:animScale>
                                  </p:childTnLst>
                                </p:cTn>
                              </p:par>
                              <p:par>
                                <p:cTn id="2915" presetID="0" presetClass="path" presetSubtype="0" fill="hold" grpId="30" nodeType="withEffect">
                                  <p:stCondLst>
                                    <p:cond delay="5082"/>
                                  </p:stCondLst>
                                  <p:childTnLst>
                                    <p:animMotion origin="layout" path="M 0.054567 0.004572 L 0.058006 0.007979 E" pathEditMode="relative" rAng="0" ptsTypes="AA">
                                      <p:cBhvr>
                                        <p:cTn id="2916" dur="338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2917" presetID="6" presetClass="emph" presetSubtype="0" fill="hold" grpId="31" nodeType="withEffect">
                                  <p:stCondLst>
                                    <p:cond delay="5082"/>
                                  </p:stCondLst>
                                  <p:childTnLst>
                                    <p:animScale>
                                      <p:cBhvr>
                                        <p:cTn id="2918" dur="338" fill="hold"/>
                                        <p:tgtEl>
                                          <p:spTgt spid="16"/>
                                        </p:tgtEl>
                                      </p:cBhvr>
                                      <p:by x="101617" y="101617"/>
                                    </p:animScale>
                                  </p:childTnLst>
                                </p:cTn>
                              </p:par>
                              <p:par>
                                <p:cTn id="2919" presetID="0" presetClass="path" presetSubtype="0" fill="hold" grpId="30" nodeType="withEffect">
                                  <p:stCondLst>
                                    <p:cond delay="5082"/>
                                  </p:stCondLst>
                                  <p:childTnLst>
                                    <p:animMotion origin="layout" path="M 0.080927 0.012647 L 0.086217 0.014985 E" pathEditMode="relative" rAng="0" ptsTypes="AA">
                                      <p:cBhvr>
                                        <p:cTn id="2920" dur="338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2921" presetID="6" presetClass="emph" presetSubtype="0" fill="hold" grpId="31" nodeType="withEffect">
                                  <p:stCondLst>
                                    <p:cond delay="5082"/>
                                  </p:stCondLst>
                                  <p:childTnLst>
                                    <p:animScale>
                                      <p:cBhvr>
                                        <p:cTn id="2922" dur="338" fill="hold"/>
                                        <p:tgtEl>
                                          <p:spTgt spid="18"/>
                                        </p:tgtEl>
                                      </p:cBhvr>
                                      <p:by x="101289" y="101289"/>
                                    </p:animScale>
                                  </p:childTnLst>
                                </p:cTn>
                              </p:par>
                              <p:par>
                                <p:cTn id="2923" presetID="0" presetClass="path" presetSubtype="0" fill="hold" grpId="30" nodeType="withEffect">
                                  <p:stCondLst>
                                    <p:cond delay="5082"/>
                                  </p:stCondLst>
                                  <p:childTnLst>
                                    <p:animMotion origin="layout" path="M 0.231203 -0.007791 L 0.24 -0.0032 E" pathEditMode="relative" rAng="0" ptsTypes="AA">
                                      <p:cBhvr>
                                        <p:cTn id="2924" dur="338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2925" presetID="8" presetClass="emph" presetSubtype="0" fill="hold" grpId="31" nodeType="withEffect">
                                  <p:stCondLst>
                                    <p:cond delay="5082"/>
                                  </p:stCondLst>
                                  <p:childTnLst>
                                    <p:animRot by="-137280">
                                      <p:cBhvr>
                                        <p:cTn id="2926" dur="338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2927" presetID="0" presetClass="path" presetSubtype="0" fill="hold" grpId="45" nodeType="withEffect">
                                  <p:stCondLst>
                                    <p:cond delay="5082"/>
                                  </p:stCondLst>
                                  <p:childTnLst>
                                    <p:animMotion origin="layout" path="M 0.265421 0.000317 L 0.2832 -0.0112 E" pathEditMode="relative" rAng="0" ptsTypes="AA">
                                      <p:cBhvr>
                                        <p:cTn id="2928" dur="338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2929" presetID="6" presetClass="emph" presetSubtype="0" fill="hold" grpId="46" nodeType="withEffect">
                                  <p:stCondLst>
                                    <p:cond delay="5082"/>
                                  </p:stCondLst>
                                  <p:childTnLst>
                                    <p:animScale>
                                      <p:cBhvr>
                                        <p:cTn id="2930" dur="338" fill="hold"/>
                                        <p:tgtEl>
                                          <p:spTgt spid="22"/>
                                        </p:tgtEl>
                                      </p:cBhvr>
                                      <p:by x="93853" y="93853"/>
                                    </p:animScale>
                                  </p:childTnLst>
                                </p:cTn>
                              </p:par>
                              <p:par>
                                <p:cTn id="2931" presetID="8" presetClass="emph" presetSubtype="0" fill="hold" grpId="47" nodeType="withEffect">
                                  <p:stCondLst>
                                    <p:cond delay="5082"/>
                                  </p:stCondLst>
                                  <p:childTnLst>
                                    <p:animRot by="51840">
                                      <p:cBhvr>
                                        <p:cTn id="2932" dur="338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2933" presetID="0" presetClass="path" presetSubtype="0" fill="hold" grpId="45" nodeType="withEffect">
                                  <p:stCondLst>
                                    <p:cond delay="5082"/>
                                  </p:stCondLst>
                                  <p:childTnLst>
                                    <p:animMotion origin="layout" path="M 0.287706 -0.004853 L 0.3072 -0.0112 E" pathEditMode="relative" rAng="0" ptsTypes="AA">
                                      <p:cBhvr>
                                        <p:cTn id="2934" dur="338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2935" presetID="6" presetClass="emph" presetSubtype="0" fill="hold" grpId="46" nodeType="withEffect">
                                  <p:stCondLst>
                                    <p:cond delay="5082"/>
                                  </p:stCondLst>
                                  <p:childTnLst>
                                    <p:animScale>
                                      <p:cBhvr>
                                        <p:cTn id="2936" dur="338" fill="hold"/>
                                        <p:tgtEl>
                                          <p:spTgt spid="24"/>
                                        </p:tgtEl>
                                      </p:cBhvr>
                                      <p:by x="96712" y="96712"/>
                                    </p:animScale>
                                  </p:childTnLst>
                                </p:cTn>
                              </p:par>
                              <p:par>
                                <p:cTn id="2937" presetID="8" presetClass="emph" presetSubtype="0" fill="hold" grpId="47" nodeType="withEffect">
                                  <p:stCondLst>
                                    <p:cond delay="5082"/>
                                  </p:stCondLst>
                                  <p:childTnLst>
                                    <p:animRot by="240960">
                                      <p:cBhvr>
                                        <p:cTn id="2938" dur="338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2939" presetID="0" presetClass="path" presetSubtype="0" fill="hold" grpId="45" nodeType="withEffect">
                                  <p:stCondLst>
                                    <p:cond delay="5082"/>
                                  </p:stCondLst>
                                  <p:childTnLst>
                                    <p:animMotion origin="layout" path="M 0.310224 -0.013929 L 0.3312 -0.0112 E" pathEditMode="relative" rAng="0" ptsTypes="AA">
                                      <p:cBhvr>
                                        <p:cTn id="2940" dur="338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2941" presetID="6" presetClass="emph" presetSubtype="0" fill="hold" grpId="46" nodeType="withEffect">
                                  <p:stCondLst>
                                    <p:cond delay="5082"/>
                                  </p:stCondLst>
                                  <p:childTnLst>
                                    <p:animScale>
                                      <p:cBhvr>
                                        <p:cTn id="2942" dur="338" fill="hold"/>
                                        <p:tgtEl>
                                          <p:spTgt spid="26"/>
                                        </p:tgtEl>
                                      </p:cBhvr>
                                      <p:by x="102114" y="102114"/>
                                    </p:animScale>
                                  </p:childTnLst>
                                </p:cTn>
                              </p:par>
                              <p:par>
                                <p:cTn id="2943" presetID="8" presetClass="emph" presetSubtype="0" fill="hold" grpId="47" nodeType="withEffect">
                                  <p:stCondLst>
                                    <p:cond delay="5082"/>
                                  </p:stCondLst>
                                  <p:childTnLst>
                                    <p:animRot by="266220">
                                      <p:cBhvr>
                                        <p:cTn id="2944" dur="338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2945" presetID="0" presetClass="path" presetSubtype="0" fill="hold" grpId="30" nodeType="withEffect">
                                  <p:stCondLst>
                                    <p:cond delay="5102"/>
                                  </p:stCondLst>
                                  <p:childTnLst>
                                    <p:animMotion origin="layout" path="M 0.02625 -0.021894 L 0.028 -0.022 E" pathEditMode="relative" rAng="0" ptsTypes="AA">
                                      <p:cBhvr>
                                        <p:cTn id="2946" dur="338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2947" presetID="6" presetClass="emph" presetSubtype="0" fill="hold" grpId="31" nodeType="withEffect">
                                  <p:stCondLst>
                                    <p:cond delay="5102"/>
                                  </p:stCondLst>
                                  <p:childTnLst>
                                    <p:animScale>
                                      <p:cBhvr>
                                        <p:cTn id="2948" dur="338" fill="hold"/>
                                        <p:tgtEl>
                                          <p:spTgt spid="6"/>
                                        </p:tgtEl>
                                      </p:cBhvr>
                                      <p:by x="102754" y="102754"/>
                                    </p:animScale>
                                  </p:childTnLst>
                                </p:cTn>
                              </p:par>
                              <p:par>
                                <p:cTn id="2949" presetID="0" presetClass="path" presetSubtype="0" fill="hold" grpId="30" nodeType="withEffect">
                                  <p:stCondLst>
                                    <p:cond delay="5102"/>
                                  </p:stCondLst>
                                  <p:childTnLst>
                                    <p:animMotion origin="layout" path="M 0.232577 -0.004588 L 0.24 -0.0032 E" pathEditMode="relative" rAng="0" ptsTypes="AA">
                                      <p:cBhvr>
                                        <p:cTn id="2950" dur="338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2951" presetID="8" presetClass="emph" presetSubtype="0" fill="hold" grpId="31" nodeType="withEffect">
                                  <p:stCondLst>
                                    <p:cond delay="5102"/>
                                  </p:stCondLst>
                                  <p:childTnLst>
                                    <p:animRot by="-137280">
                                      <p:cBhvr>
                                        <p:cTn id="2952" dur="338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2953" presetID="0" presetClass="path" presetSubtype="0" fill="hold" grpId="30" nodeType="withEffect">
                                  <p:stCondLst>
                                    <p:cond delay="5122"/>
                                  </p:stCondLst>
                                  <p:childTnLst>
                                    <p:animMotion origin="layout" path="M 0.232915 -0.008176 L 0.24 -0.0032 E" pathEditMode="relative" rAng="0" ptsTypes="AA">
                                      <p:cBhvr>
                                        <p:cTn id="2954" dur="338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2955" presetID="8" presetClass="emph" presetSubtype="0" fill="hold" grpId="31" nodeType="withEffect">
                                  <p:stCondLst>
                                    <p:cond delay="5122"/>
                                  </p:stCondLst>
                                  <p:childTnLst>
                                    <p:animRot by="-137280">
                                      <p:cBhvr>
                                        <p:cTn id="2956" dur="338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2957" presetID="0" presetClass="path" presetSubtype="0" fill="hold" grpId="30" nodeType="withEffect">
                                  <p:stCondLst>
                                    <p:cond delay="5142"/>
                                  </p:stCondLst>
                                  <p:childTnLst>
                                    <p:animMotion origin="layout" path="M 0.232968 -0.008175 L 0.24 -0.0032 E" pathEditMode="relative" rAng="0" ptsTypes="AA">
                                      <p:cBhvr>
                                        <p:cTn id="2958" dur="338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2959" presetID="8" presetClass="emph" presetSubtype="0" fill="hold" grpId="31" nodeType="withEffect">
                                  <p:stCondLst>
                                    <p:cond delay="5142"/>
                                  </p:stCondLst>
                                  <p:childTnLst>
                                    <p:animRot by="-137280">
                                      <p:cBhvr>
                                        <p:cTn id="2960" dur="338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2961" presetID="0" presetClass="path" presetSubtype="0" fill="hold" grpId="30" nodeType="withEffect">
                                  <p:stCondLst>
                                    <p:cond delay="5162"/>
                                  </p:stCondLst>
                                  <p:childTnLst>
                                    <p:animMotion origin="layout" path="M 0.235997 -0.007845 L 0.24 -0.0032 E" pathEditMode="relative" rAng="0" ptsTypes="AA">
                                      <p:cBhvr>
                                        <p:cTn id="2962" dur="338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2963" presetID="8" presetClass="emph" presetSubtype="0" fill="hold" grpId="31" nodeType="withEffect">
                                  <p:stCondLst>
                                    <p:cond delay="5162"/>
                                  </p:stCondLst>
                                  <p:childTnLst>
                                    <p:animRot by="-137280">
                                      <p:cBhvr>
                                        <p:cTn id="2964" dur="338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2965" presetID="0" presetClass="path" presetSubtype="0" fill="hold" grpId="30" nodeType="withEffect">
                                  <p:stCondLst>
                                    <p:cond delay="5182"/>
                                  </p:stCondLst>
                                  <p:childTnLst>
                                    <p:animMotion origin="layout" path="M 0.235967 -0.006348 L 0.24 -0.0032 E" pathEditMode="relative" rAng="0" ptsTypes="AA">
                                      <p:cBhvr>
                                        <p:cTn id="2966" dur="338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2967" presetID="8" presetClass="emph" presetSubtype="0" fill="hold" grpId="31" nodeType="withEffect">
                                  <p:stCondLst>
                                    <p:cond delay="5182"/>
                                  </p:stCondLst>
                                  <p:childTnLst>
                                    <p:animRot by="-137280">
                                      <p:cBhvr>
                                        <p:cTn id="2968" dur="338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2969" presetID="0" presetClass="path" presetSubtype="0" fill="hold" grpId="30" nodeType="withEffect">
                                  <p:stCondLst>
                                    <p:cond delay="5202"/>
                                  </p:stCondLst>
                                  <p:childTnLst>
                                    <p:animMotion origin="layout" path="M 0.237687 -0.006463 L 0.24 -0.0032 E" pathEditMode="relative" rAng="0" ptsTypes="AA">
                                      <p:cBhvr>
                                        <p:cTn id="2970" dur="338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2971" presetID="8" presetClass="emph" presetSubtype="0" fill="hold" grpId="31" nodeType="withEffect">
                                  <p:stCondLst>
                                    <p:cond delay="5202"/>
                                  </p:stCondLst>
                                  <p:childTnLst>
                                    <p:animRot by="-137280">
                                      <p:cBhvr>
                                        <p:cTn id="2972" dur="338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2973" presetID="0" presetClass="path" presetSubtype="0" fill="hold" grpId="30" nodeType="withEffect">
                                  <p:stCondLst>
                                    <p:cond delay="5222"/>
                                  </p:stCondLst>
                                  <p:childTnLst>
                                    <p:animMotion origin="layout" path="M 0.235717 -0.006502 L 0.24 -0.0032 E" pathEditMode="relative" rAng="0" ptsTypes="AA">
                                      <p:cBhvr>
                                        <p:cTn id="2974" dur="338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2975" presetID="8" presetClass="emph" presetSubtype="0" fill="hold" grpId="31" nodeType="withEffect">
                                  <p:stCondLst>
                                    <p:cond delay="5222"/>
                                  </p:stCondLst>
                                  <p:childTnLst>
                                    <p:animRot by="-137280">
                                      <p:cBhvr>
                                        <p:cTn id="2976" dur="338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2977" presetID="0" presetClass="path" presetSubtype="0" fill="hold" grpId="30" nodeType="withEffect">
                                  <p:stCondLst>
                                    <p:cond delay="5242"/>
                                  </p:stCondLst>
                                  <p:childTnLst>
                                    <p:animMotion origin="layout" path="M 0.233801 -0.006541 L 0.24 -0.0032 E" pathEditMode="relative" rAng="0" ptsTypes="AA">
                                      <p:cBhvr>
                                        <p:cTn id="2978" dur="338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2979" presetID="8" presetClass="emph" presetSubtype="0" fill="hold" grpId="31" nodeType="withEffect">
                                  <p:stCondLst>
                                    <p:cond delay="5242"/>
                                  </p:stCondLst>
                                  <p:childTnLst>
                                    <p:animRot by="-137280">
                                      <p:cBhvr>
                                        <p:cTn id="2980" dur="338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5" grpId="1" animBg="1"/>
      <p:bldP spid="5" grpId="2" animBg="1"/>
      <p:bldP spid="5" grpId="3" animBg="1"/>
      <p:bldP spid="5" grpId="4" animBg="1"/>
      <p:bldP spid="5" grpId="5" animBg="1"/>
      <p:bldP spid="5" grpId="6" animBg="1"/>
      <p:bldP spid="5" grpId="7" animBg="1"/>
      <p:bldP spid="5" grpId="8" animBg="1"/>
      <p:bldP spid="5" grpId="9" animBg="1"/>
      <p:bldP spid="5" grpId="10" animBg="1"/>
      <p:bldP spid="5" grpId="11" animBg="1"/>
      <p:bldP spid="5" grpId="12" animBg="1"/>
      <p:bldP spid="5" grpId="13" animBg="1"/>
      <p:bldP spid="5" grpId="14" animBg="1"/>
      <p:bldP spid="5" grpId="15" animBg="1"/>
      <p:bldP spid="5" grpId="16" animBg="1"/>
      <p:bldP spid="5" grpId="17" animBg="1"/>
      <p:bldP spid="5" grpId="18" animBg="1"/>
      <p:bldP spid="5" grpId="19" animBg="1"/>
      <p:bldP spid="5" grpId="20" animBg="1"/>
      <p:bldP spid="5" grpId="21" animBg="1"/>
      <p:bldP spid="5" grpId="22" animBg="1"/>
      <p:bldP spid="5" grpId="23" animBg="1"/>
      <p:bldP spid="5" grpId="24" animBg="1"/>
      <p:bldP spid="5" grpId="25" animBg="1"/>
      <p:bldP spid="5" grpId="26" animBg="1"/>
      <p:bldP spid="5" grpId="27" animBg="1"/>
      <p:bldP spid="5" grpId="28" animBg="1"/>
      <p:bldP spid="5" grpId="29" animBg="1"/>
      <p:bldP spid="5" grpId="30" animBg="1"/>
      <p:bldP spid="5" grpId="31" animBg="1"/>
      <p:bldP spid="6" grpId="0" animBg="1"/>
      <p:bldP spid="6" grpId="1" animBg="1"/>
      <p:bldP spid="6" grpId="2" animBg="1"/>
      <p:bldP spid="6" grpId="3" animBg="1"/>
      <p:bldP spid="6" grpId="4" animBg="1"/>
      <p:bldP spid="6" grpId="5" animBg="1"/>
      <p:bldP spid="6" grpId="6" animBg="1"/>
      <p:bldP spid="6" grpId="7" animBg="1"/>
      <p:bldP spid="6" grpId="8" animBg="1"/>
      <p:bldP spid="6" grpId="9" animBg="1"/>
      <p:bldP spid="6" grpId="10" animBg="1"/>
      <p:bldP spid="6" grpId="11" animBg="1"/>
      <p:bldP spid="6" grpId="12" animBg="1"/>
      <p:bldP spid="6" grpId="13" animBg="1"/>
      <p:bldP spid="6" grpId="14" animBg="1"/>
      <p:bldP spid="6" grpId="15" animBg="1"/>
      <p:bldP spid="6" grpId="16" animBg="1"/>
      <p:bldP spid="6" grpId="17" animBg="1"/>
      <p:bldP spid="6" grpId="18" animBg="1"/>
      <p:bldP spid="6" grpId="19" animBg="1"/>
      <p:bldP spid="6" grpId="20" animBg="1"/>
      <p:bldP spid="6" grpId="21" animBg="1"/>
      <p:bldP spid="6" grpId="22" animBg="1"/>
      <p:bldP spid="6" grpId="23" animBg="1"/>
      <p:bldP spid="6" grpId="24" animBg="1"/>
      <p:bldP spid="6" grpId="25" animBg="1"/>
      <p:bldP spid="6" grpId="26" animBg="1"/>
      <p:bldP spid="6" grpId="27" animBg="1"/>
      <p:bldP spid="6" grpId="28" animBg="1"/>
      <p:bldP spid="6" grpId="29" animBg="1"/>
      <p:bldP spid="6" grpId="30" animBg="1"/>
      <p:bldP spid="6" grpId="31" animBg="1"/>
      <p:bldP spid="7" grpId="0" animBg="1"/>
      <p:bldP spid="7" grpId="1" animBg="1"/>
      <p:bldP spid="7" grpId="2" animBg="1"/>
      <p:bldP spid="7" grpId="3" animBg="1"/>
      <p:bldP spid="7" grpId="4" animBg="1"/>
      <p:bldP spid="7" grpId="5" animBg="1"/>
      <p:bldP spid="7" grpId="6" animBg="1"/>
      <p:bldP spid="7" grpId="7" animBg="1"/>
      <p:bldP spid="7" grpId="8" animBg="1"/>
      <p:bldP spid="7" grpId="9" animBg="1"/>
      <p:bldP spid="7" grpId="10" animBg="1"/>
      <p:bldP spid="7" grpId="11" animBg="1"/>
      <p:bldP spid="7" grpId="12" animBg="1"/>
      <p:bldP spid="7" grpId="13" animBg="1"/>
      <p:bldP spid="7" grpId="14" animBg="1"/>
      <p:bldP spid="7" grpId="15" animBg="1"/>
      <p:bldP spid="7" grpId="16" animBg="1"/>
      <p:bldP spid="7" grpId="17" animBg="1"/>
      <p:bldP spid="7" grpId="18" animBg="1"/>
      <p:bldP spid="7" grpId="19" animBg="1"/>
      <p:bldP spid="7" grpId="20" animBg="1"/>
      <p:bldP spid="7" grpId="21" animBg="1"/>
      <p:bldP spid="7" grpId="22" animBg="1"/>
      <p:bldP spid="7" grpId="23" animBg="1"/>
      <p:bldP spid="7" grpId="24" animBg="1"/>
      <p:bldP spid="7" grpId="25" animBg="1"/>
      <p:bldP spid="7" grpId="26" animBg="1"/>
      <p:bldP spid="7" grpId="27" animBg="1"/>
      <p:bldP spid="7" grpId="28" animBg="1"/>
      <p:bldP spid="7" grpId="29" animBg="1"/>
      <p:bldP spid="7" grpId="30" animBg="1"/>
      <p:bldP spid="7" grpId="31" animBg="1"/>
      <p:bldP spid="9" grpId="0" animBg="1"/>
      <p:bldP spid="9" grpId="1" animBg="1"/>
      <p:bldP spid="9" grpId="2" animBg="1"/>
      <p:bldP spid="9" grpId="3" animBg="1"/>
      <p:bldP spid="9" grpId="4" animBg="1"/>
      <p:bldP spid="9" grpId="5" animBg="1"/>
      <p:bldP spid="9" grpId="6" animBg="1"/>
      <p:bldP spid="9" grpId="7" animBg="1"/>
      <p:bldP spid="9" grpId="8" animBg="1"/>
      <p:bldP spid="9" grpId="9" animBg="1"/>
      <p:bldP spid="9" grpId="10" animBg="1"/>
      <p:bldP spid="9" grpId="11" animBg="1"/>
      <p:bldP spid="9" grpId="12" animBg="1"/>
      <p:bldP spid="9" grpId="13" animBg="1"/>
      <p:bldP spid="9" grpId="14" animBg="1"/>
      <p:bldP spid="9" grpId="15" animBg="1"/>
      <p:bldP spid="9" grpId="16" animBg="1"/>
      <p:bldP spid="9" grpId="17" animBg="1"/>
      <p:bldP spid="9" grpId="18" animBg="1"/>
      <p:bldP spid="9" grpId="19" animBg="1"/>
      <p:bldP spid="9" grpId="20" animBg="1"/>
      <p:bldP spid="9" grpId="21" animBg="1"/>
      <p:bldP spid="9" grpId="22" animBg="1"/>
      <p:bldP spid="9" grpId="23" animBg="1"/>
      <p:bldP spid="9" grpId="24" animBg="1"/>
      <p:bldP spid="9" grpId="25" animBg="1"/>
      <p:bldP spid="9" grpId="26" animBg="1"/>
      <p:bldP spid="9" grpId="27" animBg="1"/>
      <p:bldP spid="9" grpId="28" animBg="1"/>
      <p:bldP spid="9" grpId="29" animBg="1"/>
      <p:bldP spid="9" grpId="30" animBg="1"/>
      <p:bldP spid="9" grpId="31" animBg="1"/>
      <p:bldP spid="10" grpId="0" animBg="1"/>
      <p:bldP spid="10" grpId="1" animBg="1"/>
      <p:bldP spid="10" grpId="2" animBg="1"/>
      <p:bldP spid="10" grpId="3" animBg="1"/>
      <p:bldP spid="10" grpId="4" animBg="1"/>
      <p:bldP spid="10" grpId="5" animBg="1"/>
      <p:bldP spid="10" grpId="6" animBg="1"/>
      <p:bldP spid="10" grpId="7" animBg="1"/>
      <p:bldP spid="10" grpId="8" animBg="1"/>
      <p:bldP spid="10" grpId="9" animBg="1"/>
      <p:bldP spid="10" grpId="10" animBg="1"/>
      <p:bldP spid="10" grpId="11" animBg="1"/>
      <p:bldP spid="10" grpId="12" animBg="1"/>
      <p:bldP spid="10" grpId="13" animBg="1"/>
      <p:bldP spid="10" grpId="14" animBg="1"/>
      <p:bldP spid="10" grpId="15" animBg="1"/>
      <p:bldP spid="10" grpId="16" animBg="1"/>
      <p:bldP spid="10" grpId="17" animBg="1"/>
      <p:bldP spid="10" grpId="18" animBg="1"/>
      <p:bldP spid="10" grpId="19" animBg="1"/>
      <p:bldP spid="10" grpId="20" animBg="1"/>
      <p:bldP spid="10" grpId="21" animBg="1"/>
      <p:bldP spid="10" grpId="22" animBg="1"/>
      <p:bldP spid="10" grpId="23" animBg="1"/>
      <p:bldP spid="10" grpId="24" animBg="1"/>
      <p:bldP spid="10" grpId="25" animBg="1"/>
      <p:bldP spid="10" grpId="26" animBg="1"/>
      <p:bldP spid="10" grpId="27" animBg="1"/>
      <p:bldP spid="10" grpId="28" animBg="1"/>
      <p:bldP spid="10" grpId="29" animBg="1"/>
      <p:bldP spid="10" grpId="30" animBg="1"/>
      <p:bldP spid="10" grpId="31" animBg="1"/>
      <p:bldP spid="11" grpId="0" animBg="1"/>
      <p:bldP spid="11" grpId="1" animBg="1"/>
      <p:bldP spid="11" grpId="2" animBg="1"/>
      <p:bldP spid="11" grpId="3" animBg="1"/>
      <p:bldP spid="11" grpId="4" animBg="1"/>
      <p:bldP spid="11" grpId="5" animBg="1"/>
      <p:bldP spid="11" grpId="6" animBg="1"/>
      <p:bldP spid="11" grpId="7" animBg="1"/>
      <p:bldP spid="11" grpId="8" animBg="1"/>
      <p:bldP spid="11" grpId="9" animBg="1"/>
      <p:bldP spid="11" grpId="10" animBg="1"/>
      <p:bldP spid="11" grpId="11" animBg="1"/>
      <p:bldP spid="11" grpId="12" animBg="1"/>
      <p:bldP spid="11" grpId="13" animBg="1"/>
      <p:bldP spid="11" grpId="14" animBg="1"/>
      <p:bldP spid="11" grpId="15" animBg="1"/>
      <p:bldP spid="11" grpId="16" animBg="1"/>
      <p:bldP spid="11" grpId="17" animBg="1"/>
      <p:bldP spid="11" grpId="18" animBg="1"/>
      <p:bldP spid="11" grpId="19" animBg="1"/>
      <p:bldP spid="11" grpId="20" animBg="1"/>
      <p:bldP spid="11" grpId="21" animBg="1"/>
      <p:bldP spid="11" grpId="22" animBg="1"/>
      <p:bldP spid="11" grpId="23" animBg="1"/>
      <p:bldP spid="11" grpId="24" animBg="1"/>
      <p:bldP spid="11" grpId="25" animBg="1"/>
      <p:bldP spid="11" grpId="26" animBg="1"/>
      <p:bldP spid="11" grpId="27" animBg="1"/>
      <p:bldP spid="11" grpId="28" animBg="1"/>
      <p:bldP spid="11" grpId="29" animBg="1"/>
      <p:bldP spid="11" grpId="30" animBg="1"/>
      <p:bldP spid="11" grpId="31" animBg="1"/>
      <p:bldP spid="12" grpId="0" animBg="1"/>
      <p:bldP spid="12" grpId="1" animBg="1"/>
      <p:bldP spid="12" grpId="2" animBg="1"/>
      <p:bldP spid="12" grpId="3" animBg="1"/>
      <p:bldP spid="12" grpId="4" animBg="1"/>
      <p:bldP spid="12" grpId="5" animBg="1"/>
      <p:bldP spid="12" grpId="6" animBg="1"/>
      <p:bldP spid="12" grpId="7" animBg="1"/>
      <p:bldP spid="12" grpId="8" animBg="1"/>
      <p:bldP spid="12" grpId="9" animBg="1"/>
      <p:bldP spid="12" grpId="10" animBg="1"/>
      <p:bldP spid="12" grpId="11" animBg="1"/>
      <p:bldP spid="12" grpId="12" animBg="1"/>
      <p:bldP spid="12" grpId="13" animBg="1"/>
      <p:bldP spid="12" grpId="14" animBg="1"/>
      <p:bldP spid="12" grpId="15" animBg="1"/>
      <p:bldP spid="12" grpId="16" animBg="1"/>
      <p:bldP spid="12" grpId="17" animBg="1"/>
      <p:bldP spid="12" grpId="18" animBg="1"/>
      <p:bldP spid="12" grpId="19" animBg="1"/>
      <p:bldP spid="12" grpId="20" animBg="1"/>
      <p:bldP spid="12" grpId="21" animBg="1"/>
      <p:bldP spid="12" grpId="22" animBg="1"/>
      <p:bldP spid="12" grpId="23" animBg="1"/>
      <p:bldP spid="12" grpId="24" animBg="1"/>
      <p:bldP spid="12" grpId="25" animBg="1"/>
      <p:bldP spid="12" grpId="26" animBg="1"/>
      <p:bldP spid="12" grpId="27" animBg="1"/>
      <p:bldP spid="12" grpId="28" animBg="1"/>
      <p:bldP spid="12" grpId="29" animBg="1"/>
      <p:bldP spid="12" grpId="30" animBg="1"/>
      <p:bldP spid="12" grpId="31" animBg="1"/>
      <p:bldP spid="13" grpId="0" animBg="1"/>
      <p:bldP spid="13" grpId="1" animBg="1"/>
      <p:bldP spid="13" grpId="2" animBg="1"/>
      <p:bldP spid="13" grpId="3" animBg="1"/>
      <p:bldP spid="13" grpId="4" animBg="1"/>
      <p:bldP spid="13" grpId="5" animBg="1"/>
      <p:bldP spid="13" grpId="6" animBg="1"/>
      <p:bldP spid="13" grpId="7" animBg="1"/>
      <p:bldP spid="13" grpId="8" animBg="1"/>
      <p:bldP spid="13" grpId="9" animBg="1"/>
      <p:bldP spid="13" grpId="10" animBg="1"/>
      <p:bldP spid="13" grpId="11" animBg="1"/>
      <p:bldP spid="13" grpId="12" animBg="1"/>
      <p:bldP spid="13" grpId="13" animBg="1"/>
      <p:bldP spid="13" grpId="14" animBg="1"/>
      <p:bldP spid="13" grpId="15" animBg="1"/>
      <p:bldP spid="13" grpId="16" animBg="1"/>
      <p:bldP spid="13" grpId="17" animBg="1"/>
      <p:bldP spid="13" grpId="18" animBg="1"/>
      <p:bldP spid="13" grpId="19" animBg="1"/>
      <p:bldP spid="13" grpId="20" animBg="1"/>
      <p:bldP spid="13" grpId="21" animBg="1"/>
      <p:bldP spid="13" grpId="22" animBg="1"/>
      <p:bldP spid="13" grpId="23" animBg="1"/>
      <p:bldP spid="13" grpId="24" animBg="1"/>
      <p:bldP spid="13" grpId="25" animBg="1"/>
      <p:bldP spid="13" grpId="26" animBg="1"/>
      <p:bldP spid="13" grpId="27" animBg="1"/>
      <p:bldP spid="13" grpId="28" animBg="1"/>
      <p:bldP spid="13" grpId="29" animBg="1"/>
      <p:bldP spid="13" grpId="30" animBg="1"/>
      <p:bldP spid="13" grpId="31" animBg="1"/>
      <p:bldP spid="14" grpId="0" animBg="1"/>
      <p:bldP spid="14" grpId="1" animBg="1"/>
      <p:bldP spid="14" grpId="2" animBg="1"/>
      <p:bldP spid="14" grpId="3" animBg="1"/>
      <p:bldP spid="14" grpId="4" animBg="1"/>
      <p:bldP spid="14" grpId="5" animBg="1"/>
      <p:bldP spid="14" grpId="6" animBg="1"/>
      <p:bldP spid="14" grpId="7" animBg="1"/>
      <p:bldP spid="14" grpId="8" animBg="1"/>
      <p:bldP spid="14" grpId="9" animBg="1"/>
      <p:bldP spid="14" grpId="10" animBg="1"/>
      <p:bldP spid="14" grpId="11" animBg="1"/>
      <p:bldP spid="14" grpId="12" animBg="1"/>
      <p:bldP spid="14" grpId="13" animBg="1"/>
      <p:bldP spid="14" grpId="14" animBg="1"/>
      <p:bldP spid="14" grpId="15" animBg="1"/>
      <p:bldP spid="14" grpId="16" animBg="1"/>
      <p:bldP spid="14" grpId="17" animBg="1"/>
      <p:bldP spid="14" grpId="18" animBg="1"/>
      <p:bldP spid="14" grpId="19" animBg="1"/>
      <p:bldP spid="14" grpId="20" animBg="1"/>
      <p:bldP spid="14" grpId="21" animBg="1"/>
      <p:bldP spid="14" grpId="22" animBg="1"/>
      <p:bldP spid="14" grpId="23" animBg="1"/>
      <p:bldP spid="14" grpId="24" animBg="1"/>
      <p:bldP spid="14" grpId="25" animBg="1"/>
      <p:bldP spid="14" grpId="26" animBg="1"/>
      <p:bldP spid="14" grpId="27" animBg="1"/>
      <p:bldP spid="14" grpId="28" animBg="1"/>
      <p:bldP spid="14" grpId="29" animBg="1"/>
      <p:bldP spid="14" grpId="30" animBg="1"/>
      <p:bldP spid="14" grpId="31" animBg="1"/>
      <p:bldP spid="15" grpId="0" animBg="1"/>
      <p:bldP spid="15" grpId="1" animBg="1"/>
      <p:bldP spid="15" grpId="2" animBg="1"/>
      <p:bldP spid="15" grpId="3" animBg="1"/>
      <p:bldP spid="15" grpId="4" animBg="1"/>
      <p:bldP spid="15" grpId="5" animBg="1"/>
      <p:bldP spid="15" grpId="6" animBg="1"/>
      <p:bldP spid="15" grpId="7" animBg="1"/>
      <p:bldP spid="15" grpId="8" animBg="1"/>
      <p:bldP spid="15" grpId="9" animBg="1"/>
      <p:bldP spid="15" grpId="10" animBg="1"/>
      <p:bldP spid="15" grpId="11" animBg="1"/>
      <p:bldP spid="15" grpId="12" animBg="1"/>
      <p:bldP spid="15" grpId="13" animBg="1"/>
      <p:bldP spid="15" grpId="14" animBg="1"/>
      <p:bldP spid="15" grpId="15" animBg="1"/>
      <p:bldP spid="15" grpId="16" animBg="1"/>
      <p:bldP spid="15" grpId="17" animBg="1"/>
      <p:bldP spid="15" grpId="18" animBg="1"/>
      <p:bldP spid="15" grpId="19" animBg="1"/>
      <p:bldP spid="15" grpId="20" animBg="1"/>
      <p:bldP spid="15" grpId="21" animBg="1"/>
      <p:bldP spid="15" grpId="22" animBg="1"/>
      <p:bldP spid="15" grpId="23" animBg="1"/>
      <p:bldP spid="15" grpId="24" animBg="1"/>
      <p:bldP spid="15" grpId="25" animBg="1"/>
      <p:bldP spid="15" grpId="26" animBg="1"/>
      <p:bldP spid="15" grpId="27" animBg="1"/>
      <p:bldP spid="15" grpId="28" animBg="1"/>
      <p:bldP spid="15" grpId="29" animBg="1"/>
      <p:bldP spid="15" grpId="30" animBg="1"/>
      <p:bldP spid="15" grpId="31" animBg="1"/>
      <p:bldP spid="16" grpId="0" animBg="1"/>
      <p:bldP spid="16" grpId="1" animBg="1"/>
      <p:bldP spid="16" grpId="2" animBg="1"/>
      <p:bldP spid="16" grpId="3" animBg="1"/>
      <p:bldP spid="16" grpId="4" animBg="1"/>
      <p:bldP spid="16" grpId="5" animBg="1"/>
      <p:bldP spid="16" grpId="6" animBg="1"/>
      <p:bldP spid="16" grpId="7" animBg="1"/>
      <p:bldP spid="16" grpId="8" animBg="1"/>
      <p:bldP spid="16" grpId="9" animBg="1"/>
      <p:bldP spid="16" grpId="10" animBg="1"/>
      <p:bldP spid="16" grpId="11" animBg="1"/>
      <p:bldP spid="16" grpId="12" animBg="1"/>
      <p:bldP spid="16" grpId="13" animBg="1"/>
      <p:bldP spid="16" grpId="14" animBg="1"/>
      <p:bldP spid="16" grpId="15" animBg="1"/>
      <p:bldP spid="16" grpId="16" animBg="1"/>
      <p:bldP spid="16" grpId="17" animBg="1"/>
      <p:bldP spid="16" grpId="18" animBg="1"/>
      <p:bldP spid="16" grpId="19" animBg="1"/>
      <p:bldP spid="16" grpId="20" animBg="1"/>
      <p:bldP spid="16" grpId="21" animBg="1"/>
      <p:bldP spid="16" grpId="22" animBg="1"/>
      <p:bldP spid="16" grpId="23" animBg="1"/>
      <p:bldP spid="16" grpId="24" animBg="1"/>
      <p:bldP spid="16" grpId="25" animBg="1"/>
      <p:bldP spid="16" grpId="26" animBg="1"/>
      <p:bldP spid="16" grpId="27" animBg="1"/>
      <p:bldP spid="16" grpId="28" animBg="1"/>
      <p:bldP spid="16" grpId="29" animBg="1"/>
      <p:bldP spid="16" grpId="30" animBg="1"/>
      <p:bldP spid="16" grpId="31" animBg="1"/>
      <p:bldP spid="17" grpId="0" animBg="1"/>
      <p:bldP spid="17" grpId="1" animBg="1"/>
      <p:bldP spid="17" grpId="2" animBg="1"/>
      <p:bldP spid="17" grpId="3" animBg="1"/>
      <p:bldP spid="17" grpId="4" animBg="1"/>
      <p:bldP spid="17" grpId="5" animBg="1"/>
      <p:bldP spid="17" grpId="6" animBg="1"/>
      <p:bldP spid="17" grpId="7" animBg="1"/>
      <p:bldP spid="17" grpId="8" animBg="1"/>
      <p:bldP spid="17" grpId="9" animBg="1"/>
      <p:bldP spid="17" grpId="10" animBg="1"/>
      <p:bldP spid="17" grpId="11" animBg="1"/>
      <p:bldP spid="17" grpId="12" animBg="1"/>
      <p:bldP spid="17" grpId="13" animBg="1"/>
      <p:bldP spid="17" grpId="14" animBg="1"/>
      <p:bldP spid="17" grpId="15" animBg="1"/>
      <p:bldP spid="17" grpId="16" animBg="1"/>
      <p:bldP spid="17" grpId="17" animBg="1"/>
      <p:bldP spid="17" grpId="18" animBg="1"/>
      <p:bldP spid="17" grpId="19" animBg="1"/>
      <p:bldP spid="17" grpId="20" animBg="1"/>
      <p:bldP spid="17" grpId="21" animBg="1"/>
      <p:bldP spid="17" grpId="22" animBg="1"/>
      <p:bldP spid="17" grpId="23" animBg="1"/>
      <p:bldP spid="17" grpId="24" animBg="1"/>
      <p:bldP spid="17" grpId="25" animBg="1"/>
      <p:bldP spid="17" grpId="26" animBg="1"/>
      <p:bldP spid="17" grpId="27" animBg="1"/>
      <p:bldP spid="17" grpId="28" animBg="1"/>
      <p:bldP spid="17" grpId="29" animBg="1"/>
      <p:bldP spid="17" grpId="30" animBg="1"/>
      <p:bldP spid="17" grpId="31" animBg="1"/>
      <p:bldP spid="18" grpId="0" animBg="1"/>
      <p:bldP spid="18" grpId="1" animBg="1"/>
      <p:bldP spid="18" grpId="2" animBg="1"/>
      <p:bldP spid="18" grpId="3" animBg="1"/>
      <p:bldP spid="18" grpId="4" animBg="1"/>
      <p:bldP spid="18" grpId="5" animBg="1"/>
      <p:bldP spid="18" grpId="6" animBg="1"/>
      <p:bldP spid="18" grpId="7" animBg="1"/>
      <p:bldP spid="18" grpId="8" animBg="1"/>
      <p:bldP spid="18" grpId="9" animBg="1"/>
      <p:bldP spid="18" grpId="10" animBg="1"/>
      <p:bldP spid="18" grpId="11" animBg="1"/>
      <p:bldP spid="18" grpId="12" animBg="1"/>
      <p:bldP spid="18" grpId="13" animBg="1"/>
      <p:bldP spid="18" grpId="14" animBg="1"/>
      <p:bldP spid="18" grpId="15" animBg="1"/>
      <p:bldP spid="18" grpId="16" animBg="1"/>
      <p:bldP spid="18" grpId="17" animBg="1"/>
      <p:bldP spid="18" grpId="18" animBg="1"/>
      <p:bldP spid="18" grpId="19" animBg="1"/>
      <p:bldP spid="18" grpId="20" animBg="1"/>
      <p:bldP spid="18" grpId="21" animBg="1"/>
      <p:bldP spid="18" grpId="22" animBg="1"/>
      <p:bldP spid="18" grpId="23" animBg="1"/>
      <p:bldP spid="18" grpId="24" animBg="1"/>
      <p:bldP spid="18" grpId="25" animBg="1"/>
      <p:bldP spid="18" grpId="26" animBg="1"/>
      <p:bldP spid="18" grpId="27" animBg="1"/>
      <p:bldP spid="18" grpId="28" animBg="1"/>
      <p:bldP spid="18" grpId="29" animBg="1"/>
      <p:bldP spid="18" grpId="30" animBg="1"/>
      <p:bldP spid="18" grpId="31" animBg="1"/>
      <p:bldP spid="21" grpId="0" animBg="1"/>
      <p:bldP spid="21" grpId="1" animBg="1"/>
      <p:bldP spid="21" grpId="2" animBg="1"/>
      <p:bldP spid="21" grpId="3" animBg="1"/>
      <p:bldP spid="21" grpId="4" animBg="1"/>
      <p:bldP spid="21" grpId="5" animBg="1"/>
      <p:bldP spid="21" grpId="6" animBg="1"/>
      <p:bldP spid="21" grpId="7" animBg="1"/>
      <p:bldP spid="21" grpId="8" animBg="1"/>
      <p:bldP spid="21" grpId="9" animBg="1"/>
      <p:bldP spid="21" grpId="10" animBg="1"/>
      <p:bldP spid="21" grpId="11" animBg="1"/>
      <p:bldP spid="21" grpId="12" animBg="1"/>
      <p:bldP spid="21" grpId="13" animBg="1"/>
      <p:bldP spid="21" grpId="14" animBg="1"/>
      <p:bldP spid="21" grpId="15" animBg="1"/>
      <p:bldP spid="21" grpId="16" animBg="1"/>
      <p:bldP spid="21" grpId="17" animBg="1"/>
      <p:bldP spid="21" grpId="18" animBg="1"/>
      <p:bldP spid="21" grpId="19" animBg="1"/>
      <p:bldP spid="21" grpId="20" animBg="1"/>
      <p:bldP spid="21" grpId="21" animBg="1"/>
      <p:bldP spid="21" grpId="22" animBg="1"/>
      <p:bldP spid="21" grpId="23" animBg="1"/>
      <p:bldP spid="21" grpId="24" animBg="1"/>
      <p:bldP spid="21" grpId="25" animBg="1"/>
      <p:bldP spid="21" grpId="26" animBg="1"/>
      <p:bldP spid="21" grpId="27" animBg="1"/>
      <p:bldP spid="21" grpId="28" animBg="1"/>
      <p:bldP spid="21" grpId="29" animBg="1"/>
      <p:bldP spid="21" grpId="30" animBg="1"/>
      <p:bldP spid="21" grpId="31" animBg="1"/>
      <p:bldP spid="21" grpId="32" animBg="1"/>
      <p:bldP spid="21" grpId="33" animBg="1"/>
      <p:bldP spid="21" grpId="34" animBg="1"/>
      <p:bldP spid="21" grpId="35" animBg="1"/>
      <p:bldP spid="21" grpId="36" animBg="1"/>
      <p:bldP spid="21" grpId="37" animBg="1"/>
      <p:bldP spid="21" grpId="38" animBg="1"/>
      <p:bldP spid="21" grpId="39" animBg="1"/>
      <p:bldP spid="21" grpId="40" animBg="1"/>
      <p:bldP spid="21" grpId="41" animBg="1"/>
      <p:bldP spid="21" grpId="42" animBg="1"/>
      <p:bldP spid="21" grpId="43" animBg="1"/>
      <p:bldP spid="21" grpId="44" animBg="1"/>
      <p:bldP spid="21" grpId="45" animBg="1"/>
      <p:bldP spid="21" grpId="46" animBg="1"/>
      <p:bldP spid="21" grpId="47" animBg="1"/>
      <p:bldP spid="22" grpId="0" animBg="1"/>
      <p:bldP spid="22" grpId="1" animBg="1"/>
      <p:bldP spid="22" grpId="2" animBg="1"/>
      <p:bldP spid="22" grpId="3" animBg="1"/>
      <p:bldP spid="22" grpId="4" animBg="1"/>
      <p:bldP spid="22" grpId="5" animBg="1"/>
      <p:bldP spid="22" grpId="6" animBg="1"/>
      <p:bldP spid="22" grpId="7" animBg="1"/>
      <p:bldP spid="22" grpId="8" animBg="1"/>
      <p:bldP spid="22" grpId="9" animBg="1"/>
      <p:bldP spid="22" grpId="10" animBg="1"/>
      <p:bldP spid="22" grpId="11" animBg="1"/>
      <p:bldP spid="22" grpId="12" animBg="1"/>
      <p:bldP spid="22" grpId="13" animBg="1"/>
      <p:bldP spid="22" grpId="14" animBg="1"/>
      <p:bldP spid="22" grpId="15" animBg="1"/>
      <p:bldP spid="22" grpId="16" animBg="1"/>
      <p:bldP spid="22" grpId="17" animBg="1"/>
      <p:bldP spid="22" grpId="18" animBg="1"/>
      <p:bldP spid="22" grpId="19" animBg="1"/>
      <p:bldP spid="22" grpId="20" animBg="1"/>
      <p:bldP spid="22" grpId="21" animBg="1"/>
      <p:bldP spid="22" grpId="22" animBg="1"/>
      <p:bldP spid="22" grpId="23" animBg="1"/>
      <p:bldP spid="22" grpId="24" animBg="1"/>
      <p:bldP spid="22" grpId="25" animBg="1"/>
      <p:bldP spid="22" grpId="26" animBg="1"/>
      <p:bldP spid="22" grpId="27" animBg="1"/>
      <p:bldP spid="22" grpId="28" animBg="1"/>
      <p:bldP spid="22" grpId="29" animBg="1"/>
      <p:bldP spid="22" grpId="30" animBg="1"/>
      <p:bldP spid="22" grpId="31" animBg="1"/>
      <p:bldP spid="22" grpId="32" animBg="1"/>
      <p:bldP spid="22" grpId="33" animBg="1"/>
      <p:bldP spid="22" grpId="34" animBg="1"/>
      <p:bldP spid="22" grpId="35" animBg="1"/>
      <p:bldP spid="22" grpId="36" animBg="1"/>
      <p:bldP spid="22" grpId="37" animBg="1"/>
      <p:bldP spid="22" grpId="38" animBg="1"/>
      <p:bldP spid="22" grpId="39" animBg="1"/>
      <p:bldP spid="22" grpId="40" animBg="1"/>
      <p:bldP spid="22" grpId="41" animBg="1"/>
      <p:bldP spid="22" grpId="42" animBg="1"/>
      <p:bldP spid="22" grpId="43" animBg="1"/>
      <p:bldP spid="22" grpId="44" animBg="1"/>
      <p:bldP spid="22" grpId="45" animBg="1"/>
      <p:bldP spid="22" grpId="46" animBg="1"/>
      <p:bldP spid="22" grpId="47" animBg="1"/>
      <p:bldP spid="23" grpId="0" animBg="1"/>
      <p:bldP spid="23" grpId="1" animBg="1"/>
      <p:bldP spid="23" grpId="2" animBg="1"/>
      <p:bldP spid="23" grpId="3" animBg="1"/>
      <p:bldP spid="23" grpId="4" animBg="1"/>
      <p:bldP spid="23" grpId="5" animBg="1"/>
      <p:bldP spid="23" grpId="6" animBg="1"/>
      <p:bldP spid="23" grpId="7" animBg="1"/>
      <p:bldP spid="23" grpId="8" animBg="1"/>
      <p:bldP spid="23" grpId="9" animBg="1"/>
      <p:bldP spid="23" grpId="10" animBg="1"/>
      <p:bldP spid="23" grpId="11" animBg="1"/>
      <p:bldP spid="23" grpId="12" animBg="1"/>
      <p:bldP spid="23" grpId="13" animBg="1"/>
      <p:bldP spid="23" grpId="14" animBg="1"/>
      <p:bldP spid="23" grpId="15" animBg="1"/>
      <p:bldP spid="23" grpId="16" animBg="1"/>
      <p:bldP spid="23" grpId="17" animBg="1"/>
      <p:bldP spid="23" grpId="18" animBg="1"/>
      <p:bldP spid="23" grpId="19" animBg="1"/>
      <p:bldP spid="23" grpId="20" animBg="1"/>
      <p:bldP spid="23" grpId="21" animBg="1"/>
      <p:bldP spid="23" grpId="22" animBg="1"/>
      <p:bldP spid="23" grpId="23" animBg="1"/>
      <p:bldP spid="23" grpId="24" animBg="1"/>
      <p:bldP spid="23" grpId="25" animBg="1"/>
      <p:bldP spid="23" grpId="26" animBg="1"/>
      <p:bldP spid="23" grpId="27" animBg="1"/>
      <p:bldP spid="23" grpId="28" animBg="1"/>
      <p:bldP spid="23" grpId="29" animBg="1"/>
      <p:bldP spid="23" grpId="30" animBg="1"/>
      <p:bldP spid="23" grpId="31" animBg="1"/>
      <p:bldP spid="23" grpId="32" animBg="1"/>
      <p:bldP spid="23" grpId="33" animBg="1"/>
      <p:bldP spid="23" grpId="34" animBg="1"/>
      <p:bldP spid="23" grpId="35" animBg="1"/>
      <p:bldP spid="23" grpId="36" animBg="1"/>
      <p:bldP spid="23" grpId="37" animBg="1"/>
      <p:bldP spid="23" grpId="38" animBg="1"/>
      <p:bldP spid="23" grpId="39" animBg="1"/>
      <p:bldP spid="23" grpId="40" animBg="1"/>
      <p:bldP spid="23" grpId="41" animBg="1"/>
      <p:bldP spid="23" grpId="42" animBg="1"/>
      <p:bldP spid="23" grpId="43" animBg="1"/>
      <p:bldP spid="23" grpId="44" animBg="1"/>
      <p:bldP spid="23" grpId="45" animBg="1"/>
      <p:bldP spid="23" grpId="46" animBg="1"/>
      <p:bldP spid="23" grpId="47" animBg="1"/>
      <p:bldP spid="24" grpId="0" animBg="1"/>
      <p:bldP spid="24" grpId="1" animBg="1"/>
      <p:bldP spid="24" grpId="2" animBg="1"/>
      <p:bldP spid="24" grpId="3" animBg="1"/>
      <p:bldP spid="24" grpId="4" animBg="1"/>
      <p:bldP spid="24" grpId="5" animBg="1"/>
      <p:bldP spid="24" grpId="6" animBg="1"/>
      <p:bldP spid="24" grpId="7" animBg="1"/>
      <p:bldP spid="24" grpId="8" animBg="1"/>
      <p:bldP spid="24" grpId="9" animBg="1"/>
      <p:bldP spid="24" grpId="10" animBg="1"/>
      <p:bldP spid="24" grpId="11" animBg="1"/>
      <p:bldP spid="24" grpId="12" animBg="1"/>
      <p:bldP spid="24" grpId="13" animBg="1"/>
      <p:bldP spid="24" grpId="14" animBg="1"/>
      <p:bldP spid="24" grpId="15" animBg="1"/>
      <p:bldP spid="24" grpId="16" animBg="1"/>
      <p:bldP spid="24" grpId="17" animBg="1"/>
      <p:bldP spid="24" grpId="18" animBg="1"/>
      <p:bldP spid="24" grpId="19" animBg="1"/>
      <p:bldP spid="24" grpId="20" animBg="1"/>
      <p:bldP spid="24" grpId="21" animBg="1"/>
      <p:bldP spid="24" grpId="22" animBg="1"/>
      <p:bldP spid="24" grpId="23" animBg="1"/>
      <p:bldP spid="24" grpId="24" animBg="1"/>
      <p:bldP spid="24" grpId="25" animBg="1"/>
      <p:bldP spid="24" grpId="26" animBg="1"/>
      <p:bldP spid="24" grpId="27" animBg="1"/>
      <p:bldP spid="24" grpId="28" animBg="1"/>
      <p:bldP spid="24" grpId="29" animBg="1"/>
      <p:bldP spid="24" grpId="30" animBg="1"/>
      <p:bldP spid="24" grpId="31" animBg="1"/>
      <p:bldP spid="24" grpId="32" animBg="1"/>
      <p:bldP spid="24" grpId="33" animBg="1"/>
      <p:bldP spid="24" grpId="34" animBg="1"/>
      <p:bldP spid="24" grpId="35" animBg="1"/>
      <p:bldP spid="24" grpId="36" animBg="1"/>
      <p:bldP spid="24" grpId="37" animBg="1"/>
      <p:bldP spid="24" grpId="38" animBg="1"/>
      <p:bldP spid="24" grpId="39" animBg="1"/>
      <p:bldP spid="24" grpId="40" animBg="1"/>
      <p:bldP spid="24" grpId="41" animBg="1"/>
      <p:bldP spid="24" grpId="42" animBg="1"/>
      <p:bldP spid="24" grpId="43" animBg="1"/>
      <p:bldP spid="24" grpId="44" animBg="1"/>
      <p:bldP spid="24" grpId="45" animBg="1"/>
      <p:bldP spid="24" grpId="46" animBg="1"/>
      <p:bldP spid="24" grpId="47" animBg="1"/>
      <p:bldP spid="25" grpId="0" animBg="1"/>
      <p:bldP spid="25" grpId="1" animBg="1"/>
      <p:bldP spid="25" grpId="2" animBg="1"/>
      <p:bldP spid="25" grpId="3" animBg="1"/>
      <p:bldP spid="25" grpId="4" animBg="1"/>
      <p:bldP spid="25" grpId="5" animBg="1"/>
      <p:bldP spid="25" grpId="6" animBg="1"/>
      <p:bldP spid="25" grpId="7" animBg="1"/>
      <p:bldP spid="25" grpId="8" animBg="1"/>
      <p:bldP spid="25" grpId="9" animBg="1"/>
      <p:bldP spid="25" grpId="10" animBg="1"/>
      <p:bldP spid="25" grpId="11" animBg="1"/>
      <p:bldP spid="25" grpId="12" animBg="1"/>
      <p:bldP spid="25" grpId="13" animBg="1"/>
      <p:bldP spid="25" grpId="14" animBg="1"/>
      <p:bldP spid="25" grpId="15" animBg="1"/>
      <p:bldP spid="25" grpId="16" animBg="1"/>
      <p:bldP spid="25" grpId="17" animBg="1"/>
      <p:bldP spid="25" grpId="18" animBg="1"/>
      <p:bldP spid="25" grpId="19" animBg="1"/>
      <p:bldP spid="25" grpId="20" animBg="1"/>
      <p:bldP spid="25" grpId="21" animBg="1"/>
      <p:bldP spid="25" grpId="22" animBg="1"/>
      <p:bldP spid="25" grpId="23" animBg="1"/>
      <p:bldP spid="25" grpId="24" animBg="1"/>
      <p:bldP spid="25" grpId="25" animBg="1"/>
      <p:bldP spid="25" grpId="26" animBg="1"/>
      <p:bldP spid="25" grpId="27" animBg="1"/>
      <p:bldP spid="25" grpId="28" animBg="1"/>
      <p:bldP spid="25" grpId="29" animBg="1"/>
      <p:bldP spid="25" grpId="30" animBg="1"/>
      <p:bldP spid="25" grpId="31" animBg="1"/>
      <p:bldP spid="25" grpId="32" animBg="1"/>
      <p:bldP spid="25" grpId="33" animBg="1"/>
      <p:bldP spid="25" grpId="34" animBg="1"/>
      <p:bldP spid="25" grpId="35" animBg="1"/>
      <p:bldP spid="25" grpId="36" animBg="1"/>
      <p:bldP spid="25" grpId="37" animBg="1"/>
      <p:bldP spid="25" grpId="38" animBg="1"/>
      <p:bldP spid="25" grpId="39" animBg="1"/>
      <p:bldP spid="25" grpId="40" animBg="1"/>
      <p:bldP spid="25" grpId="41" animBg="1"/>
      <p:bldP spid="25" grpId="42" animBg="1"/>
      <p:bldP spid="25" grpId="43" animBg="1"/>
      <p:bldP spid="25" grpId="44" animBg="1"/>
      <p:bldP spid="25" grpId="45" animBg="1"/>
      <p:bldP spid="25" grpId="46" animBg="1"/>
      <p:bldP spid="25" grpId="47" animBg="1"/>
      <p:bldP spid="26" grpId="0" animBg="1"/>
      <p:bldP spid="26" grpId="1" animBg="1"/>
      <p:bldP spid="26" grpId="2" animBg="1"/>
      <p:bldP spid="26" grpId="3" animBg="1"/>
      <p:bldP spid="26" grpId="4" animBg="1"/>
      <p:bldP spid="26" grpId="5" animBg="1"/>
      <p:bldP spid="26" grpId="6" animBg="1"/>
      <p:bldP spid="26" grpId="7" animBg="1"/>
      <p:bldP spid="26" grpId="8" animBg="1"/>
      <p:bldP spid="26" grpId="9" animBg="1"/>
      <p:bldP spid="26" grpId="10" animBg="1"/>
      <p:bldP spid="26" grpId="11" animBg="1"/>
      <p:bldP spid="26" grpId="12" animBg="1"/>
      <p:bldP spid="26" grpId="13" animBg="1"/>
      <p:bldP spid="26" grpId="14" animBg="1"/>
      <p:bldP spid="26" grpId="15" animBg="1"/>
      <p:bldP spid="26" grpId="16" animBg="1"/>
      <p:bldP spid="26" grpId="17" animBg="1"/>
      <p:bldP spid="26" grpId="18" animBg="1"/>
      <p:bldP spid="26" grpId="19" animBg="1"/>
      <p:bldP spid="26" grpId="20" animBg="1"/>
      <p:bldP spid="26" grpId="21" animBg="1"/>
      <p:bldP spid="26" grpId="22" animBg="1"/>
      <p:bldP spid="26" grpId="23" animBg="1"/>
      <p:bldP spid="26" grpId="24" animBg="1"/>
      <p:bldP spid="26" grpId="25" animBg="1"/>
      <p:bldP spid="26" grpId="26" animBg="1"/>
      <p:bldP spid="26" grpId="27" animBg="1"/>
      <p:bldP spid="26" grpId="28" animBg="1"/>
      <p:bldP spid="26" grpId="29" animBg="1"/>
      <p:bldP spid="26" grpId="30" animBg="1"/>
      <p:bldP spid="26" grpId="31" animBg="1"/>
      <p:bldP spid="26" grpId="32" animBg="1"/>
      <p:bldP spid="26" grpId="33" animBg="1"/>
      <p:bldP spid="26" grpId="34" animBg="1"/>
      <p:bldP spid="26" grpId="35" animBg="1"/>
      <p:bldP spid="26" grpId="36" animBg="1"/>
      <p:bldP spid="26" grpId="37" animBg="1"/>
      <p:bldP spid="26" grpId="38" animBg="1"/>
      <p:bldP spid="26" grpId="39" animBg="1"/>
      <p:bldP spid="26" grpId="40" animBg="1"/>
      <p:bldP spid="26" grpId="41" animBg="1"/>
      <p:bldP spid="26" grpId="42" animBg="1"/>
      <p:bldP spid="26" grpId="43" animBg="1"/>
      <p:bldP spid="26" grpId="44" animBg="1"/>
      <p:bldP spid="26" grpId="45" animBg="1"/>
      <p:bldP spid="26" grpId="46" animBg="1"/>
      <p:bldP spid="26" grpId="47" animBg="1"/>
      <p:bldP spid="28" grpId="0" animBg="1"/>
      <p:bldP spid="28" grpId="1" animBg="1"/>
      <p:bldP spid="28" grpId="2" animBg="1"/>
      <p:bldP spid="28" grpId="3" animBg="1"/>
      <p:bldP spid="28" grpId="4" animBg="1"/>
      <p:bldP spid="28" grpId="5" animBg="1"/>
      <p:bldP spid="28" grpId="6" animBg="1"/>
      <p:bldP spid="28" grpId="7" animBg="1"/>
      <p:bldP spid="28" grpId="8" animBg="1"/>
      <p:bldP spid="28" grpId="9" animBg="1"/>
      <p:bldP spid="28" grpId="10" animBg="1"/>
      <p:bldP spid="28" grpId="11" animBg="1"/>
      <p:bldP spid="28" grpId="12" animBg="1"/>
      <p:bldP spid="28" grpId="13" animBg="1"/>
      <p:bldP spid="28" grpId="14" animBg="1"/>
      <p:bldP spid="28" grpId="15" animBg="1"/>
      <p:bldP spid="28" grpId="16" animBg="1"/>
      <p:bldP spid="28" grpId="17" animBg="1"/>
      <p:bldP spid="28" grpId="18" animBg="1"/>
      <p:bldP spid="28" grpId="19" animBg="1"/>
      <p:bldP spid="28" grpId="20" animBg="1"/>
      <p:bldP spid="28" grpId="21" animBg="1"/>
      <p:bldP spid="28" grpId="22" animBg="1"/>
      <p:bldP spid="28" grpId="23" animBg="1"/>
      <p:bldP spid="28" grpId="24" animBg="1"/>
      <p:bldP spid="28" grpId="25" animBg="1"/>
      <p:bldP spid="28" grpId="26" animBg="1"/>
      <p:bldP spid="28" grpId="27" animBg="1"/>
      <p:bldP spid="28" grpId="28" animBg="1"/>
      <p:bldP spid="28" grpId="29" animBg="1"/>
      <p:bldP spid="28" grpId="30" animBg="1"/>
      <p:bldP spid="28" grpId="31" animBg="1"/>
      <p:bldP spid="28" grpId="32" animBg="1"/>
      <p:bldP spid="28" grpId="33" animBg="1"/>
      <p:bldP spid="28" grpId="34" animBg="1"/>
      <p:bldP spid="28" grpId="35" animBg="1"/>
      <p:bldP spid="28" grpId="36" animBg="1"/>
      <p:bldP spid="28" grpId="37" animBg="1"/>
      <p:bldP spid="28" grpId="38" animBg="1"/>
      <p:bldP spid="28" grpId="39" animBg="1"/>
      <p:bldP spid="28" grpId="40" animBg="1"/>
      <p:bldP spid="28" grpId="41" animBg="1"/>
      <p:bldP spid="28" grpId="42" animBg="1"/>
      <p:bldP spid="28" grpId="43" animBg="1"/>
      <p:bldP spid="28" grpId="44" animBg="1"/>
      <p:bldP spid="28" grpId="45" animBg="1"/>
      <p:bldP spid="28" grpId="46" animBg="1"/>
      <p:bldP spid="28" grpId="47" animBg="1"/>
      <p:bldP spid="29" grpId="0" animBg="1"/>
      <p:bldP spid="29" grpId="1" animBg="1"/>
      <p:bldP spid="29" grpId="2" animBg="1"/>
      <p:bldP spid="29" grpId="3" animBg="1"/>
      <p:bldP spid="29" grpId="4" animBg="1"/>
      <p:bldP spid="29" grpId="5" animBg="1"/>
      <p:bldP spid="29" grpId="6" animBg="1"/>
      <p:bldP spid="29" grpId="7" animBg="1"/>
      <p:bldP spid="29" grpId="8" animBg="1"/>
      <p:bldP spid="29" grpId="9" animBg="1"/>
      <p:bldP spid="29" grpId="10" animBg="1"/>
      <p:bldP spid="29" grpId="11" animBg="1"/>
      <p:bldP spid="29" grpId="12" animBg="1"/>
      <p:bldP spid="29" grpId="13" animBg="1"/>
      <p:bldP spid="29" grpId="14" animBg="1"/>
      <p:bldP spid="29" grpId="15" animBg="1"/>
      <p:bldP spid="29" grpId="16" animBg="1"/>
      <p:bldP spid="29" grpId="17" animBg="1"/>
      <p:bldP spid="29" grpId="18" animBg="1"/>
      <p:bldP spid="29" grpId="19" animBg="1"/>
      <p:bldP spid="29" grpId="20" animBg="1"/>
      <p:bldP spid="29" grpId="21" animBg="1"/>
      <p:bldP spid="29" grpId="22" animBg="1"/>
      <p:bldP spid="29" grpId="23" animBg="1"/>
      <p:bldP spid="29" grpId="24" animBg="1"/>
      <p:bldP spid="29" grpId="25" animBg="1"/>
      <p:bldP spid="29" grpId="26" animBg="1"/>
      <p:bldP spid="29" grpId="27" animBg="1"/>
      <p:bldP spid="29" grpId="28" animBg="1"/>
      <p:bldP spid="29" grpId="29" animBg="1"/>
      <p:bldP spid="29" grpId="30" animBg="1"/>
      <p:bldP spid="29" grpId="31" animBg="1"/>
      <p:bldP spid="29" grpId="32" animBg="1"/>
      <p:bldP spid="29" grpId="33" animBg="1"/>
      <p:bldP spid="29" grpId="34" animBg="1"/>
      <p:bldP spid="29" grpId="35" animBg="1"/>
      <p:bldP spid="29" grpId="36" animBg="1"/>
      <p:bldP spid="29" grpId="37" animBg="1"/>
      <p:bldP spid="29" grpId="38" animBg="1"/>
      <p:bldP spid="29" grpId="39" animBg="1"/>
      <p:bldP spid="29" grpId="40" animBg="1"/>
      <p:bldP spid="29" grpId="41" animBg="1"/>
      <p:bldP spid="29" grpId="42" animBg="1"/>
      <p:bldP spid="29" grpId="43" animBg="1"/>
      <p:bldP spid="29" grpId="44" animBg="1"/>
      <p:bldP spid="29" grpId="45" animBg="1"/>
      <p:bldP spid="29" grpId="46" animBg="1"/>
      <p:bldP spid="29" grpId="47" animBg="1"/>
      <p:bldP spid="30" grpId="0" animBg="1"/>
      <p:bldP spid="30" grpId="1" animBg="1"/>
      <p:bldP spid="30" grpId="2" animBg="1"/>
      <p:bldP spid="30" grpId="3" animBg="1"/>
      <p:bldP spid="30" grpId="4" animBg="1"/>
      <p:bldP spid="30" grpId="5" animBg="1"/>
      <p:bldP spid="30" grpId="6" animBg="1"/>
      <p:bldP spid="30" grpId="7" animBg="1"/>
      <p:bldP spid="30" grpId="8" animBg="1"/>
      <p:bldP spid="30" grpId="9" animBg="1"/>
      <p:bldP spid="30" grpId="10" animBg="1"/>
      <p:bldP spid="30" grpId="11" animBg="1"/>
      <p:bldP spid="30" grpId="12" animBg="1"/>
      <p:bldP spid="30" grpId="13" animBg="1"/>
      <p:bldP spid="30" grpId="14" animBg="1"/>
      <p:bldP spid="30" grpId="15" animBg="1"/>
      <p:bldP spid="30" grpId="16" animBg="1"/>
      <p:bldP spid="30" grpId="17" animBg="1"/>
      <p:bldP spid="30" grpId="18" animBg="1"/>
      <p:bldP spid="30" grpId="19" animBg="1"/>
      <p:bldP spid="30" grpId="20" animBg="1"/>
      <p:bldP spid="30" grpId="21" animBg="1"/>
      <p:bldP spid="30" grpId="22" animBg="1"/>
      <p:bldP spid="30" grpId="23" animBg="1"/>
      <p:bldP spid="30" grpId="24" animBg="1"/>
      <p:bldP spid="30" grpId="25" animBg="1"/>
      <p:bldP spid="30" grpId="26" animBg="1"/>
      <p:bldP spid="30" grpId="27" animBg="1"/>
      <p:bldP spid="30" grpId="28" animBg="1"/>
      <p:bldP spid="30" grpId="29" animBg="1"/>
      <p:bldP spid="30" grpId="30" animBg="1"/>
      <p:bldP spid="30" grpId="31" animBg="1"/>
      <p:bldP spid="30" grpId="32" animBg="1"/>
      <p:bldP spid="30" grpId="33" animBg="1"/>
      <p:bldP spid="30" grpId="34" animBg="1"/>
      <p:bldP spid="30" grpId="35" animBg="1"/>
      <p:bldP spid="30" grpId="36" animBg="1"/>
      <p:bldP spid="30" grpId="37" animBg="1"/>
      <p:bldP spid="30" grpId="38" animBg="1"/>
      <p:bldP spid="30" grpId="39" animBg="1"/>
      <p:bldP spid="30" grpId="40" animBg="1"/>
      <p:bldP spid="30" grpId="41" animBg="1"/>
      <p:bldP spid="30" grpId="42" animBg="1"/>
      <p:bldP spid="30" grpId="43" animBg="1"/>
      <p:bldP spid="30" grpId="44" animBg="1"/>
      <p:bldP spid="30" grpId="45" animBg="1"/>
      <p:bldP spid="30" grpId="46" animBg="1"/>
      <p:bldP spid="30" grpId="47" animBg="1"/>
      <p:bldP spid="31" grpId="0" animBg="1"/>
      <p:bldP spid="31" grpId="1" animBg="1"/>
      <p:bldP spid="31" grpId="2" animBg="1"/>
      <p:bldP spid="31" grpId="3" animBg="1"/>
      <p:bldP spid="31" grpId="4" animBg="1"/>
      <p:bldP spid="31" grpId="5" animBg="1"/>
      <p:bldP spid="31" grpId="6" animBg="1"/>
      <p:bldP spid="31" grpId="7" animBg="1"/>
      <p:bldP spid="31" grpId="8" animBg="1"/>
      <p:bldP spid="31" grpId="9" animBg="1"/>
      <p:bldP spid="31" grpId="10" animBg="1"/>
      <p:bldP spid="31" grpId="11" animBg="1"/>
      <p:bldP spid="31" grpId="12" animBg="1"/>
      <p:bldP spid="31" grpId="13" animBg="1"/>
      <p:bldP spid="31" grpId="14" animBg="1"/>
      <p:bldP spid="31" grpId="15" animBg="1"/>
      <p:bldP spid="31" grpId="16" animBg="1"/>
      <p:bldP spid="31" grpId="17" animBg="1"/>
      <p:bldP spid="31" grpId="18" animBg="1"/>
      <p:bldP spid="31" grpId="19" animBg="1"/>
      <p:bldP spid="31" grpId="20" animBg="1"/>
      <p:bldP spid="31" grpId="21" animBg="1"/>
      <p:bldP spid="31" grpId="22" animBg="1"/>
      <p:bldP spid="31" grpId="23" animBg="1"/>
      <p:bldP spid="31" grpId="24" animBg="1"/>
      <p:bldP spid="31" grpId="25" animBg="1"/>
      <p:bldP spid="31" grpId="26" animBg="1"/>
      <p:bldP spid="31" grpId="27" animBg="1"/>
      <p:bldP spid="31" grpId="28" animBg="1"/>
      <p:bldP spid="31" grpId="29" animBg="1"/>
      <p:bldP spid="31" grpId="30" animBg="1"/>
      <p:bldP spid="31" grpId="31" animBg="1"/>
      <p:bldP spid="31" grpId="32" animBg="1"/>
      <p:bldP spid="31" grpId="33" animBg="1"/>
      <p:bldP spid="31" grpId="34" animBg="1"/>
      <p:bldP spid="31" grpId="35" animBg="1"/>
      <p:bldP spid="31" grpId="36" animBg="1"/>
      <p:bldP spid="31" grpId="37" animBg="1"/>
      <p:bldP spid="31" grpId="38" animBg="1"/>
      <p:bldP spid="31" grpId="39" animBg="1"/>
      <p:bldP spid="31" grpId="40" animBg="1"/>
      <p:bldP spid="31" grpId="41" animBg="1"/>
      <p:bldP spid="31" grpId="42" animBg="1"/>
      <p:bldP spid="31" grpId="43" animBg="1"/>
      <p:bldP spid="31" grpId="44" animBg="1"/>
      <p:bldP spid="31" grpId="45" animBg="1"/>
      <p:bldP spid="31" grpId="46" animBg="1"/>
      <p:bldP spid="31" grpId="47" animBg="1"/>
      <p:bldP spid="32" grpId="0" animBg="1"/>
      <p:bldP spid="32" grpId="1" animBg="1"/>
      <p:bldP spid="32" grpId="2" animBg="1"/>
      <p:bldP spid="32" grpId="3" animBg="1"/>
      <p:bldP spid="32" grpId="4" animBg="1"/>
      <p:bldP spid="32" grpId="5" animBg="1"/>
      <p:bldP spid="32" grpId="6" animBg="1"/>
      <p:bldP spid="32" grpId="7" animBg="1"/>
      <p:bldP spid="32" grpId="8" animBg="1"/>
      <p:bldP spid="32" grpId="9" animBg="1"/>
      <p:bldP spid="32" grpId="10" animBg="1"/>
      <p:bldP spid="32" grpId="11" animBg="1"/>
      <p:bldP spid="32" grpId="12" animBg="1"/>
      <p:bldP spid="32" grpId="13" animBg="1"/>
      <p:bldP spid="32" grpId="14" animBg="1"/>
      <p:bldP spid="32" grpId="15" animBg="1"/>
      <p:bldP spid="32" grpId="16" animBg="1"/>
      <p:bldP spid="32" grpId="17" animBg="1"/>
      <p:bldP spid="32" grpId="18" animBg="1"/>
      <p:bldP spid="32" grpId="19" animBg="1"/>
      <p:bldP spid="32" grpId="20" animBg="1"/>
      <p:bldP spid="32" grpId="21" animBg="1"/>
      <p:bldP spid="32" grpId="22" animBg="1"/>
      <p:bldP spid="32" grpId="23" animBg="1"/>
      <p:bldP spid="32" grpId="24" animBg="1"/>
      <p:bldP spid="32" grpId="25" animBg="1"/>
      <p:bldP spid="32" grpId="26" animBg="1"/>
      <p:bldP spid="32" grpId="27" animBg="1"/>
      <p:bldP spid="32" grpId="28" animBg="1"/>
      <p:bldP spid="32" grpId="29" animBg="1"/>
      <p:bldP spid="32" grpId="30" animBg="1"/>
      <p:bldP spid="32" grpId="31" animBg="1"/>
      <p:bldP spid="33" grpId="0" animBg="1"/>
      <p:bldP spid="33" grpId="1" animBg="1"/>
      <p:bldP spid="33" grpId="2" animBg="1"/>
      <p:bldP spid="33" grpId="3" animBg="1"/>
      <p:bldP spid="33" grpId="4" animBg="1"/>
      <p:bldP spid="33" grpId="5" animBg="1"/>
      <p:bldP spid="33" grpId="6" animBg="1"/>
      <p:bldP spid="33" grpId="7" animBg="1"/>
      <p:bldP spid="33" grpId="8" animBg="1"/>
      <p:bldP spid="33" grpId="9" animBg="1"/>
      <p:bldP spid="33" grpId="10" animBg="1"/>
      <p:bldP spid="33" grpId="11" animBg="1"/>
      <p:bldP spid="33" grpId="12" animBg="1"/>
      <p:bldP spid="33" grpId="13" animBg="1"/>
      <p:bldP spid="33" grpId="14" animBg="1"/>
      <p:bldP spid="33" grpId="15" animBg="1"/>
      <p:bldP spid="33" grpId="16" animBg="1"/>
      <p:bldP spid="33" grpId="17" animBg="1"/>
      <p:bldP spid="33" grpId="18" animBg="1"/>
      <p:bldP spid="33" grpId="19" animBg="1"/>
      <p:bldP spid="33" grpId="20" animBg="1"/>
      <p:bldP spid="33" grpId="21" animBg="1"/>
      <p:bldP spid="33" grpId="22" animBg="1"/>
      <p:bldP spid="33" grpId="23" animBg="1"/>
      <p:bldP spid="33" grpId="24" animBg="1"/>
      <p:bldP spid="33" grpId="25" animBg="1"/>
      <p:bldP spid="33" grpId="26" animBg="1"/>
      <p:bldP spid="33" grpId="27" animBg="1"/>
      <p:bldP spid="33" grpId="28" animBg="1"/>
      <p:bldP spid="33" grpId="29" animBg="1"/>
      <p:bldP spid="33" grpId="30" animBg="1"/>
      <p:bldP spid="33" grpId="31" animBg="1"/>
      <p:bldP spid="34" grpId="0" animBg="1"/>
      <p:bldP spid="34" grpId="1" animBg="1"/>
      <p:bldP spid="34" grpId="2" animBg="1"/>
      <p:bldP spid="34" grpId="3" animBg="1"/>
      <p:bldP spid="34" grpId="4" animBg="1"/>
      <p:bldP spid="34" grpId="5" animBg="1"/>
      <p:bldP spid="34" grpId="6" animBg="1"/>
      <p:bldP spid="34" grpId="7" animBg="1"/>
      <p:bldP spid="34" grpId="8" animBg="1"/>
      <p:bldP spid="34" grpId="9" animBg="1"/>
      <p:bldP spid="34" grpId="10" animBg="1"/>
      <p:bldP spid="34" grpId="11" animBg="1"/>
      <p:bldP spid="34" grpId="12" animBg="1"/>
      <p:bldP spid="34" grpId="13" animBg="1"/>
      <p:bldP spid="34" grpId="14" animBg="1"/>
      <p:bldP spid="34" grpId="15" animBg="1"/>
      <p:bldP spid="34" grpId="16" animBg="1"/>
      <p:bldP spid="34" grpId="17" animBg="1"/>
      <p:bldP spid="34" grpId="18" animBg="1"/>
      <p:bldP spid="34" grpId="19" animBg="1"/>
      <p:bldP spid="34" grpId="20" animBg="1"/>
      <p:bldP spid="34" grpId="21" animBg="1"/>
      <p:bldP spid="34" grpId="22" animBg="1"/>
      <p:bldP spid="34" grpId="23" animBg="1"/>
      <p:bldP spid="34" grpId="24" animBg="1"/>
      <p:bldP spid="34" grpId="25" animBg="1"/>
      <p:bldP spid="34" grpId="26" animBg="1"/>
      <p:bldP spid="34" grpId="27" animBg="1"/>
      <p:bldP spid="34" grpId="28" animBg="1"/>
      <p:bldP spid="34" grpId="29" animBg="1"/>
      <p:bldP spid="34" grpId="30" animBg="1"/>
      <p:bldP spid="34" grpId="31" animBg="1"/>
      <p:bldP spid="35" grpId="0" animBg="1"/>
      <p:bldP spid="35" grpId="1" animBg="1"/>
      <p:bldP spid="35" grpId="2" animBg="1"/>
      <p:bldP spid="35" grpId="3" animBg="1"/>
      <p:bldP spid="35" grpId="4" animBg="1"/>
      <p:bldP spid="35" grpId="5" animBg="1"/>
      <p:bldP spid="35" grpId="6" animBg="1"/>
      <p:bldP spid="35" grpId="7" animBg="1"/>
      <p:bldP spid="35" grpId="8" animBg="1"/>
      <p:bldP spid="35" grpId="9" animBg="1"/>
      <p:bldP spid="35" grpId="10" animBg="1"/>
      <p:bldP spid="35" grpId="11" animBg="1"/>
      <p:bldP spid="35" grpId="12" animBg="1"/>
      <p:bldP spid="35" grpId="13" animBg="1"/>
      <p:bldP spid="35" grpId="14" animBg="1"/>
      <p:bldP spid="35" grpId="15" animBg="1"/>
      <p:bldP spid="35" grpId="16" animBg="1"/>
      <p:bldP spid="35" grpId="17" animBg="1"/>
      <p:bldP spid="35" grpId="18" animBg="1"/>
      <p:bldP spid="35" grpId="19" animBg="1"/>
      <p:bldP spid="35" grpId="20" animBg="1"/>
      <p:bldP spid="35" grpId="21" animBg="1"/>
      <p:bldP spid="35" grpId="22" animBg="1"/>
      <p:bldP spid="35" grpId="23" animBg="1"/>
      <p:bldP spid="35" grpId="24" animBg="1"/>
      <p:bldP spid="35" grpId="25" animBg="1"/>
      <p:bldP spid="35" grpId="26" animBg="1"/>
      <p:bldP spid="35" grpId="27" animBg="1"/>
      <p:bldP spid="35" grpId="28" animBg="1"/>
      <p:bldP spid="35" grpId="29" animBg="1"/>
      <p:bldP spid="35" grpId="30" animBg="1"/>
      <p:bldP spid="35" grpId="31" animBg="1"/>
      <p:bldP spid="36" grpId="0" animBg="1"/>
      <p:bldP spid="36" grpId="1" animBg="1"/>
      <p:bldP spid="36" grpId="2" animBg="1"/>
      <p:bldP spid="36" grpId="3" animBg="1"/>
      <p:bldP spid="36" grpId="4" animBg="1"/>
      <p:bldP spid="36" grpId="5" animBg="1"/>
      <p:bldP spid="36" grpId="6" animBg="1"/>
      <p:bldP spid="36" grpId="7" animBg="1"/>
      <p:bldP spid="36" grpId="8" animBg="1"/>
      <p:bldP spid="36" grpId="9" animBg="1"/>
      <p:bldP spid="36" grpId="10" animBg="1"/>
      <p:bldP spid="36" grpId="11" animBg="1"/>
      <p:bldP spid="36" grpId="12" animBg="1"/>
      <p:bldP spid="36" grpId="13" animBg="1"/>
      <p:bldP spid="36" grpId="14" animBg="1"/>
      <p:bldP spid="36" grpId="15" animBg="1"/>
      <p:bldP spid="36" grpId="16" animBg="1"/>
      <p:bldP spid="36" grpId="17" animBg="1"/>
      <p:bldP spid="36" grpId="18" animBg="1"/>
      <p:bldP spid="36" grpId="19" animBg="1"/>
      <p:bldP spid="36" grpId="20" animBg="1"/>
      <p:bldP spid="36" grpId="21" animBg="1"/>
      <p:bldP spid="36" grpId="22" animBg="1"/>
      <p:bldP spid="36" grpId="23" animBg="1"/>
      <p:bldP spid="36" grpId="24" animBg="1"/>
      <p:bldP spid="36" grpId="25" animBg="1"/>
      <p:bldP spid="36" grpId="26" animBg="1"/>
      <p:bldP spid="36" grpId="27" animBg="1"/>
      <p:bldP spid="36" grpId="28" animBg="1"/>
      <p:bldP spid="36" grpId="29" animBg="1"/>
      <p:bldP spid="36" grpId="30" animBg="1"/>
      <p:bldP spid="36" grpId="31" animBg="1"/>
      <p:bldP spid="37" grpId="0" animBg="1"/>
      <p:bldP spid="37" grpId="1" animBg="1"/>
      <p:bldP spid="37" grpId="2" animBg="1"/>
      <p:bldP spid="37" grpId="3" animBg="1"/>
      <p:bldP spid="37" grpId="4" animBg="1"/>
      <p:bldP spid="37" grpId="5" animBg="1"/>
      <p:bldP spid="37" grpId="6" animBg="1"/>
      <p:bldP spid="37" grpId="7" animBg="1"/>
      <p:bldP spid="37" grpId="8" animBg="1"/>
      <p:bldP spid="37" grpId="9" animBg="1"/>
      <p:bldP spid="37" grpId="10" animBg="1"/>
      <p:bldP spid="37" grpId="11" animBg="1"/>
      <p:bldP spid="37" grpId="12" animBg="1"/>
      <p:bldP spid="37" grpId="13" animBg="1"/>
      <p:bldP spid="37" grpId="14" animBg="1"/>
      <p:bldP spid="37" grpId="15" animBg="1"/>
      <p:bldP spid="37" grpId="16" animBg="1"/>
      <p:bldP spid="37" grpId="17" animBg="1"/>
      <p:bldP spid="37" grpId="18" animBg="1"/>
      <p:bldP spid="37" grpId="19" animBg="1"/>
      <p:bldP spid="37" grpId="20" animBg="1"/>
      <p:bldP spid="37" grpId="21" animBg="1"/>
      <p:bldP spid="37" grpId="22" animBg="1"/>
      <p:bldP spid="37" grpId="23" animBg="1"/>
      <p:bldP spid="37" grpId="24" animBg="1"/>
      <p:bldP spid="37" grpId="25" animBg="1"/>
      <p:bldP spid="37" grpId="26" animBg="1"/>
      <p:bldP spid="37" grpId="27" animBg="1"/>
      <p:bldP spid="37" grpId="28" animBg="1"/>
      <p:bldP spid="37" grpId="29" animBg="1"/>
      <p:bldP spid="37" grpId="30" animBg="1"/>
      <p:bldP spid="37" grpId="31" animBg="1"/>
      <p:bldP spid="38" grpId="0" animBg="1"/>
      <p:bldP spid="38" grpId="1" animBg="1"/>
      <p:bldP spid="38" grpId="2" animBg="1"/>
      <p:bldP spid="38" grpId="3" animBg="1"/>
      <p:bldP spid="38" grpId="4" animBg="1"/>
      <p:bldP spid="38" grpId="5" animBg="1"/>
      <p:bldP spid="38" grpId="6" animBg="1"/>
      <p:bldP spid="38" grpId="7" animBg="1"/>
      <p:bldP spid="38" grpId="8" animBg="1"/>
      <p:bldP spid="38" grpId="9" animBg="1"/>
      <p:bldP spid="38" grpId="10" animBg="1"/>
      <p:bldP spid="38" grpId="11" animBg="1"/>
      <p:bldP spid="38" grpId="12" animBg="1"/>
      <p:bldP spid="38" grpId="13" animBg="1"/>
      <p:bldP spid="38" grpId="14" animBg="1"/>
      <p:bldP spid="38" grpId="15" animBg="1"/>
      <p:bldP spid="38" grpId="16" animBg="1"/>
      <p:bldP spid="38" grpId="17" animBg="1"/>
      <p:bldP spid="38" grpId="18" animBg="1"/>
      <p:bldP spid="38" grpId="19" animBg="1"/>
      <p:bldP spid="38" grpId="20" animBg="1"/>
      <p:bldP spid="38" grpId="21" animBg="1"/>
      <p:bldP spid="38" grpId="22" animBg="1"/>
      <p:bldP spid="38" grpId="23" animBg="1"/>
      <p:bldP spid="38" grpId="24" animBg="1"/>
      <p:bldP spid="38" grpId="25" animBg="1"/>
      <p:bldP spid="38" grpId="26" animBg="1"/>
      <p:bldP spid="38" grpId="27" animBg="1"/>
      <p:bldP spid="38" grpId="28" animBg="1"/>
      <p:bldP spid="38" grpId="29" animBg="1"/>
      <p:bldP spid="38" grpId="30" animBg="1"/>
      <p:bldP spid="38" grpId="31" animBg="1"/>
      <p:bldP spid="39" grpId="0" animBg="1"/>
      <p:bldP spid="39" grpId="1" animBg="1"/>
      <p:bldP spid="39" grpId="2" animBg="1"/>
      <p:bldP spid="39" grpId="3" animBg="1"/>
      <p:bldP spid="39" grpId="4" animBg="1"/>
      <p:bldP spid="39" grpId="5" animBg="1"/>
      <p:bldP spid="39" grpId="6" animBg="1"/>
      <p:bldP spid="39" grpId="7" animBg="1"/>
      <p:bldP spid="39" grpId="8" animBg="1"/>
      <p:bldP spid="39" grpId="9" animBg="1"/>
      <p:bldP spid="39" grpId="10" animBg="1"/>
      <p:bldP spid="39" grpId="11" animBg="1"/>
      <p:bldP spid="39" grpId="12" animBg="1"/>
      <p:bldP spid="39" grpId="13" animBg="1"/>
      <p:bldP spid="39" grpId="14" animBg="1"/>
      <p:bldP spid="39" grpId="15" animBg="1"/>
      <p:bldP spid="39" grpId="16" animBg="1"/>
      <p:bldP spid="39" grpId="17" animBg="1"/>
      <p:bldP spid="39" grpId="18" animBg="1"/>
      <p:bldP spid="39" grpId="19" animBg="1"/>
      <p:bldP spid="39" grpId="20" animBg="1"/>
      <p:bldP spid="39" grpId="21" animBg="1"/>
      <p:bldP spid="39" grpId="22" animBg="1"/>
      <p:bldP spid="39" grpId="23" animBg="1"/>
      <p:bldP spid="39" grpId="24" animBg="1"/>
      <p:bldP spid="39" grpId="25" animBg="1"/>
      <p:bldP spid="39" grpId="26" animBg="1"/>
      <p:bldP spid="39" grpId="27" animBg="1"/>
      <p:bldP spid="39" grpId="28" animBg="1"/>
      <p:bldP spid="39" grpId="29" animBg="1"/>
      <p:bldP spid="39" grpId="30" animBg="1"/>
      <p:bldP spid="39" grpId="31" animBg="1"/>
      <p:bldP spid="40" grpId="0" animBg="1"/>
      <p:bldP spid="40" grpId="1" animBg="1"/>
      <p:bldP spid="40" grpId="2" animBg="1"/>
      <p:bldP spid="40" grpId="3" animBg="1"/>
      <p:bldP spid="40" grpId="4" animBg="1"/>
      <p:bldP spid="40" grpId="5" animBg="1"/>
      <p:bldP spid="40" grpId="6" animBg="1"/>
      <p:bldP spid="40" grpId="7" animBg="1"/>
      <p:bldP spid="40" grpId="8" animBg="1"/>
      <p:bldP spid="40" grpId="9" animBg="1"/>
      <p:bldP spid="40" grpId="10" animBg="1"/>
      <p:bldP spid="40" grpId="11" animBg="1"/>
      <p:bldP spid="40" grpId="12" animBg="1"/>
      <p:bldP spid="40" grpId="13" animBg="1"/>
      <p:bldP spid="40" grpId="14" animBg="1"/>
      <p:bldP spid="40" grpId="15" animBg="1"/>
      <p:bldP spid="40" grpId="16" animBg="1"/>
      <p:bldP spid="40" grpId="17" animBg="1"/>
      <p:bldP spid="40" grpId="18" animBg="1"/>
      <p:bldP spid="40" grpId="19" animBg="1"/>
      <p:bldP spid="40" grpId="20" animBg="1"/>
      <p:bldP spid="40" grpId="21" animBg="1"/>
      <p:bldP spid="40" grpId="22" animBg="1"/>
      <p:bldP spid="40" grpId="23" animBg="1"/>
      <p:bldP spid="40" grpId="24" animBg="1"/>
      <p:bldP spid="40" grpId="25" animBg="1"/>
      <p:bldP spid="40" grpId="26" animBg="1"/>
      <p:bldP spid="40" grpId="27" animBg="1"/>
      <p:bldP spid="40" grpId="28" animBg="1"/>
      <p:bldP spid="40" grpId="29" animBg="1"/>
      <p:bldP spid="40" grpId="30" animBg="1"/>
      <p:bldP spid="40" grpId="31" animBg="1"/>
      <p:bldP spid="41" grpId="0" animBg="1"/>
      <p:bldP spid="41" grpId="1" animBg="1"/>
      <p:bldP spid="41" grpId="2" animBg="1"/>
      <p:bldP spid="41" grpId="3" animBg="1"/>
      <p:bldP spid="41" grpId="4" animBg="1"/>
      <p:bldP spid="41" grpId="5" animBg="1"/>
      <p:bldP spid="41" grpId="6" animBg="1"/>
      <p:bldP spid="41" grpId="7" animBg="1"/>
      <p:bldP spid="41" grpId="8" animBg="1"/>
      <p:bldP spid="41" grpId="9" animBg="1"/>
      <p:bldP spid="41" grpId="10" animBg="1"/>
      <p:bldP spid="41" grpId="11" animBg="1"/>
      <p:bldP spid="41" grpId="12" animBg="1"/>
      <p:bldP spid="41" grpId="13" animBg="1"/>
      <p:bldP spid="41" grpId="14" animBg="1"/>
      <p:bldP spid="41" grpId="15" animBg="1"/>
      <p:bldP spid="41" grpId="16" animBg="1"/>
      <p:bldP spid="41" grpId="17" animBg="1"/>
      <p:bldP spid="41" grpId="18" animBg="1"/>
      <p:bldP spid="41" grpId="19" animBg="1"/>
      <p:bldP spid="41" grpId="20" animBg="1"/>
      <p:bldP spid="41" grpId="21" animBg="1"/>
      <p:bldP spid="41" grpId="22" animBg="1"/>
      <p:bldP spid="41" grpId="23" animBg="1"/>
      <p:bldP spid="41" grpId="24" animBg="1"/>
      <p:bldP spid="41" grpId="25" animBg="1"/>
      <p:bldP spid="41" grpId="26" animBg="1"/>
      <p:bldP spid="41" grpId="27" animBg="1"/>
      <p:bldP spid="41" grpId="28" animBg="1"/>
      <p:bldP spid="41" grpId="29" animBg="1"/>
      <p:bldP spid="41" grpId="30" animBg="1"/>
      <p:bldP spid="41" grpId="31" animBg="1"/>
      <p:bldP spid="42" grpId="0" animBg="1"/>
      <p:bldP spid="42" grpId="1" animBg="1"/>
      <p:bldP spid="42" grpId="2" animBg="1"/>
      <p:bldP spid="42" grpId="3" animBg="1"/>
      <p:bldP spid="42" grpId="4" animBg="1"/>
      <p:bldP spid="42" grpId="5" animBg="1"/>
      <p:bldP spid="42" grpId="6" animBg="1"/>
      <p:bldP spid="42" grpId="7" animBg="1"/>
      <p:bldP spid="42" grpId="8" animBg="1"/>
      <p:bldP spid="42" grpId="9" animBg="1"/>
      <p:bldP spid="42" grpId="10" animBg="1"/>
      <p:bldP spid="42" grpId="11" animBg="1"/>
      <p:bldP spid="42" grpId="12" animBg="1"/>
      <p:bldP spid="42" grpId="13" animBg="1"/>
      <p:bldP spid="42" grpId="14" animBg="1"/>
      <p:bldP spid="42" grpId="15" animBg="1"/>
      <p:bldP spid="42" grpId="16" animBg="1"/>
      <p:bldP spid="42" grpId="17" animBg="1"/>
      <p:bldP spid="42" grpId="18" animBg="1"/>
      <p:bldP spid="42" grpId="19" animBg="1"/>
      <p:bldP spid="42" grpId="20" animBg="1"/>
      <p:bldP spid="42" grpId="21" animBg="1"/>
      <p:bldP spid="42" grpId="22" animBg="1"/>
      <p:bldP spid="42" grpId="23" animBg="1"/>
      <p:bldP spid="42" grpId="24" animBg="1"/>
      <p:bldP spid="42" grpId="25" animBg="1"/>
      <p:bldP spid="42" grpId="26" animBg="1"/>
      <p:bldP spid="42" grpId="27" animBg="1"/>
      <p:bldP spid="42" grpId="28" animBg="1"/>
      <p:bldP spid="42" grpId="29" animBg="1"/>
      <p:bldP spid="42" grpId="30" animBg="1"/>
      <p:bldP spid="42" grpId="31" animBg="1"/>
      <p:bldP spid="42" grpId="32" animBg="1"/>
      <p:bldP spid="42" grpId="33" animBg="1"/>
      <p:bldP spid="42" grpId="34" animBg="1"/>
      <p:bldP spid="42" grpId="35" animBg="1"/>
      <p:bldP spid="42" grpId="36" animBg="1"/>
      <p:bldP spid="42" grpId="37" animBg="1"/>
      <p:bldP spid="42" grpId="38" animBg="1"/>
      <p:bldP spid="42" grpId="39" animBg="1"/>
      <p:bldP spid="42" grpId="40" animBg="1"/>
      <p:bldP spid="42" grpId="41" animBg="1"/>
      <p:bldP spid="42" grpId="42" animBg="1"/>
      <p:bldP spid="42" grpId="43" animBg="1"/>
      <p:bldP spid="42" grpId="44" animBg="1"/>
      <p:bldP spid="42" grpId="45" animBg="1"/>
      <p:bldP spid="42" grpId="46" animBg="1"/>
      <p:bldP spid="42" grpId="47" animBg="1"/>
      <p:bldP spid="43" grpId="0" animBg="1"/>
      <p:bldP spid="43" grpId="1" animBg="1"/>
      <p:bldP spid="43" grpId="2" animBg="1"/>
      <p:bldP spid="43" grpId="3" animBg="1"/>
      <p:bldP spid="43" grpId="4" animBg="1"/>
      <p:bldP spid="43" grpId="5" animBg="1"/>
      <p:bldP spid="43" grpId="6" animBg="1"/>
      <p:bldP spid="43" grpId="7" animBg="1"/>
      <p:bldP spid="43" grpId="8" animBg="1"/>
      <p:bldP spid="43" grpId="9" animBg="1"/>
      <p:bldP spid="43" grpId="10" animBg="1"/>
      <p:bldP spid="43" grpId="11" animBg="1"/>
      <p:bldP spid="43" grpId="12" animBg="1"/>
      <p:bldP spid="43" grpId="13" animBg="1"/>
      <p:bldP spid="43" grpId="14" animBg="1"/>
      <p:bldP spid="43" grpId="15" animBg="1"/>
      <p:bldP spid="43" grpId="16" animBg="1"/>
      <p:bldP spid="43" grpId="17" animBg="1"/>
      <p:bldP spid="43" grpId="18" animBg="1"/>
      <p:bldP spid="43" grpId="19" animBg="1"/>
      <p:bldP spid="43" grpId="20" animBg="1"/>
      <p:bldP spid="43" grpId="21" animBg="1"/>
      <p:bldP spid="43" grpId="22" animBg="1"/>
      <p:bldP spid="43" grpId="23" animBg="1"/>
      <p:bldP spid="43" grpId="24" animBg="1"/>
      <p:bldP spid="43" grpId="25" animBg="1"/>
      <p:bldP spid="43" grpId="26" animBg="1"/>
      <p:bldP spid="43" grpId="27" animBg="1"/>
      <p:bldP spid="43" grpId="28" animBg="1"/>
      <p:bldP spid="43" grpId="29" animBg="1"/>
      <p:bldP spid="43" grpId="30" animBg="1"/>
      <p:bldP spid="43" grpId="31" animBg="1"/>
      <p:bldP spid="44" grpId="0" animBg="1"/>
      <p:bldP spid="44" grpId="1" animBg="1"/>
      <p:bldP spid="44" grpId="2" animBg="1"/>
      <p:bldP spid="44" grpId="3" animBg="1"/>
      <p:bldP spid="44" grpId="4" animBg="1"/>
      <p:bldP spid="44" grpId="5" animBg="1"/>
      <p:bldP spid="44" grpId="6" animBg="1"/>
      <p:bldP spid="44" grpId="7" animBg="1"/>
      <p:bldP spid="44" grpId="8" animBg="1"/>
      <p:bldP spid="44" grpId="9" animBg="1"/>
      <p:bldP spid="44" grpId="10" animBg="1"/>
      <p:bldP spid="44" grpId="11" animBg="1"/>
      <p:bldP spid="44" grpId="12" animBg="1"/>
      <p:bldP spid="44" grpId="13" animBg="1"/>
      <p:bldP spid="44" grpId="14" animBg="1"/>
      <p:bldP spid="44" grpId="15" animBg="1"/>
      <p:bldP spid="44" grpId="16" animBg="1"/>
      <p:bldP spid="44" grpId="17" animBg="1"/>
      <p:bldP spid="44" grpId="18" animBg="1"/>
      <p:bldP spid="44" grpId="19" animBg="1"/>
      <p:bldP spid="44" grpId="20" animBg="1"/>
      <p:bldP spid="44" grpId="21" animBg="1"/>
      <p:bldP spid="44" grpId="22" animBg="1"/>
      <p:bldP spid="44" grpId="23" animBg="1"/>
      <p:bldP spid="44" grpId="24" animBg="1"/>
      <p:bldP spid="44" grpId="25" animBg="1"/>
      <p:bldP spid="44" grpId="26" animBg="1"/>
      <p:bldP spid="44" grpId="27" animBg="1"/>
      <p:bldP spid="44" grpId="28" animBg="1"/>
      <p:bldP spid="44" grpId="29" animBg="1"/>
      <p:bldP spid="44" grpId="30" animBg="1"/>
      <p:bldP spid="44" grpId="31" animBg="1"/>
      <p:bldP spid="45" grpId="0" animBg="1"/>
      <p:bldP spid="45" grpId="1" animBg="1"/>
      <p:bldP spid="45" grpId="2" animBg="1"/>
      <p:bldP spid="45" grpId="3" animBg="1"/>
      <p:bldP spid="45" grpId="4" animBg="1"/>
      <p:bldP spid="45" grpId="5" animBg="1"/>
      <p:bldP spid="45" grpId="6" animBg="1"/>
      <p:bldP spid="45" grpId="7" animBg="1"/>
      <p:bldP spid="45" grpId="8" animBg="1"/>
      <p:bldP spid="45" grpId="9" animBg="1"/>
      <p:bldP spid="45" grpId="10" animBg="1"/>
      <p:bldP spid="45" grpId="11" animBg="1"/>
      <p:bldP spid="45" grpId="12" animBg="1"/>
      <p:bldP spid="45" grpId="13" animBg="1"/>
      <p:bldP spid="45" grpId="14" animBg="1"/>
      <p:bldP spid="45" grpId="15" animBg="1"/>
      <p:bldP spid="45" grpId="16" animBg="1"/>
      <p:bldP spid="45" grpId="17" animBg="1"/>
      <p:bldP spid="45" grpId="18" animBg="1"/>
      <p:bldP spid="45" grpId="19" animBg="1"/>
      <p:bldP spid="45" grpId="20" animBg="1"/>
      <p:bldP spid="45" grpId="21" animBg="1"/>
      <p:bldP spid="45" grpId="22" animBg="1"/>
      <p:bldP spid="45" grpId="23" animBg="1"/>
      <p:bldP spid="45" grpId="24" animBg="1"/>
      <p:bldP spid="45" grpId="25" animBg="1"/>
      <p:bldP spid="45" grpId="26" animBg="1"/>
      <p:bldP spid="45" grpId="27" animBg="1"/>
      <p:bldP spid="45" grpId="28" animBg="1"/>
      <p:bldP spid="45" grpId="29" animBg="1"/>
      <p:bldP spid="45" grpId="30" animBg="1"/>
      <p:bldP spid="45" grpId="31" animBg="1"/>
      <p:bldP spid="46" grpId="0" animBg="1"/>
      <p:bldP spid="46" grpId="1" animBg="1"/>
      <p:bldP spid="46" grpId="2" animBg="1"/>
      <p:bldP spid="46" grpId="3" animBg="1"/>
      <p:bldP spid="46" grpId="4" animBg="1"/>
      <p:bldP spid="46" grpId="5" animBg="1"/>
      <p:bldP spid="46" grpId="6" animBg="1"/>
      <p:bldP spid="46" grpId="7" animBg="1"/>
      <p:bldP spid="46" grpId="8" animBg="1"/>
      <p:bldP spid="46" grpId="9" animBg="1"/>
      <p:bldP spid="46" grpId="10" animBg="1"/>
      <p:bldP spid="46" grpId="11" animBg="1"/>
      <p:bldP spid="46" grpId="12" animBg="1"/>
      <p:bldP spid="46" grpId="13" animBg="1"/>
      <p:bldP spid="46" grpId="14" animBg="1"/>
      <p:bldP spid="46" grpId="15" animBg="1"/>
      <p:bldP spid="46" grpId="16" animBg="1"/>
      <p:bldP spid="46" grpId="17" animBg="1"/>
      <p:bldP spid="46" grpId="18" animBg="1"/>
      <p:bldP spid="46" grpId="19" animBg="1"/>
      <p:bldP spid="46" grpId="20" animBg="1"/>
      <p:bldP spid="46" grpId="21" animBg="1"/>
      <p:bldP spid="46" grpId="22" animBg="1"/>
      <p:bldP spid="46" grpId="23" animBg="1"/>
      <p:bldP spid="46" grpId="24" animBg="1"/>
      <p:bldP spid="46" grpId="25" animBg="1"/>
      <p:bldP spid="46" grpId="26" animBg="1"/>
      <p:bldP spid="46" grpId="27" animBg="1"/>
      <p:bldP spid="46" grpId="28" animBg="1"/>
      <p:bldP spid="46" grpId="29" animBg="1"/>
      <p:bldP spid="46" grpId="30" animBg="1"/>
      <p:bldP spid="46" grpId="31" animBg="1"/>
      <p:bldP spid="47" grpId="0" animBg="1"/>
      <p:bldP spid="47" grpId="1" animBg="1"/>
      <p:bldP spid="47" grpId="2" animBg="1"/>
      <p:bldP spid="47" grpId="3" animBg="1"/>
      <p:bldP spid="47" grpId="4" animBg="1"/>
      <p:bldP spid="47" grpId="5" animBg="1"/>
      <p:bldP spid="47" grpId="6" animBg="1"/>
      <p:bldP spid="47" grpId="7" animBg="1"/>
      <p:bldP spid="47" grpId="8" animBg="1"/>
      <p:bldP spid="47" grpId="9" animBg="1"/>
      <p:bldP spid="47" grpId="10" animBg="1"/>
      <p:bldP spid="47" grpId="11" animBg="1"/>
      <p:bldP spid="47" grpId="12" animBg="1"/>
      <p:bldP spid="47" grpId="13" animBg="1"/>
      <p:bldP spid="47" grpId="14" animBg="1"/>
      <p:bldP spid="47" grpId="15" animBg="1"/>
      <p:bldP spid="47" grpId="16" animBg="1"/>
      <p:bldP spid="47" grpId="17" animBg="1"/>
      <p:bldP spid="47" grpId="18" animBg="1"/>
      <p:bldP spid="47" grpId="19" animBg="1"/>
      <p:bldP spid="47" grpId="20" animBg="1"/>
      <p:bldP spid="47" grpId="21" animBg="1"/>
      <p:bldP spid="47" grpId="22" animBg="1"/>
      <p:bldP spid="47" grpId="23" animBg="1"/>
      <p:bldP spid="47" grpId="24" animBg="1"/>
      <p:bldP spid="47" grpId="25" animBg="1"/>
      <p:bldP spid="47" grpId="26" animBg="1"/>
      <p:bldP spid="47" grpId="27" animBg="1"/>
      <p:bldP spid="47" grpId="28" animBg="1"/>
      <p:bldP spid="47" grpId="29" animBg="1"/>
      <p:bldP spid="47" grpId="30" animBg="1"/>
      <p:bldP spid="47" grpId="31" animBg="1"/>
      <p:bldP spid="48" grpId="0" animBg="1"/>
      <p:bldP spid="48" grpId="1" animBg="1"/>
      <p:bldP spid="48" grpId="2" animBg="1"/>
      <p:bldP spid="48" grpId="3" animBg="1"/>
      <p:bldP spid="48" grpId="4" animBg="1"/>
      <p:bldP spid="48" grpId="5" animBg="1"/>
      <p:bldP spid="48" grpId="6" animBg="1"/>
      <p:bldP spid="48" grpId="7" animBg="1"/>
      <p:bldP spid="48" grpId="8" animBg="1"/>
      <p:bldP spid="48" grpId="9" animBg="1"/>
      <p:bldP spid="48" grpId="10" animBg="1"/>
      <p:bldP spid="48" grpId="11" animBg="1"/>
      <p:bldP spid="48" grpId="12" animBg="1"/>
      <p:bldP spid="48" grpId="13" animBg="1"/>
      <p:bldP spid="48" grpId="14" animBg="1"/>
      <p:bldP spid="48" grpId="15" animBg="1"/>
      <p:bldP spid="48" grpId="16" animBg="1"/>
      <p:bldP spid="48" grpId="17" animBg="1"/>
      <p:bldP spid="48" grpId="18" animBg="1"/>
      <p:bldP spid="48" grpId="19" animBg="1"/>
      <p:bldP spid="48" grpId="20" animBg="1"/>
      <p:bldP spid="48" grpId="21" animBg="1"/>
      <p:bldP spid="48" grpId="22" animBg="1"/>
      <p:bldP spid="48" grpId="23" animBg="1"/>
      <p:bldP spid="48" grpId="24" animBg="1"/>
      <p:bldP spid="48" grpId="25" animBg="1"/>
      <p:bldP spid="48" grpId="26" animBg="1"/>
      <p:bldP spid="48" grpId="27" animBg="1"/>
      <p:bldP spid="48" grpId="28" animBg="1"/>
      <p:bldP spid="48" grpId="29" animBg="1"/>
      <p:bldP spid="48" grpId="30" animBg="1"/>
      <p:bldP spid="48" grpId="31" animBg="1"/>
      <p:bldP spid="49" grpId="0" animBg="1"/>
      <p:bldP spid="49" grpId="1" animBg="1"/>
      <p:bldP spid="49" grpId="2" animBg="1"/>
      <p:bldP spid="49" grpId="3" animBg="1"/>
      <p:bldP spid="49" grpId="4" animBg="1"/>
      <p:bldP spid="49" grpId="5" animBg="1"/>
      <p:bldP spid="49" grpId="6" animBg="1"/>
      <p:bldP spid="49" grpId="7" animBg="1"/>
      <p:bldP spid="49" grpId="8" animBg="1"/>
      <p:bldP spid="49" grpId="9" animBg="1"/>
      <p:bldP spid="49" grpId="10" animBg="1"/>
      <p:bldP spid="49" grpId="11" animBg="1"/>
      <p:bldP spid="49" grpId="12" animBg="1"/>
      <p:bldP spid="49" grpId="13" animBg="1"/>
      <p:bldP spid="49" grpId="14" animBg="1"/>
      <p:bldP spid="49" grpId="15" animBg="1"/>
      <p:bldP spid="49" grpId="16" animBg="1"/>
      <p:bldP spid="49" grpId="17" animBg="1"/>
      <p:bldP spid="49" grpId="18" animBg="1"/>
      <p:bldP spid="49" grpId="19" animBg="1"/>
      <p:bldP spid="49" grpId="20" animBg="1"/>
      <p:bldP spid="49" grpId="21" animBg="1"/>
      <p:bldP spid="49" grpId="22" animBg="1"/>
      <p:bldP spid="49" grpId="23" animBg="1"/>
      <p:bldP spid="49" grpId="24" animBg="1"/>
      <p:bldP spid="49" grpId="25" animBg="1"/>
      <p:bldP spid="49" grpId="26" animBg="1"/>
      <p:bldP spid="49" grpId="27" animBg="1"/>
      <p:bldP spid="49" grpId="28" animBg="1"/>
      <p:bldP spid="49" grpId="29" animBg="1"/>
      <p:bldP spid="49" grpId="30" animBg="1"/>
      <p:bldP spid="49" grpId="31" animBg="1"/>
    </p:bldLst>
  </p:timing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Bg:Promenade_Sky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>
            <a:gsLst>
              <a:gs pos="0">
                <a:srgbClr val="0B1120"/>
              </a:gs>
              <a:gs pos="55000">
                <a:srgbClr val="1E293B"/>
              </a:gs>
              <a:gs pos="78000">
                <a:srgbClr val="334155"/>
              </a:gs>
              <a:gs pos="100000">
                <a:srgbClr val="090D16"/>
              </a:gs>
            </a:gsLst>
            <a:lin ang="5400000" scaled="1"/>
          </a:gradFill>
          <a:ln w="0">
            <a:noFill/>
          </a:ln>
        </p:spPr>
        <p:style>
          <a:lnRef idx="0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itle:S2_Main"/>
          <p:cNvSpPr txBox="1"/>
          <p:nvPr/>
        </p:nvSpPr>
        <p:spPr>
          <a:xfrm>
            <a:off x="457200" y="237744"/>
            <a:ext cx="11247120" cy="40233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480" b="1">
                <a:solidFill>
                  <a:srgbClr val="F8FAFC"/>
                </a:solidFill>
                <a:latin typeface="DejaVu Sans"/>
              </a:rPr>
              <a:t>NGƯỜI CHUYỂN ĐỘNG · CHU KỲ BƯỚC ĐI BẤT ĐỐI XỨNG &amp; ĐỘNG HỌC BÙ TÂM KHỚP (3.6s / 3 CHU KỲ)</a:t>
            </a:r>
          </a:p>
        </p:txBody>
      </p:sp>
      <p:sp>
        <p:nvSpPr>
          <p:cNvPr id="4" name="Title:S2_Sub"/>
          <p:cNvSpPr txBox="1"/>
          <p:nvPr/>
        </p:nvSpPr>
        <p:spPr>
          <a:xfrm>
            <a:off x="457200" y="640080"/>
            <a:ext cx="11247120" cy="31089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980" b="0">
                <a:solidFill>
                  <a:srgbClr val="94A3B8"/>
                </a:solidFill>
                <a:latin typeface="DejaVu Sans"/>
              </a:rPr>
              <a:t>Mỗi nhân vật gồm 20 bộ phận giải phẫu · Nhịp bước 100 bước/phút (1.2s/chu kỳ, 30 tư thế nội suy) · Pha co gối vung chân (Swing) &amp; Pha đạp đất (Stance) thực tế</a:t>
            </a:r>
          </a:p>
        </p:txBody>
      </p:sp>
      <p:sp>
        <p:nvSpPr>
          <p:cNvPr id="5" name="Bg:LampGlow_1"/>
          <p:cNvSpPr/>
          <p:nvPr/>
        </p:nvSpPr>
        <p:spPr>
          <a:xfrm>
            <a:off x="1051560" y="1325880"/>
            <a:ext cx="1737360" cy="1737360"/>
          </a:xfrm>
          <a:prstGeom prst="ellipse">
            <a:avLst/>
          </a:prstGeom>
          <a:solidFill>
            <a:srgbClr val="F59E0B">
              <a:alpha val="16000"/>
            </a:srgbClr>
          </a:solidFill>
          <a:ln w="0">
            <a:noFill/>
          </a:ln>
        </p:spPr>
        <p:style>
          <a:lnRef idx="0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Bg:LampPost_1"/>
          <p:cNvSpPr/>
          <p:nvPr/>
        </p:nvSpPr>
        <p:spPr>
          <a:xfrm>
            <a:off x="1883664" y="2148840"/>
            <a:ext cx="73152" cy="2971800"/>
          </a:xfrm>
          <a:prstGeom prst="rect">
            <a:avLst/>
          </a:prstGeom>
          <a:solidFill>
            <a:srgbClr val="475569">
              <a:alpha val="85000"/>
            </a:srgbClr>
          </a:solidFill>
          <a:ln w="0">
            <a:noFill/>
          </a:ln>
        </p:spPr>
        <p:style>
          <a:lnRef idx="0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Bg:LampBulb_1"/>
          <p:cNvSpPr/>
          <p:nvPr/>
        </p:nvSpPr>
        <p:spPr>
          <a:xfrm>
            <a:off x="1755648" y="1965960"/>
            <a:ext cx="329184" cy="329184"/>
          </a:xfrm>
          <a:prstGeom prst="ellipse">
            <a:avLst/>
          </a:prstGeom>
          <a:solidFill>
            <a:srgbClr val="FEF08A">
              <a:alpha val="95000"/>
            </a:srgbClr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Bg:LampGlow_2"/>
          <p:cNvSpPr/>
          <p:nvPr/>
        </p:nvSpPr>
        <p:spPr>
          <a:xfrm>
            <a:off x="5074920" y="1325880"/>
            <a:ext cx="1737360" cy="1737360"/>
          </a:xfrm>
          <a:prstGeom prst="ellipse">
            <a:avLst/>
          </a:prstGeom>
          <a:solidFill>
            <a:srgbClr val="F59E0B">
              <a:alpha val="16000"/>
            </a:srgbClr>
          </a:solidFill>
          <a:ln w="0">
            <a:noFill/>
          </a:ln>
        </p:spPr>
        <p:style>
          <a:lnRef idx="0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Bg:LampPost_2"/>
          <p:cNvSpPr/>
          <p:nvPr/>
        </p:nvSpPr>
        <p:spPr>
          <a:xfrm>
            <a:off x="5907024" y="2148840"/>
            <a:ext cx="73152" cy="2971800"/>
          </a:xfrm>
          <a:prstGeom prst="rect">
            <a:avLst/>
          </a:prstGeom>
          <a:solidFill>
            <a:srgbClr val="475569">
              <a:alpha val="85000"/>
            </a:srgbClr>
          </a:solidFill>
          <a:ln w="0">
            <a:noFill/>
          </a:ln>
        </p:spPr>
        <p:style>
          <a:lnRef idx="0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Bg:LampBulb_2"/>
          <p:cNvSpPr/>
          <p:nvPr/>
        </p:nvSpPr>
        <p:spPr>
          <a:xfrm>
            <a:off x="5779008" y="1965960"/>
            <a:ext cx="329184" cy="329184"/>
          </a:xfrm>
          <a:prstGeom prst="ellipse">
            <a:avLst/>
          </a:prstGeom>
          <a:solidFill>
            <a:srgbClr val="FEF08A">
              <a:alpha val="95000"/>
            </a:srgbClr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Bg:LampGlow_3"/>
          <p:cNvSpPr/>
          <p:nvPr/>
        </p:nvSpPr>
        <p:spPr>
          <a:xfrm>
            <a:off x="9098280" y="1325880"/>
            <a:ext cx="1737360" cy="1737360"/>
          </a:xfrm>
          <a:prstGeom prst="ellipse">
            <a:avLst/>
          </a:prstGeom>
          <a:solidFill>
            <a:srgbClr val="F59E0B">
              <a:alpha val="16000"/>
            </a:srgbClr>
          </a:solidFill>
          <a:ln w="0">
            <a:noFill/>
          </a:ln>
        </p:spPr>
        <p:style>
          <a:lnRef idx="0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Bg:LampPost_3"/>
          <p:cNvSpPr/>
          <p:nvPr/>
        </p:nvSpPr>
        <p:spPr>
          <a:xfrm>
            <a:off x="9930384" y="2148840"/>
            <a:ext cx="73152" cy="2971800"/>
          </a:xfrm>
          <a:prstGeom prst="rect">
            <a:avLst/>
          </a:prstGeom>
          <a:solidFill>
            <a:srgbClr val="475569">
              <a:alpha val="85000"/>
            </a:srgbClr>
          </a:solidFill>
          <a:ln w="0">
            <a:noFill/>
          </a:ln>
        </p:spPr>
        <p:style>
          <a:lnRef idx="0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Bg:LampBulb_3"/>
          <p:cNvSpPr/>
          <p:nvPr/>
        </p:nvSpPr>
        <p:spPr>
          <a:xfrm>
            <a:off x="9802368" y="1965960"/>
            <a:ext cx="329184" cy="329184"/>
          </a:xfrm>
          <a:prstGeom prst="ellipse">
            <a:avLst/>
          </a:prstGeom>
          <a:solidFill>
            <a:srgbClr val="FEF08A">
              <a:alpha val="95000"/>
            </a:srgbClr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Bg:Walkway_Deck"/>
          <p:cNvSpPr/>
          <p:nvPr/>
        </p:nvSpPr>
        <p:spPr>
          <a:xfrm>
            <a:off x="0" y="5074920"/>
            <a:ext cx="12191695" cy="1783080"/>
          </a:xfrm>
          <a:prstGeom prst="rect">
            <a:avLst/>
          </a:prstGeom>
          <a:gradFill>
            <a:gsLst>
              <a:gs pos="0">
                <a:srgbClr val="1E293B">
                  <a:alpha val="98000"/>
                </a:srgbClr>
              </a:gs>
              <a:gs pos="20000">
                <a:srgbClr val="0F172A"/>
              </a:gs>
              <a:gs pos="100000">
                <a:srgbClr val="020617"/>
              </a:gs>
            </a:gsLst>
            <a:lin ang="5400000" scaled="1"/>
          </a:gradFill>
          <a:ln w="0">
            <a:noFill/>
          </a:ln>
        </p:spPr>
        <p:style>
          <a:lnRef idx="0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Info:FK_Card"/>
          <p:cNvSpPr/>
          <p:nvPr/>
        </p:nvSpPr>
        <p:spPr>
          <a:xfrm>
            <a:off x="7452360" y="1097280"/>
            <a:ext cx="4251960" cy="1481328"/>
          </a:xfrm>
          <a:prstGeom prst="roundRect">
            <a:avLst/>
          </a:prstGeom>
          <a:solidFill>
            <a:srgbClr val="0F172A">
              <a:alpha val="88000"/>
            </a:srgbClr>
          </a:solidFill>
          <a:ln w="1524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Info:FK_Title"/>
          <p:cNvSpPr txBox="1"/>
          <p:nvPr/>
        </p:nvSpPr>
        <p:spPr>
          <a:xfrm>
            <a:off x="7607808" y="1170432"/>
            <a:ext cx="3977639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19" b="1">
                <a:solidFill>
                  <a:srgbClr val="38BDF8"/>
                </a:solidFill>
                <a:latin typeface="DejaVu Sans"/>
              </a:rPr>
              <a:t>Động học Khớp xương 3 Bậc &amp; Nhịp Bước Sóng Hài Bậc 2</a:t>
            </a:r>
          </a:p>
        </p:txBody>
      </p:sp>
      <p:sp>
        <p:nvSpPr>
          <p:cNvPr id="17" name="Info:FK_Eq"/>
          <p:cNvSpPr txBox="1"/>
          <p:nvPr/>
        </p:nvSpPr>
        <p:spPr>
          <a:xfrm>
            <a:off x="7607808" y="1463040"/>
            <a:ext cx="3977639" cy="10515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900" b="0">
                <a:solidFill>
                  <a:srgbClr val="E2E8F0"/>
                </a:solidFill>
                <a:latin typeface="DejaVu Sans"/>
              </a:rPr>
              <a:t>• Bù tâm xoay: C₂(t) = J₁(t) + R(θ₁)·B₁ + R(θ₂)·r₂
• Nhịp đùi bất đối xứng: θ₁(φ) = -A·[sin(φ) + 0.18·sin(2φ - 0.4)]
• Gấp gối pha vung (Swing Lift) &amp; Lăn cổ chân (Heel-Strike/Toe-Off).</a:t>
            </a:r>
          </a:p>
        </p:txBody>
      </p:sp>
      <p:sp>
        <p:nvSpPr>
          <p:cNvPr id="18" name="Walker1:Shadow"/>
          <p:cNvSpPr/>
          <p:nvPr/>
        </p:nvSpPr>
        <p:spPr>
          <a:xfrm>
            <a:off x="1454810" y="5299862"/>
            <a:ext cx="1152144" cy="211226"/>
          </a:xfrm>
          <a:prstGeom prst="ellipse">
            <a:avLst/>
          </a:prstGeom>
          <a:solidFill>
            <a:srgbClr val="050811">
              <a:alpha val="48000"/>
            </a:srgbClr>
          </a:solidFill>
          <a:ln w="0">
            <a:noFill/>
          </a:ln>
        </p:spPr>
        <p:style>
          <a:lnRef idx="0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Walker1:Arm_R"/>
          <p:cNvSpPr/>
          <p:nvPr/>
        </p:nvSpPr>
        <p:spPr>
          <a:xfrm>
            <a:off x="1877263" y="2976372"/>
            <a:ext cx="268833" cy="748893"/>
          </a:xfrm>
          <a:custGeom>
            <a:avLst/>
            <a:gdLst/>
            <a:ahLst/>
            <a:cxnLst/>
            <a:rect l="0" t="0" r="r" b="b"/>
            <a:pathLst>
              <a:path w="1000" h="1000">
                <a:moveTo>
                  <a:pt x="160" y="130"/>
                </a:moveTo>
                <a:cubicBezTo>
                  <a:pt x="160" y="15"/>
                  <a:pt x="840" y="15"/>
                  <a:pt x="840" y="130"/>
                </a:cubicBezTo>
                <a:cubicBezTo>
                  <a:pt x="868" y="410"/>
                  <a:pt x="768" y="700"/>
                  <a:pt x="750" y="865"/>
                </a:cubicBezTo>
                <a:cubicBezTo>
                  <a:pt x="750" y="985"/>
                  <a:pt x="250" y="985"/>
                  <a:pt x="250" y="865"/>
                </a:cubicBezTo>
                <a:cubicBezTo>
                  <a:pt x="232" y="700"/>
                  <a:pt x="132" y="410"/>
                  <a:pt x="160" y="130"/>
                </a:cubicBezTo>
                <a:close/>
              </a:path>
            </a:pathLst>
          </a:custGeom>
          <a:solidFill>
            <a:srgbClr val="0369A1">
              <a:alpha val="96000"/>
            </a:srgbClr>
          </a:solidFill>
          <a:ln w="0">
            <a:noFill/>
          </a:ln>
        </p:spPr>
        <p:style>
          <a:lnRef idx="0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Walker1:Forearm_R"/>
          <p:cNvSpPr/>
          <p:nvPr/>
        </p:nvSpPr>
        <p:spPr>
          <a:xfrm>
            <a:off x="1896465" y="3533241"/>
            <a:ext cx="230428" cy="691286"/>
          </a:xfrm>
          <a:custGeom>
            <a:avLst/>
            <a:gdLst/>
            <a:ahLst/>
            <a:cxnLst/>
            <a:rect l="0" t="0" r="r" b="b"/>
            <a:pathLst>
              <a:path w="1000" h="1000">
                <a:moveTo>
                  <a:pt x="220" y="130"/>
                </a:moveTo>
                <a:cubicBezTo>
                  <a:pt x="220" y="15"/>
                  <a:pt x="780" y="15"/>
                  <a:pt x="780" y="130"/>
                </a:cubicBezTo>
                <a:cubicBezTo>
                  <a:pt x="808" y="410"/>
                  <a:pt x="718" y="700"/>
                  <a:pt x="700" y="865"/>
                </a:cubicBezTo>
                <a:cubicBezTo>
                  <a:pt x="700" y="985"/>
                  <a:pt x="300" y="985"/>
                  <a:pt x="300" y="865"/>
                </a:cubicBezTo>
                <a:cubicBezTo>
                  <a:pt x="282" y="700"/>
                  <a:pt x="192" y="410"/>
                  <a:pt x="220" y="130"/>
                </a:cubicBezTo>
                <a:close/>
              </a:path>
            </a:pathLst>
          </a:custGeom>
          <a:solidFill>
            <a:srgbClr val="FDBA74">
              <a:alpha val="96000"/>
            </a:srgbClr>
          </a:solidFill>
          <a:ln w="0">
            <a:noFill/>
          </a:ln>
        </p:spPr>
        <p:style>
          <a:lnRef idx="0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Walker1:Prop_R"/>
          <p:cNvSpPr/>
          <p:nvPr/>
        </p:nvSpPr>
        <p:spPr>
          <a:xfrm>
            <a:off x="1858060" y="4109313"/>
            <a:ext cx="307238" cy="307238"/>
          </a:xfrm>
          <a:prstGeom prst="ellipse">
            <a:avLst/>
          </a:prstGeom>
          <a:gradFill>
            <a:gsLst>
              <a:gs pos="0">
                <a:srgbClr val="FFFBEB">
                  <a:alpha val="99000"/>
                </a:srgbClr>
              </a:gs>
              <a:gs pos="55000">
                <a:srgbClr val="FDE047">
                  <a:alpha val="94000"/>
                </a:srgbClr>
              </a:gs>
              <a:gs pos="100000">
                <a:srgbClr val="F97316">
                  <a:alpha val="88000"/>
                </a:srgbClr>
              </a:gs>
            </a:gsLst>
            <a:lin ang="5400000" scaled="1"/>
          </a:gradFill>
          <a:ln w="0">
            <a:noFill/>
          </a:ln>
        </p:spPr>
        <p:style>
          <a:lnRef idx="0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Walker1:Prop_R_Cap"/>
          <p:cNvSpPr/>
          <p:nvPr/>
        </p:nvSpPr>
        <p:spPr>
          <a:xfrm>
            <a:off x="1934870" y="4080510"/>
            <a:ext cx="153619" cy="48006"/>
          </a:xfrm>
          <a:prstGeom prst="rect">
            <a:avLst/>
          </a:prstGeom>
          <a:solidFill>
            <a:srgbClr val="78350F">
              <a:alpha val="98000"/>
            </a:srgbClr>
          </a:solidFill>
          <a:ln w="0">
            <a:noFill/>
          </a:ln>
        </p:spPr>
        <p:style>
          <a:lnRef idx="0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Walker1:Thigh_R"/>
          <p:cNvSpPr/>
          <p:nvPr/>
        </p:nvSpPr>
        <p:spPr>
          <a:xfrm>
            <a:off x="1858060" y="3859682"/>
            <a:ext cx="326440" cy="844905"/>
          </a:xfrm>
          <a:custGeom>
            <a:avLst/>
            <a:gdLst/>
            <a:ahLst/>
            <a:cxnLst/>
            <a:rect l="0" t="0" r="r" b="b"/>
            <a:pathLst>
              <a:path w="1000" h="1000">
                <a:moveTo>
                  <a:pt x="120" y="130"/>
                </a:moveTo>
                <a:cubicBezTo>
                  <a:pt x="120" y="15"/>
                  <a:pt x="880" y="15"/>
                  <a:pt x="880" y="130"/>
                </a:cubicBezTo>
                <a:cubicBezTo>
                  <a:pt x="908" y="410"/>
                  <a:pt x="788" y="700"/>
                  <a:pt x="770" y="865"/>
                </a:cubicBezTo>
                <a:cubicBezTo>
                  <a:pt x="770" y="985"/>
                  <a:pt x="230" y="985"/>
                  <a:pt x="230" y="865"/>
                </a:cubicBezTo>
                <a:cubicBezTo>
                  <a:pt x="212" y="700"/>
                  <a:pt x="92" y="410"/>
                  <a:pt x="120" y="130"/>
                </a:cubicBezTo>
                <a:close/>
              </a:path>
            </a:pathLst>
          </a:custGeom>
          <a:solidFill>
            <a:srgbClr val="1E293B">
              <a:alpha val="98000"/>
            </a:srgbClr>
          </a:solidFill>
          <a:ln w="0">
            <a:noFill/>
          </a:ln>
        </p:spPr>
        <p:style>
          <a:lnRef idx="0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Walker1:Calf_R"/>
          <p:cNvSpPr/>
          <p:nvPr/>
        </p:nvSpPr>
        <p:spPr>
          <a:xfrm>
            <a:off x="1877263" y="4531766"/>
            <a:ext cx="268833" cy="787298"/>
          </a:xfrm>
          <a:custGeom>
            <a:avLst/>
            <a:gdLst/>
            <a:ahLst/>
            <a:cxnLst/>
            <a:rect l="0" t="0" r="r" b="b"/>
            <a:pathLst>
              <a:path w="1000" h="1000">
                <a:moveTo>
                  <a:pt x="210" y="130"/>
                </a:moveTo>
                <a:cubicBezTo>
                  <a:pt x="210" y="15"/>
                  <a:pt x="790" y="15"/>
                  <a:pt x="790" y="130"/>
                </a:cubicBezTo>
                <a:cubicBezTo>
                  <a:pt x="818" y="410"/>
                  <a:pt x="718" y="700"/>
                  <a:pt x="700" y="865"/>
                </a:cubicBezTo>
                <a:cubicBezTo>
                  <a:pt x="700" y="985"/>
                  <a:pt x="300" y="985"/>
                  <a:pt x="300" y="865"/>
                </a:cubicBezTo>
                <a:cubicBezTo>
                  <a:pt x="282" y="700"/>
                  <a:pt x="182" y="410"/>
                  <a:pt x="210" y="130"/>
                </a:cubicBezTo>
                <a:close/>
              </a:path>
            </a:pathLst>
          </a:custGeom>
          <a:solidFill>
            <a:srgbClr val="1E293B">
              <a:alpha val="98000"/>
            </a:srgbClr>
          </a:solidFill>
          <a:ln w="0">
            <a:noFill/>
          </a:ln>
        </p:spPr>
        <p:style>
          <a:lnRef idx="0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Walker1:Foot_R"/>
          <p:cNvSpPr/>
          <p:nvPr/>
        </p:nvSpPr>
        <p:spPr>
          <a:xfrm>
            <a:off x="1858060" y="5165445"/>
            <a:ext cx="422452" cy="211226"/>
          </a:xfrm>
          <a:custGeom>
            <a:avLst/>
            <a:gdLst/>
            <a:ahLst/>
            <a:cxnLst/>
            <a:rect l="0" t="0" r="r" b="b"/>
            <a:pathLst>
              <a:path w="1000" h="1000">
                <a:moveTo>
                  <a:pt x="110" y="170"/>
                </a:moveTo>
                <a:lnTo>
                  <a:pt x="570" y="170"/>
                </a:lnTo>
                <a:cubicBezTo>
                  <a:pt x="730" y="370"/>
                  <a:pt x="965" y="470"/>
                  <a:pt x="965" y="760"/>
                </a:cubicBezTo>
                <a:cubicBezTo>
                  <a:pt x="965" y="930"/>
                  <a:pt x="780" y="950"/>
                  <a:pt x="110" y="930"/>
                </a:cubicBezTo>
                <a:cubicBezTo>
                  <a:pt x="35" y="720"/>
                  <a:pt x="55" y="370"/>
                  <a:pt x="110" y="170"/>
                </a:cubicBezTo>
                <a:close/>
              </a:path>
            </a:pathLst>
          </a:custGeom>
          <a:solidFill>
            <a:srgbClr val="090D16">
              <a:alpha val="98000"/>
            </a:srgbClr>
          </a:solidFill>
          <a:ln w="0">
            <a:noFill/>
          </a:ln>
        </p:spPr>
        <p:style>
          <a:lnRef idx="0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Walker1:Scarf"/>
          <p:cNvSpPr/>
          <p:nvPr/>
        </p:nvSpPr>
        <p:spPr>
          <a:xfrm>
            <a:off x="1243584" y="2861157"/>
            <a:ext cx="816102" cy="345643"/>
          </a:xfrm>
          <a:custGeom>
            <a:avLst/>
            <a:gdLst/>
            <a:ahLst/>
            <a:cxnLst/>
            <a:rect l="0" t="0" r="r" b="b"/>
            <a:pathLst>
              <a:path w="1000" h="1000">
                <a:moveTo>
                  <a:pt x="930" y="170"/>
                </a:moveTo>
                <a:cubicBezTo>
                  <a:pt x="700" y="30"/>
                  <a:pt x="440" y="390"/>
                  <a:pt x="50" y="230"/>
                </a:cubicBezTo>
                <a:cubicBezTo>
                  <a:pt x="15" y="380"/>
                  <a:pt x="75" y="570"/>
                  <a:pt x="175" y="650"/>
                </a:cubicBezTo>
                <a:cubicBezTo>
                  <a:pt x="460" y="750"/>
                  <a:pt x="680" y="350"/>
                  <a:pt x="950" y="460"/>
                </a:cubicBezTo>
                <a:close/>
              </a:path>
            </a:pathLst>
          </a:custGeom>
          <a:gradFill>
            <a:gsLst>
              <a:gs pos="0">
                <a:srgbClr val="F43F5E">
                  <a:alpha val="95000"/>
                </a:srgbClr>
              </a:gs>
              <a:gs pos="100000">
                <a:srgbClr val="FB923C">
                  <a:alpha val="88000"/>
                </a:srgbClr>
              </a:gs>
            </a:gsLst>
            <a:lin ang="900000" scaled="1"/>
          </a:gradFill>
          <a:ln w="0">
            <a:noFill/>
          </a:ln>
        </p:spPr>
        <p:style>
          <a:lnRef idx="0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Walker1:Torso"/>
          <p:cNvSpPr/>
          <p:nvPr/>
        </p:nvSpPr>
        <p:spPr>
          <a:xfrm>
            <a:off x="1742846" y="2899562"/>
            <a:ext cx="537667" cy="1113739"/>
          </a:xfrm>
          <a:custGeom>
            <a:avLst/>
            <a:gdLst/>
            <a:ahLst/>
            <a:cxnLst/>
            <a:rect l="0" t="0" r="r" b="b"/>
            <a:pathLst>
              <a:path w="1000" h="1000">
                <a:moveTo>
                  <a:pt x="250" y="75"/>
                </a:moveTo>
                <a:cubicBezTo>
                  <a:pt x="380" y="10"/>
                  <a:pt x="620" y="10"/>
                  <a:pt x="750" y="75"/>
                </a:cubicBezTo>
                <a:cubicBezTo>
                  <a:pt x="845" y="240"/>
                  <a:pt x="785" y="540"/>
                  <a:pt x="875" y="925"/>
                </a:cubicBezTo>
                <a:cubicBezTo>
                  <a:pt x="640" y="985"/>
                  <a:pt x="360" y="985"/>
                  <a:pt x="125" y="925"/>
                </a:cubicBezTo>
                <a:cubicBezTo>
                  <a:pt x="215" y="540"/>
                  <a:pt x="155" y="240"/>
                  <a:pt x="250" y="75"/>
                </a:cubicBezTo>
                <a:close/>
              </a:path>
            </a:pathLst>
          </a:custGeom>
          <a:gradFill>
            <a:gsLst>
              <a:gs pos="0">
                <a:srgbClr val="38BDF8"/>
              </a:gs>
              <a:gs pos="100000">
                <a:srgbClr val="0284C7"/>
              </a:gs>
            </a:gsLst>
            <a:lin ang="5400000" scaled="1"/>
          </a:gradFill>
          <a:ln w="0">
            <a:noFill/>
          </a:ln>
        </p:spPr>
        <p:style>
          <a:lnRef idx="0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Walker1:Torso_Collar"/>
          <p:cNvSpPr/>
          <p:nvPr/>
        </p:nvSpPr>
        <p:spPr>
          <a:xfrm>
            <a:off x="1877263" y="2937967"/>
            <a:ext cx="268833" cy="211226"/>
          </a:xfrm>
          <a:prstGeom prst="chevron">
            <a:avLst/>
          </a:prstGeom>
          <a:solidFill>
            <a:srgbClr val="F8FAFC">
              <a:alpha val="92000"/>
            </a:srgbClr>
          </a:solidFill>
          <a:ln w="0">
            <a:noFill/>
          </a:ln>
        </p:spPr>
        <p:style>
          <a:lnRef idx="0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Walker1:Torso_Belt"/>
          <p:cNvSpPr/>
          <p:nvPr/>
        </p:nvSpPr>
        <p:spPr>
          <a:xfrm>
            <a:off x="1800453" y="3571646"/>
            <a:ext cx="422452" cy="76809"/>
          </a:xfrm>
          <a:prstGeom prst="rect">
            <a:avLst/>
          </a:prstGeom>
          <a:solidFill>
            <a:srgbClr val="F59E0B">
              <a:alpha val="95000"/>
            </a:srgbClr>
          </a:solidFill>
          <a:ln w="0">
            <a:noFill/>
          </a:ln>
        </p:spPr>
        <p:style>
          <a:lnRef idx="0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Walker1:Head"/>
          <p:cNvSpPr/>
          <p:nvPr/>
        </p:nvSpPr>
        <p:spPr>
          <a:xfrm>
            <a:off x="1810054" y="2419502"/>
            <a:ext cx="403250" cy="441655"/>
          </a:xfrm>
          <a:prstGeom prst="ellipse">
            <a:avLst/>
          </a:prstGeom>
          <a:solidFill>
            <a:srgbClr val="FDBA74">
              <a:alpha val="99000"/>
            </a:srgbClr>
          </a:solidFill>
          <a:ln w="0">
            <a:noFill/>
          </a:ln>
        </p:spPr>
        <p:style>
          <a:lnRef idx="0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Walker1:Head_Hair"/>
          <p:cNvSpPr/>
          <p:nvPr/>
        </p:nvSpPr>
        <p:spPr>
          <a:xfrm>
            <a:off x="1790852" y="2381097"/>
            <a:ext cx="441655" cy="268833"/>
          </a:xfrm>
          <a:prstGeom prst="chord">
            <a:avLst/>
          </a:prstGeom>
          <a:solidFill>
            <a:srgbClr val="0F172A">
              <a:alpha val="98000"/>
            </a:srgbClr>
          </a:solidFill>
          <a:ln w="0">
            <a:noFill/>
          </a:ln>
        </p:spPr>
        <p:style>
          <a:lnRef idx="0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Walker1:Head_Eye"/>
          <p:cNvSpPr/>
          <p:nvPr/>
        </p:nvSpPr>
        <p:spPr>
          <a:xfrm>
            <a:off x="2069287" y="2592324"/>
            <a:ext cx="57607" cy="57607"/>
          </a:xfrm>
          <a:prstGeom prst="ellipse">
            <a:avLst/>
          </a:prstGeom>
          <a:solidFill>
            <a:srgbClr val="0F172A">
              <a:alpha val="98000"/>
            </a:srgbClr>
          </a:solidFill>
          <a:ln w="0">
            <a:noFill/>
          </a:ln>
        </p:spPr>
        <p:style>
          <a:lnRef idx="0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Walker1:Thigh_L"/>
          <p:cNvSpPr/>
          <p:nvPr/>
        </p:nvSpPr>
        <p:spPr>
          <a:xfrm>
            <a:off x="1838858" y="3859682"/>
            <a:ext cx="345643" cy="844905"/>
          </a:xfrm>
          <a:custGeom>
            <a:avLst/>
            <a:gdLst/>
            <a:ahLst/>
            <a:cxnLst/>
            <a:rect l="0" t="0" r="r" b="b"/>
            <a:pathLst>
              <a:path w="1000" h="1000">
                <a:moveTo>
                  <a:pt x="110" y="130"/>
                </a:moveTo>
                <a:cubicBezTo>
                  <a:pt x="110" y="15"/>
                  <a:pt x="890" y="15"/>
                  <a:pt x="890" y="130"/>
                </a:cubicBezTo>
                <a:cubicBezTo>
                  <a:pt x="918" y="410"/>
                  <a:pt x="798" y="700"/>
                  <a:pt x="780" y="865"/>
                </a:cubicBezTo>
                <a:cubicBezTo>
                  <a:pt x="780" y="985"/>
                  <a:pt x="220" y="985"/>
                  <a:pt x="220" y="865"/>
                </a:cubicBezTo>
                <a:cubicBezTo>
                  <a:pt x="202" y="700"/>
                  <a:pt x="82" y="410"/>
                  <a:pt x="110" y="130"/>
                </a:cubicBezTo>
                <a:close/>
              </a:path>
            </a:pathLst>
          </a:custGeom>
          <a:solidFill>
            <a:srgbClr val="334155">
              <a:alpha val="99000"/>
            </a:srgbClr>
          </a:solidFill>
          <a:ln w="0">
            <a:noFill/>
          </a:ln>
        </p:spPr>
        <p:style>
          <a:lnRef idx="0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Walker1:Calf_L"/>
          <p:cNvSpPr/>
          <p:nvPr/>
        </p:nvSpPr>
        <p:spPr>
          <a:xfrm>
            <a:off x="1867662" y="4531766"/>
            <a:ext cx="288036" cy="787298"/>
          </a:xfrm>
          <a:custGeom>
            <a:avLst/>
            <a:gdLst/>
            <a:ahLst/>
            <a:cxnLst/>
            <a:rect l="0" t="0" r="r" b="b"/>
            <a:pathLst>
              <a:path w="1000" h="1000">
                <a:moveTo>
                  <a:pt x="200" y="130"/>
                </a:moveTo>
                <a:cubicBezTo>
                  <a:pt x="200" y="15"/>
                  <a:pt x="800" y="15"/>
                  <a:pt x="800" y="130"/>
                </a:cubicBezTo>
                <a:cubicBezTo>
                  <a:pt x="828" y="410"/>
                  <a:pt x="728" y="700"/>
                  <a:pt x="710" y="865"/>
                </a:cubicBezTo>
                <a:cubicBezTo>
                  <a:pt x="710" y="985"/>
                  <a:pt x="290" y="985"/>
                  <a:pt x="290" y="865"/>
                </a:cubicBezTo>
                <a:cubicBezTo>
                  <a:pt x="272" y="700"/>
                  <a:pt x="172" y="410"/>
                  <a:pt x="200" y="130"/>
                </a:cubicBezTo>
                <a:close/>
              </a:path>
            </a:pathLst>
          </a:custGeom>
          <a:solidFill>
            <a:srgbClr val="334155">
              <a:alpha val="99000"/>
            </a:srgbClr>
          </a:solidFill>
          <a:ln w="0">
            <a:noFill/>
          </a:ln>
        </p:spPr>
        <p:style>
          <a:lnRef idx="0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Walker1:Foot_L"/>
          <p:cNvSpPr/>
          <p:nvPr/>
        </p:nvSpPr>
        <p:spPr>
          <a:xfrm>
            <a:off x="1858060" y="5165445"/>
            <a:ext cx="441655" cy="211226"/>
          </a:xfrm>
          <a:custGeom>
            <a:avLst/>
            <a:gdLst/>
            <a:ahLst/>
            <a:cxnLst/>
            <a:rect l="0" t="0" r="r" b="b"/>
            <a:pathLst>
              <a:path w="1000" h="1000">
                <a:moveTo>
                  <a:pt x="110" y="170"/>
                </a:moveTo>
                <a:lnTo>
                  <a:pt x="570" y="170"/>
                </a:lnTo>
                <a:cubicBezTo>
                  <a:pt x="730" y="370"/>
                  <a:pt x="965" y="470"/>
                  <a:pt x="965" y="760"/>
                </a:cubicBezTo>
                <a:cubicBezTo>
                  <a:pt x="965" y="930"/>
                  <a:pt x="780" y="950"/>
                  <a:pt x="110" y="930"/>
                </a:cubicBezTo>
                <a:cubicBezTo>
                  <a:pt x="35" y="720"/>
                  <a:pt x="55" y="370"/>
                  <a:pt x="110" y="170"/>
                </a:cubicBezTo>
                <a:close/>
              </a:path>
            </a:pathLst>
          </a:custGeom>
          <a:solidFill>
            <a:srgbClr val="090D16">
              <a:alpha val="99000"/>
            </a:srgbClr>
          </a:solidFill>
          <a:ln w="0">
            <a:noFill/>
          </a:ln>
        </p:spPr>
        <p:style>
          <a:lnRef idx="0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Walker1:Foot_L_Sole"/>
          <p:cNvSpPr/>
          <p:nvPr/>
        </p:nvSpPr>
        <p:spPr>
          <a:xfrm>
            <a:off x="1877263" y="5328666"/>
            <a:ext cx="403250" cy="38404"/>
          </a:xfrm>
          <a:prstGeom prst="rect">
            <a:avLst/>
          </a:prstGeom>
          <a:solidFill>
            <a:srgbClr val="E2E8F0">
              <a:alpha val="92000"/>
            </a:srgbClr>
          </a:solidFill>
          <a:ln w="0">
            <a:noFill/>
          </a:ln>
        </p:spPr>
        <p:style>
          <a:lnRef idx="0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Walker1:Arm_L"/>
          <p:cNvSpPr/>
          <p:nvPr/>
        </p:nvSpPr>
        <p:spPr>
          <a:xfrm>
            <a:off x="1867662" y="2976372"/>
            <a:ext cx="288036" cy="748893"/>
          </a:xfrm>
          <a:custGeom>
            <a:avLst/>
            <a:gdLst/>
            <a:ahLst/>
            <a:cxnLst/>
            <a:rect l="0" t="0" r="r" b="b"/>
            <a:pathLst>
              <a:path w="1000" h="1000">
                <a:moveTo>
                  <a:pt x="150" y="130"/>
                </a:moveTo>
                <a:cubicBezTo>
                  <a:pt x="150" y="15"/>
                  <a:pt x="850" y="15"/>
                  <a:pt x="850" y="130"/>
                </a:cubicBezTo>
                <a:cubicBezTo>
                  <a:pt x="878" y="410"/>
                  <a:pt x="778" y="700"/>
                  <a:pt x="760" y="865"/>
                </a:cubicBezTo>
                <a:cubicBezTo>
                  <a:pt x="760" y="985"/>
                  <a:pt x="240" y="985"/>
                  <a:pt x="240" y="865"/>
                </a:cubicBezTo>
                <a:cubicBezTo>
                  <a:pt x="222" y="700"/>
                  <a:pt x="122" y="410"/>
                  <a:pt x="150" y="130"/>
                </a:cubicBezTo>
                <a:close/>
              </a:path>
            </a:pathLst>
          </a:custGeom>
          <a:gradFill>
            <a:gsLst>
              <a:gs pos="0">
                <a:srgbClr val="38BDF8"/>
              </a:gs>
              <a:gs pos="100000">
                <a:srgbClr val="0284C7"/>
              </a:gs>
            </a:gsLst>
            <a:lin ang="5400000" scaled="1"/>
          </a:gradFill>
          <a:ln w="0">
            <a:noFill/>
          </a:ln>
        </p:spPr>
        <p:style>
          <a:lnRef idx="0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Walker1:Forearm_L"/>
          <p:cNvSpPr/>
          <p:nvPr/>
        </p:nvSpPr>
        <p:spPr>
          <a:xfrm>
            <a:off x="1886864" y="3533241"/>
            <a:ext cx="240030" cy="691286"/>
          </a:xfrm>
          <a:custGeom>
            <a:avLst/>
            <a:gdLst/>
            <a:ahLst/>
            <a:cxnLst/>
            <a:rect l="0" t="0" r="r" b="b"/>
            <a:pathLst>
              <a:path w="1000" h="1000">
                <a:moveTo>
                  <a:pt x="220" y="130"/>
                </a:moveTo>
                <a:cubicBezTo>
                  <a:pt x="220" y="15"/>
                  <a:pt x="780" y="15"/>
                  <a:pt x="780" y="130"/>
                </a:cubicBezTo>
                <a:cubicBezTo>
                  <a:pt x="808" y="410"/>
                  <a:pt x="718" y="700"/>
                  <a:pt x="700" y="865"/>
                </a:cubicBezTo>
                <a:cubicBezTo>
                  <a:pt x="700" y="985"/>
                  <a:pt x="300" y="985"/>
                  <a:pt x="300" y="865"/>
                </a:cubicBezTo>
                <a:cubicBezTo>
                  <a:pt x="282" y="700"/>
                  <a:pt x="192" y="410"/>
                  <a:pt x="220" y="130"/>
                </a:cubicBezTo>
                <a:close/>
              </a:path>
            </a:pathLst>
          </a:custGeom>
          <a:solidFill>
            <a:srgbClr val="FDBA74">
              <a:alpha val="99000"/>
            </a:srgbClr>
          </a:solidFill>
          <a:ln w="0">
            <a:noFill/>
          </a:ln>
        </p:spPr>
        <p:style>
          <a:lnRef idx="0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Walker2:Shadow"/>
          <p:cNvSpPr/>
          <p:nvPr/>
        </p:nvSpPr>
        <p:spPr>
          <a:xfrm>
            <a:off x="6025530" y="5136733"/>
            <a:ext cx="965606" cy="177027"/>
          </a:xfrm>
          <a:prstGeom prst="ellipse">
            <a:avLst/>
          </a:prstGeom>
          <a:solidFill>
            <a:srgbClr val="050811">
              <a:alpha val="48000"/>
            </a:srgbClr>
          </a:solidFill>
          <a:ln w="0">
            <a:noFill/>
          </a:ln>
        </p:spPr>
        <p:style>
          <a:lnRef idx="0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Walker2:Arm_R"/>
          <p:cNvSpPr/>
          <p:nvPr/>
        </p:nvSpPr>
        <p:spPr>
          <a:xfrm>
            <a:off x="6379585" y="3189427"/>
            <a:ext cx="225308" cy="627644"/>
          </a:xfrm>
          <a:custGeom>
            <a:avLst/>
            <a:gdLst/>
            <a:ahLst/>
            <a:cxnLst/>
            <a:rect l="0" t="0" r="r" b="b"/>
            <a:pathLst>
              <a:path w="1000" h="1000">
                <a:moveTo>
                  <a:pt x="160" y="130"/>
                </a:moveTo>
                <a:cubicBezTo>
                  <a:pt x="160" y="15"/>
                  <a:pt x="840" y="15"/>
                  <a:pt x="840" y="130"/>
                </a:cubicBezTo>
                <a:cubicBezTo>
                  <a:pt x="868" y="410"/>
                  <a:pt x="768" y="700"/>
                  <a:pt x="750" y="865"/>
                </a:cubicBezTo>
                <a:cubicBezTo>
                  <a:pt x="750" y="985"/>
                  <a:pt x="250" y="985"/>
                  <a:pt x="250" y="865"/>
                </a:cubicBezTo>
                <a:cubicBezTo>
                  <a:pt x="232" y="700"/>
                  <a:pt x="132" y="410"/>
                  <a:pt x="160" y="130"/>
                </a:cubicBezTo>
                <a:close/>
              </a:path>
            </a:pathLst>
          </a:custGeom>
          <a:solidFill>
            <a:srgbClr val="581C87">
              <a:alpha val="96000"/>
            </a:srgbClr>
          </a:solidFill>
          <a:ln w="0">
            <a:noFill/>
          </a:ln>
        </p:spPr>
        <p:style>
          <a:lnRef idx="0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Walker2:Forearm_R"/>
          <p:cNvSpPr/>
          <p:nvPr/>
        </p:nvSpPr>
        <p:spPr>
          <a:xfrm>
            <a:off x="6395679" y="3656136"/>
            <a:ext cx="193121" cy="579363"/>
          </a:xfrm>
          <a:custGeom>
            <a:avLst/>
            <a:gdLst/>
            <a:ahLst/>
            <a:cxnLst/>
            <a:rect l="0" t="0" r="r" b="b"/>
            <a:pathLst>
              <a:path w="1000" h="1000">
                <a:moveTo>
                  <a:pt x="220" y="130"/>
                </a:moveTo>
                <a:cubicBezTo>
                  <a:pt x="220" y="15"/>
                  <a:pt x="780" y="15"/>
                  <a:pt x="780" y="130"/>
                </a:cubicBezTo>
                <a:cubicBezTo>
                  <a:pt x="808" y="410"/>
                  <a:pt x="718" y="700"/>
                  <a:pt x="700" y="865"/>
                </a:cubicBezTo>
                <a:cubicBezTo>
                  <a:pt x="700" y="985"/>
                  <a:pt x="300" y="985"/>
                  <a:pt x="300" y="865"/>
                </a:cubicBezTo>
                <a:cubicBezTo>
                  <a:pt x="282" y="700"/>
                  <a:pt x="192" y="410"/>
                  <a:pt x="220" y="130"/>
                </a:cubicBezTo>
                <a:close/>
              </a:path>
            </a:pathLst>
          </a:custGeom>
          <a:solidFill>
            <a:srgbClr val="FED7AA">
              <a:alpha val="96000"/>
            </a:srgbClr>
          </a:solidFill>
          <a:ln w="0">
            <a:noFill/>
          </a:ln>
        </p:spPr>
        <p:style>
          <a:lnRef idx="0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Walker2:Prop_R"/>
          <p:cNvSpPr/>
          <p:nvPr/>
        </p:nvSpPr>
        <p:spPr>
          <a:xfrm>
            <a:off x="6363492" y="4138940"/>
            <a:ext cx="257495" cy="257495"/>
          </a:xfrm>
          <a:prstGeom prst="ellipse">
            <a:avLst/>
          </a:prstGeom>
          <a:gradFill>
            <a:gsLst>
              <a:gs pos="0">
                <a:srgbClr val="FFFBEB">
                  <a:alpha val="99000"/>
                </a:srgbClr>
              </a:gs>
              <a:gs pos="55000">
                <a:srgbClr val="FDE047">
                  <a:alpha val="94000"/>
                </a:srgbClr>
              </a:gs>
              <a:gs pos="100000">
                <a:srgbClr val="F97316">
                  <a:alpha val="88000"/>
                </a:srgbClr>
              </a:gs>
            </a:gsLst>
            <a:lin ang="5400000" scaled="1"/>
          </a:gradFill>
          <a:ln w="0">
            <a:noFill/>
          </a:ln>
        </p:spPr>
        <p:style>
          <a:lnRef idx="0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Walker2:Prop_R_Cap"/>
          <p:cNvSpPr/>
          <p:nvPr/>
        </p:nvSpPr>
        <p:spPr>
          <a:xfrm>
            <a:off x="6427866" y="4114800"/>
            <a:ext cx="128747" cy="40233"/>
          </a:xfrm>
          <a:prstGeom prst="rect">
            <a:avLst/>
          </a:prstGeom>
          <a:solidFill>
            <a:srgbClr val="78350F">
              <a:alpha val="98000"/>
            </a:srgbClr>
          </a:solidFill>
          <a:ln w="0">
            <a:noFill/>
          </a:ln>
        </p:spPr>
        <p:style>
          <a:lnRef idx="0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Walker2:Thigh_R"/>
          <p:cNvSpPr/>
          <p:nvPr/>
        </p:nvSpPr>
        <p:spPr>
          <a:xfrm>
            <a:off x="6363492" y="3929725"/>
            <a:ext cx="273588" cy="708111"/>
          </a:xfrm>
          <a:custGeom>
            <a:avLst/>
            <a:gdLst/>
            <a:ahLst/>
            <a:cxnLst/>
            <a:rect l="0" t="0" r="r" b="b"/>
            <a:pathLst>
              <a:path w="1000" h="1000">
                <a:moveTo>
                  <a:pt x="120" y="130"/>
                </a:moveTo>
                <a:cubicBezTo>
                  <a:pt x="120" y="15"/>
                  <a:pt x="880" y="15"/>
                  <a:pt x="880" y="130"/>
                </a:cubicBezTo>
                <a:cubicBezTo>
                  <a:pt x="908" y="410"/>
                  <a:pt x="788" y="700"/>
                  <a:pt x="770" y="865"/>
                </a:cubicBezTo>
                <a:cubicBezTo>
                  <a:pt x="770" y="985"/>
                  <a:pt x="230" y="985"/>
                  <a:pt x="230" y="865"/>
                </a:cubicBezTo>
                <a:cubicBezTo>
                  <a:pt x="212" y="700"/>
                  <a:pt x="92" y="410"/>
                  <a:pt x="120" y="130"/>
                </a:cubicBezTo>
                <a:close/>
              </a:path>
            </a:pathLst>
          </a:custGeom>
          <a:solidFill>
            <a:srgbClr val="1E1B4B">
              <a:alpha val="98000"/>
            </a:srgbClr>
          </a:solidFill>
          <a:ln w="0">
            <a:noFill/>
          </a:ln>
        </p:spPr>
        <p:style>
          <a:lnRef idx="0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Walker2:Calf_R"/>
          <p:cNvSpPr/>
          <p:nvPr/>
        </p:nvSpPr>
        <p:spPr>
          <a:xfrm>
            <a:off x="6379585" y="4492995"/>
            <a:ext cx="225308" cy="659831"/>
          </a:xfrm>
          <a:custGeom>
            <a:avLst/>
            <a:gdLst/>
            <a:ahLst/>
            <a:cxnLst/>
            <a:rect l="0" t="0" r="r" b="b"/>
            <a:pathLst>
              <a:path w="1000" h="1000">
                <a:moveTo>
                  <a:pt x="210" y="130"/>
                </a:moveTo>
                <a:cubicBezTo>
                  <a:pt x="210" y="15"/>
                  <a:pt x="790" y="15"/>
                  <a:pt x="790" y="130"/>
                </a:cubicBezTo>
                <a:cubicBezTo>
                  <a:pt x="818" y="410"/>
                  <a:pt x="718" y="700"/>
                  <a:pt x="700" y="865"/>
                </a:cubicBezTo>
                <a:cubicBezTo>
                  <a:pt x="700" y="985"/>
                  <a:pt x="300" y="985"/>
                  <a:pt x="300" y="865"/>
                </a:cubicBezTo>
                <a:cubicBezTo>
                  <a:pt x="282" y="700"/>
                  <a:pt x="182" y="410"/>
                  <a:pt x="210" y="130"/>
                </a:cubicBezTo>
                <a:close/>
              </a:path>
            </a:pathLst>
          </a:custGeom>
          <a:solidFill>
            <a:srgbClr val="1E1B4B">
              <a:alpha val="98000"/>
            </a:srgbClr>
          </a:solidFill>
          <a:ln w="0">
            <a:noFill/>
          </a:ln>
        </p:spPr>
        <p:style>
          <a:lnRef idx="0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Walker2:Foot_R"/>
          <p:cNvSpPr/>
          <p:nvPr/>
        </p:nvSpPr>
        <p:spPr>
          <a:xfrm>
            <a:off x="6363492" y="5024079"/>
            <a:ext cx="354055" cy="177027"/>
          </a:xfrm>
          <a:custGeom>
            <a:avLst/>
            <a:gdLst/>
            <a:ahLst/>
            <a:cxnLst/>
            <a:rect l="0" t="0" r="r" b="b"/>
            <a:pathLst>
              <a:path w="1000" h="1000">
                <a:moveTo>
                  <a:pt x="110" y="170"/>
                </a:moveTo>
                <a:lnTo>
                  <a:pt x="570" y="170"/>
                </a:lnTo>
                <a:cubicBezTo>
                  <a:pt x="730" y="370"/>
                  <a:pt x="965" y="470"/>
                  <a:pt x="965" y="760"/>
                </a:cubicBezTo>
                <a:cubicBezTo>
                  <a:pt x="965" y="930"/>
                  <a:pt x="780" y="950"/>
                  <a:pt x="110" y="930"/>
                </a:cubicBezTo>
                <a:cubicBezTo>
                  <a:pt x="35" y="720"/>
                  <a:pt x="55" y="370"/>
                  <a:pt x="110" y="170"/>
                </a:cubicBezTo>
                <a:close/>
              </a:path>
            </a:pathLst>
          </a:custGeom>
          <a:solidFill>
            <a:srgbClr val="090D16">
              <a:alpha val="98000"/>
            </a:srgbClr>
          </a:solidFill>
          <a:ln w="0">
            <a:noFill/>
          </a:ln>
        </p:spPr>
        <p:style>
          <a:lnRef idx="0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Walker2:Scarf"/>
          <p:cNvSpPr/>
          <p:nvPr/>
        </p:nvSpPr>
        <p:spPr>
          <a:xfrm>
            <a:off x="5848502" y="3092866"/>
            <a:ext cx="683971" cy="289681"/>
          </a:xfrm>
          <a:custGeom>
            <a:avLst/>
            <a:gdLst/>
            <a:ahLst/>
            <a:cxnLst/>
            <a:rect l="0" t="0" r="r" b="b"/>
            <a:pathLst>
              <a:path w="1000" h="1000">
                <a:moveTo>
                  <a:pt x="930" y="170"/>
                </a:moveTo>
                <a:cubicBezTo>
                  <a:pt x="700" y="30"/>
                  <a:pt x="440" y="390"/>
                  <a:pt x="50" y="230"/>
                </a:cubicBezTo>
                <a:cubicBezTo>
                  <a:pt x="15" y="380"/>
                  <a:pt x="75" y="570"/>
                  <a:pt x="175" y="650"/>
                </a:cubicBezTo>
                <a:cubicBezTo>
                  <a:pt x="460" y="750"/>
                  <a:pt x="680" y="350"/>
                  <a:pt x="950" y="460"/>
                </a:cubicBezTo>
                <a:close/>
              </a:path>
            </a:pathLst>
          </a:custGeom>
          <a:gradFill>
            <a:gsLst>
              <a:gs pos="0">
                <a:srgbClr val="2DD4BF">
                  <a:alpha val="92000"/>
                </a:srgbClr>
              </a:gs>
              <a:gs pos="100000">
                <a:srgbClr val="38BDF8">
                  <a:alpha val="86000"/>
                </a:srgbClr>
              </a:gs>
            </a:gsLst>
            <a:lin ang="900000" scaled="1"/>
          </a:gradFill>
          <a:ln w="0">
            <a:noFill/>
          </a:ln>
        </p:spPr>
        <p:style>
          <a:lnRef idx="0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Walker2:Torso"/>
          <p:cNvSpPr/>
          <p:nvPr/>
        </p:nvSpPr>
        <p:spPr>
          <a:xfrm>
            <a:off x="6266931" y="3125053"/>
            <a:ext cx="450616" cy="933419"/>
          </a:xfrm>
          <a:custGeom>
            <a:avLst/>
            <a:gdLst/>
            <a:ahLst/>
            <a:cxnLst/>
            <a:rect l="0" t="0" r="r" b="b"/>
            <a:pathLst>
              <a:path w="1000" h="1000">
                <a:moveTo>
                  <a:pt x="250" y="75"/>
                </a:moveTo>
                <a:cubicBezTo>
                  <a:pt x="380" y="10"/>
                  <a:pt x="620" y="10"/>
                  <a:pt x="750" y="75"/>
                </a:cubicBezTo>
                <a:cubicBezTo>
                  <a:pt x="845" y="240"/>
                  <a:pt x="785" y="540"/>
                  <a:pt x="875" y="925"/>
                </a:cubicBezTo>
                <a:cubicBezTo>
                  <a:pt x="640" y="985"/>
                  <a:pt x="360" y="985"/>
                  <a:pt x="125" y="925"/>
                </a:cubicBezTo>
                <a:cubicBezTo>
                  <a:pt x="215" y="540"/>
                  <a:pt x="155" y="240"/>
                  <a:pt x="250" y="75"/>
                </a:cubicBezTo>
                <a:close/>
              </a:path>
            </a:pathLst>
          </a:custGeom>
          <a:gradFill>
            <a:gsLst>
              <a:gs pos="0">
                <a:srgbClr val="A855F7"/>
              </a:gs>
              <a:gs pos="100000">
                <a:srgbClr val="6B21A8"/>
              </a:gs>
            </a:gsLst>
            <a:lin ang="5400000" scaled="1"/>
          </a:gradFill>
          <a:ln w="0">
            <a:noFill/>
          </a:ln>
        </p:spPr>
        <p:style>
          <a:lnRef idx="0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Walker2:Torso_Collar"/>
          <p:cNvSpPr/>
          <p:nvPr/>
        </p:nvSpPr>
        <p:spPr>
          <a:xfrm>
            <a:off x="6379585" y="3157240"/>
            <a:ext cx="225308" cy="177027"/>
          </a:xfrm>
          <a:prstGeom prst="chevron">
            <a:avLst/>
          </a:prstGeom>
          <a:solidFill>
            <a:srgbClr val="F3E8FF">
              <a:alpha val="92000"/>
            </a:srgbClr>
          </a:solidFill>
          <a:ln w="0">
            <a:noFill/>
          </a:ln>
        </p:spPr>
        <p:style>
          <a:lnRef idx="0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Walker2:Torso_Belt"/>
          <p:cNvSpPr/>
          <p:nvPr/>
        </p:nvSpPr>
        <p:spPr>
          <a:xfrm>
            <a:off x="6315212" y="3688323"/>
            <a:ext cx="354055" cy="64373"/>
          </a:xfrm>
          <a:prstGeom prst="rect">
            <a:avLst/>
          </a:prstGeom>
          <a:solidFill>
            <a:srgbClr val="2DD4BF">
              <a:alpha val="95000"/>
            </a:srgbClr>
          </a:solidFill>
          <a:ln w="0">
            <a:noFill/>
          </a:ln>
        </p:spPr>
        <p:style>
          <a:lnRef idx="0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Walker2:Head"/>
          <p:cNvSpPr/>
          <p:nvPr/>
        </p:nvSpPr>
        <p:spPr>
          <a:xfrm>
            <a:off x="6323258" y="2722717"/>
            <a:ext cx="337962" cy="370149"/>
          </a:xfrm>
          <a:prstGeom prst="ellipse">
            <a:avLst/>
          </a:prstGeom>
          <a:solidFill>
            <a:srgbClr val="FED7AA">
              <a:alpha val="99000"/>
            </a:srgbClr>
          </a:solidFill>
          <a:ln w="0">
            <a:noFill/>
          </a:ln>
        </p:spPr>
        <p:style>
          <a:lnRef idx="0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Walker2:Head_Hair"/>
          <p:cNvSpPr/>
          <p:nvPr/>
        </p:nvSpPr>
        <p:spPr>
          <a:xfrm>
            <a:off x="6307165" y="2690530"/>
            <a:ext cx="370149" cy="225308"/>
          </a:xfrm>
          <a:prstGeom prst="chord">
            <a:avLst/>
          </a:prstGeom>
          <a:solidFill>
            <a:srgbClr val="1E1B4B">
              <a:alpha val="98000"/>
            </a:srgbClr>
          </a:solidFill>
          <a:ln w="0">
            <a:noFill/>
          </a:ln>
        </p:spPr>
        <p:style>
          <a:lnRef idx="0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Walker2:Head_Eye"/>
          <p:cNvSpPr/>
          <p:nvPr/>
        </p:nvSpPr>
        <p:spPr>
          <a:xfrm>
            <a:off x="6540520" y="2867558"/>
            <a:ext cx="48280" cy="48280"/>
          </a:xfrm>
          <a:prstGeom prst="ellipse">
            <a:avLst/>
          </a:prstGeom>
          <a:solidFill>
            <a:srgbClr val="0F172A">
              <a:alpha val="98000"/>
            </a:srgbClr>
          </a:solidFill>
          <a:ln w="0">
            <a:noFill/>
          </a:ln>
        </p:spPr>
        <p:style>
          <a:lnRef idx="0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Walker2:Thigh_L"/>
          <p:cNvSpPr/>
          <p:nvPr/>
        </p:nvSpPr>
        <p:spPr>
          <a:xfrm>
            <a:off x="6347399" y="3929725"/>
            <a:ext cx="289681" cy="708111"/>
          </a:xfrm>
          <a:custGeom>
            <a:avLst/>
            <a:gdLst/>
            <a:ahLst/>
            <a:cxnLst/>
            <a:rect l="0" t="0" r="r" b="b"/>
            <a:pathLst>
              <a:path w="1000" h="1000">
                <a:moveTo>
                  <a:pt x="110" y="130"/>
                </a:moveTo>
                <a:cubicBezTo>
                  <a:pt x="110" y="15"/>
                  <a:pt x="890" y="15"/>
                  <a:pt x="890" y="130"/>
                </a:cubicBezTo>
                <a:cubicBezTo>
                  <a:pt x="918" y="410"/>
                  <a:pt x="798" y="700"/>
                  <a:pt x="780" y="865"/>
                </a:cubicBezTo>
                <a:cubicBezTo>
                  <a:pt x="780" y="985"/>
                  <a:pt x="220" y="985"/>
                  <a:pt x="220" y="865"/>
                </a:cubicBezTo>
                <a:cubicBezTo>
                  <a:pt x="202" y="700"/>
                  <a:pt x="82" y="410"/>
                  <a:pt x="110" y="130"/>
                </a:cubicBezTo>
                <a:close/>
              </a:path>
            </a:pathLst>
          </a:custGeom>
          <a:solidFill>
            <a:srgbClr val="312E81">
              <a:alpha val="99000"/>
            </a:srgbClr>
          </a:solidFill>
          <a:ln w="0">
            <a:noFill/>
          </a:ln>
        </p:spPr>
        <p:style>
          <a:lnRef idx="0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Walker2:Calf_L"/>
          <p:cNvSpPr/>
          <p:nvPr/>
        </p:nvSpPr>
        <p:spPr>
          <a:xfrm>
            <a:off x="6371539" y="4492995"/>
            <a:ext cx="241401" cy="659831"/>
          </a:xfrm>
          <a:custGeom>
            <a:avLst/>
            <a:gdLst/>
            <a:ahLst/>
            <a:cxnLst/>
            <a:rect l="0" t="0" r="r" b="b"/>
            <a:pathLst>
              <a:path w="1000" h="1000">
                <a:moveTo>
                  <a:pt x="200" y="130"/>
                </a:moveTo>
                <a:cubicBezTo>
                  <a:pt x="200" y="15"/>
                  <a:pt x="800" y="15"/>
                  <a:pt x="800" y="130"/>
                </a:cubicBezTo>
                <a:cubicBezTo>
                  <a:pt x="828" y="410"/>
                  <a:pt x="728" y="700"/>
                  <a:pt x="710" y="865"/>
                </a:cubicBezTo>
                <a:cubicBezTo>
                  <a:pt x="710" y="985"/>
                  <a:pt x="290" y="985"/>
                  <a:pt x="290" y="865"/>
                </a:cubicBezTo>
                <a:cubicBezTo>
                  <a:pt x="272" y="700"/>
                  <a:pt x="172" y="410"/>
                  <a:pt x="200" y="130"/>
                </a:cubicBezTo>
                <a:close/>
              </a:path>
            </a:pathLst>
          </a:custGeom>
          <a:solidFill>
            <a:srgbClr val="312E81">
              <a:alpha val="99000"/>
            </a:srgbClr>
          </a:solidFill>
          <a:ln w="0">
            <a:noFill/>
          </a:ln>
        </p:spPr>
        <p:style>
          <a:lnRef idx="0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Walker2:Foot_L"/>
          <p:cNvSpPr/>
          <p:nvPr/>
        </p:nvSpPr>
        <p:spPr>
          <a:xfrm>
            <a:off x="6363492" y="5024079"/>
            <a:ext cx="370149" cy="177027"/>
          </a:xfrm>
          <a:custGeom>
            <a:avLst/>
            <a:gdLst/>
            <a:ahLst/>
            <a:cxnLst/>
            <a:rect l="0" t="0" r="r" b="b"/>
            <a:pathLst>
              <a:path w="1000" h="1000">
                <a:moveTo>
                  <a:pt x="110" y="170"/>
                </a:moveTo>
                <a:lnTo>
                  <a:pt x="570" y="170"/>
                </a:lnTo>
                <a:cubicBezTo>
                  <a:pt x="730" y="370"/>
                  <a:pt x="965" y="470"/>
                  <a:pt x="965" y="760"/>
                </a:cubicBezTo>
                <a:cubicBezTo>
                  <a:pt x="965" y="930"/>
                  <a:pt x="780" y="950"/>
                  <a:pt x="110" y="930"/>
                </a:cubicBezTo>
                <a:cubicBezTo>
                  <a:pt x="35" y="720"/>
                  <a:pt x="55" y="370"/>
                  <a:pt x="110" y="170"/>
                </a:cubicBezTo>
                <a:close/>
              </a:path>
            </a:pathLst>
          </a:custGeom>
          <a:solidFill>
            <a:srgbClr val="090D16">
              <a:alpha val="99000"/>
            </a:srgbClr>
          </a:solidFill>
          <a:ln w="0">
            <a:noFill/>
          </a:ln>
        </p:spPr>
        <p:style>
          <a:lnRef idx="0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Walker2:Foot_L_Sole"/>
          <p:cNvSpPr/>
          <p:nvPr/>
        </p:nvSpPr>
        <p:spPr>
          <a:xfrm>
            <a:off x="6379585" y="5160873"/>
            <a:ext cx="337962" cy="32186"/>
          </a:xfrm>
          <a:prstGeom prst="rect">
            <a:avLst/>
          </a:prstGeom>
          <a:solidFill>
            <a:srgbClr val="CBD5E1">
              <a:alpha val="92000"/>
            </a:srgbClr>
          </a:solidFill>
          <a:ln w="0">
            <a:noFill/>
          </a:ln>
        </p:spPr>
        <p:style>
          <a:lnRef idx="0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Walker2:Arm_L"/>
          <p:cNvSpPr/>
          <p:nvPr/>
        </p:nvSpPr>
        <p:spPr>
          <a:xfrm>
            <a:off x="6371539" y="3189427"/>
            <a:ext cx="241401" cy="627644"/>
          </a:xfrm>
          <a:custGeom>
            <a:avLst/>
            <a:gdLst/>
            <a:ahLst/>
            <a:cxnLst/>
            <a:rect l="0" t="0" r="r" b="b"/>
            <a:pathLst>
              <a:path w="1000" h="1000">
                <a:moveTo>
                  <a:pt x="150" y="130"/>
                </a:moveTo>
                <a:cubicBezTo>
                  <a:pt x="150" y="15"/>
                  <a:pt x="850" y="15"/>
                  <a:pt x="850" y="130"/>
                </a:cubicBezTo>
                <a:cubicBezTo>
                  <a:pt x="878" y="410"/>
                  <a:pt x="778" y="700"/>
                  <a:pt x="760" y="865"/>
                </a:cubicBezTo>
                <a:cubicBezTo>
                  <a:pt x="760" y="985"/>
                  <a:pt x="240" y="985"/>
                  <a:pt x="240" y="865"/>
                </a:cubicBezTo>
                <a:cubicBezTo>
                  <a:pt x="222" y="700"/>
                  <a:pt x="122" y="410"/>
                  <a:pt x="150" y="130"/>
                </a:cubicBezTo>
                <a:close/>
              </a:path>
            </a:pathLst>
          </a:custGeom>
          <a:gradFill>
            <a:gsLst>
              <a:gs pos="0">
                <a:srgbClr val="A855F7"/>
              </a:gs>
              <a:gs pos="100000">
                <a:srgbClr val="6B21A8"/>
              </a:gs>
            </a:gsLst>
            <a:lin ang="5400000" scaled="1"/>
          </a:gradFill>
          <a:ln w="0">
            <a:noFill/>
          </a:ln>
        </p:spPr>
        <p:style>
          <a:lnRef idx="0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Walker2:Forearm_L"/>
          <p:cNvSpPr/>
          <p:nvPr/>
        </p:nvSpPr>
        <p:spPr>
          <a:xfrm>
            <a:off x="6387632" y="3656136"/>
            <a:ext cx="201168" cy="579363"/>
          </a:xfrm>
          <a:custGeom>
            <a:avLst/>
            <a:gdLst/>
            <a:ahLst/>
            <a:cxnLst/>
            <a:rect l="0" t="0" r="r" b="b"/>
            <a:pathLst>
              <a:path w="1000" h="1000">
                <a:moveTo>
                  <a:pt x="220" y="130"/>
                </a:moveTo>
                <a:cubicBezTo>
                  <a:pt x="220" y="15"/>
                  <a:pt x="780" y="15"/>
                  <a:pt x="780" y="130"/>
                </a:cubicBezTo>
                <a:cubicBezTo>
                  <a:pt x="808" y="410"/>
                  <a:pt x="718" y="700"/>
                  <a:pt x="700" y="865"/>
                </a:cubicBezTo>
                <a:cubicBezTo>
                  <a:pt x="700" y="985"/>
                  <a:pt x="300" y="985"/>
                  <a:pt x="300" y="865"/>
                </a:cubicBezTo>
                <a:cubicBezTo>
                  <a:pt x="282" y="700"/>
                  <a:pt x="192" y="410"/>
                  <a:pt x="220" y="130"/>
                </a:cubicBezTo>
                <a:close/>
              </a:path>
            </a:pathLst>
          </a:custGeom>
          <a:solidFill>
            <a:srgbClr val="FED7AA">
              <a:alpha val="99000"/>
            </a:srgbClr>
          </a:solidFill>
          <a:ln w="0">
            <a:noFill/>
          </a:ln>
        </p:spPr>
        <p:style>
          <a:lnRef idx="0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1 -0 E" pathEditMode="relative" rAng="0" ptsTypes="AA">
                                      <p:cBhvr>
                                        <p:cTn id="6" dur="12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7" presetID="8" presetClass="emph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Rot by="65220">
                                      <p:cBhvr>
                                        <p:cTn id="8" dur="12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9" presetID="0" presetClass="pat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11142 1.1e-05 E" pathEditMode="relative" rAng="0" ptsTypes="AA">
                                      <p:cBhvr>
                                        <p:cTn id="10" dur="12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11" presetID="8" presetClass="emph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Rot by="65220">
                                      <p:cBhvr>
                                        <p:cTn id="12" dur="12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3" presetID="0" presetClass="pat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9575 -4e-06 E" pathEditMode="relative" rAng="0" ptsTypes="AA">
                                      <p:cBhvr>
                                        <p:cTn id="14" dur="12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15" presetID="8" presetClass="emph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Rot by="65220">
                                      <p:cBhvr>
                                        <p:cTn id="16" dur="12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7" presetID="0" presetClass="pat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1127 2.1e-05 E" pathEditMode="relative" rAng="0" ptsTypes="AA">
                                      <p:cBhvr>
                                        <p:cTn id="18" dur="12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19" presetID="8" presetClass="emph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Rot by="29340">
                                      <p:cBhvr>
                                        <p:cTn id="20" dur="12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21" presetID="0" presetClass="pat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11425 2.2e-05 E" pathEditMode="relative" rAng="0" ptsTypes="AA">
                                      <p:cBhvr>
                                        <p:cTn id="22" dur="12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23" presetID="8" presetClass="emph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Rot by="29340">
                                      <p:cBhvr>
                                        <p:cTn id="24" dur="12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25" presetID="0" presetClass="pat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11294 8.2e-05 E" pathEditMode="relative" rAng="0" ptsTypes="AA">
                                      <p:cBhvr>
                                        <p:cTn id="26" dur="12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27" presetID="8" presetClass="emph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Rot by="29340">
                                      <p:cBhvr>
                                        <p:cTn id="28" dur="12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29" presetID="0" presetClass="pat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10739 -0.000261 E" pathEditMode="relative" rAng="0" ptsTypes="AA">
                                      <p:cBhvr>
                                        <p:cTn id="30" dur="12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31" presetID="0" presetClass="pat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1 0 E" pathEditMode="relative" rAng="0" ptsTypes="AA">
                                      <p:cBhvr>
                                        <p:cTn id="32" dur="12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33" presetID="6" presetClass="emph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34" dur="120" fill="hold"/>
                                        <p:tgtEl>
                                          <p:spTgt spid="18"/>
                                        </p:tgtEl>
                                      </p:cBhvr>
                                      <p:by x="96550" y="96550"/>
                                    </p:animScale>
                                  </p:childTnLst>
                                </p:cTn>
                              </p:par>
                              <p:par>
                                <p:cTn id="35" presetID="0" presetClass="pat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9188 -1.4e-05 E" pathEditMode="relative" rAng="0" ptsTypes="AA">
                                      <p:cBhvr>
                                        <p:cTn id="36" dur="12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37" presetID="0" presetClass="pat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9188 -1.4e-05 E" pathEditMode="relative" rAng="0" ptsTypes="AA">
                                      <p:cBhvr>
                                        <p:cTn id="38" dur="12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39" presetID="0" presetClass="pat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9188 -1.4e-05 E" pathEditMode="relative" rAng="0" ptsTypes="AA">
                                      <p:cBhvr>
                                        <p:cTn id="40" dur="12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41" presetID="0" presetClass="pat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9188 -1.4e-05 E" pathEditMode="relative" rAng="0" ptsTypes="AA">
                                      <p:cBhvr>
                                        <p:cTn id="42" dur="12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43" presetID="0" presetClass="pat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9188 1.3e-05 E" pathEditMode="relative" rAng="0" ptsTypes="AA">
                                      <p:cBhvr>
                                        <p:cTn id="44" dur="12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45" presetID="0" presetClass="pat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9188 1.3e-05 E" pathEditMode="relative" rAng="0" ptsTypes="AA">
                                      <p:cBhvr>
                                        <p:cTn id="46" dur="12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47" presetID="0" presetClass="pat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9188 1.3e-05 E" pathEditMode="relative" rAng="0" ptsTypes="AA">
                                      <p:cBhvr>
                                        <p:cTn id="48" dur="12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49" presetID="0" presetClass="pat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10584 1e-05 E" pathEditMode="relative" rAng="0" ptsTypes="AA">
                                      <p:cBhvr>
                                        <p:cTn id="50" dur="12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51" presetID="0" presetClass="pat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10584 1e-05 E" pathEditMode="relative" rAng="0" ptsTypes="AA">
                                      <p:cBhvr>
                                        <p:cTn id="52" dur="12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53" presetID="0" presetClass="pat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10584 1e-05 E" pathEditMode="relative" rAng="0" ptsTypes="AA">
                                      <p:cBhvr>
                                        <p:cTn id="54" dur="12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55" presetID="0" presetClass="pat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10584 1e-05 E" pathEditMode="relative" rAng="0" ptsTypes="AA">
                                      <p:cBhvr>
                                        <p:cTn id="56" dur="12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57" presetID="0" presetClass="pat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10584 1e-05 E" pathEditMode="relative" rAng="0" ptsTypes="AA">
                                      <p:cBhvr>
                                        <p:cTn id="58" dur="12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59" presetID="0" presetClass="pat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10584 1e-05 E" pathEditMode="relative" rAng="0" ptsTypes="AA">
                                      <p:cBhvr>
                                        <p:cTn id="60" dur="12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61" presetID="0" presetClass="path" presetSubtype="0" fill="hold" grpId="2" nodeType="withEffect">
                                  <p:stCondLst>
                                    <p:cond delay="120"/>
                                  </p:stCondLst>
                                  <p:childTnLst>
                                    <p:animMotion origin="layout" path="M 0.01 -0 L 0.02 -0 E" pathEditMode="relative" rAng="0" ptsTypes="AA">
                                      <p:cBhvr>
                                        <p:cTn id="62" dur="12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63" presetID="8" presetClass="emph" presetSubtype="0" fill="hold" grpId="3" nodeType="withEffect">
                                  <p:stCondLst>
                                    <p:cond delay="120"/>
                                  </p:stCondLst>
                                  <p:childTnLst>
                                    <p:animRot by="60780">
                                      <p:cBhvr>
                                        <p:cTn id="64" dur="12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65" presetID="0" presetClass="path" presetSubtype="0" fill="hold" grpId="2" nodeType="withEffect">
                                  <p:stCondLst>
                                    <p:cond delay="120"/>
                                  </p:stCondLst>
                                  <p:childTnLst>
                                    <p:animMotion origin="layout" path="M 0.011142 1.1e-05 L 0.022206 4e-05 E" pathEditMode="relative" rAng="0" ptsTypes="AA">
                                      <p:cBhvr>
                                        <p:cTn id="66" dur="12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67" presetID="8" presetClass="emph" presetSubtype="0" fill="hold" grpId="3" nodeType="withEffect">
                                  <p:stCondLst>
                                    <p:cond delay="120"/>
                                  </p:stCondLst>
                                  <p:childTnLst>
                                    <p:animRot by="60780">
                                      <p:cBhvr>
                                        <p:cTn id="68" dur="12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69" presetID="0" presetClass="path" presetSubtype="0" fill="hold" grpId="2" nodeType="withEffect">
                                  <p:stCondLst>
                                    <p:cond delay="120"/>
                                  </p:stCondLst>
                                  <p:childTnLst>
                                    <p:animMotion origin="layout" path="M 0.009575 -4e-06 L 0.019179 -1.5e-05 E" pathEditMode="relative" rAng="0" ptsTypes="AA">
                                      <p:cBhvr>
                                        <p:cTn id="70" dur="12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71" presetID="8" presetClass="emph" presetSubtype="0" fill="hold" grpId="3" nodeType="withEffect">
                                  <p:stCondLst>
                                    <p:cond delay="120"/>
                                  </p:stCondLst>
                                  <p:childTnLst>
                                    <p:animRot by="60780">
                                      <p:cBhvr>
                                        <p:cTn id="72" dur="12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73" presetID="0" presetClass="path" presetSubtype="0" fill="hold" grpId="2" nodeType="withEffect">
                                  <p:stCondLst>
                                    <p:cond delay="120"/>
                                  </p:stCondLst>
                                  <p:childTnLst>
                                    <p:animMotion origin="layout" path="M 0.01127 2.1e-05 L 0.022453 8e-05 E" pathEditMode="relative" rAng="0" ptsTypes="AA">
                                      <p:cBhvr>
                                        <p:cTn id="74" dur="12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75" presetID="8" presetClass="emph" presetSubtype="0" fill="hold" grpId="3" nodeType="withEffect">
                                  <p:stCondLst>
                                    <p:cond delay="120"/>
                                  </p:stCondLst>
                                  <p:childTnLst>
                                    <p:animRot by="27360">
                                      <p:cBhvr>
                                        <p:cTn id="76" dur="12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77" presetID="0" presetClass="path" presetSubtype="0" fill="hold" grpId="2" nodeType="withEffect">
                                  <p:stCondLst>
                                    <p:cond delay="120"/>
                                  </p:stCondLst>
                                  <p:childTnLst>
                                    <p:animMotion origin="layout" path="M 0.011425 2.2e-05 L 0.022753 8.2e-05 E" pathEditMode="relative" rAng="0" ptsTypes="AA">
                                      <p:cBhvr>
                                        <p:cTn id="78" dur="12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79" presetID="8" presetClass="emph" presetSubtype="0" fill="hold" grpId="3" nodeType="withEffect">
                                  <p:stCondLst>
                                    <p:cond delay="120"/>
                                  </p:stCondLst>
                                  <p:childTnLst>
                                    <p:animRot by="27360">
                                      <p:cBhvr>
                                        <p:cTn id="80" dur="12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81" presetID="0" presetClass="path" presetSubtype="0" fill="hold" grpId="2" nodeType="withEffect">
                                  <p:stCondLst>
                                    <p:cond delay="120"/>
                                  </p:stCondLst>
                                  <p:childTnLst>
                                    <p:animMotion origin="layout" path="M 0.011294 8.2e-05 L 0.022498 0.000197 E" pathEditMode="relative" rAng="0" ptsTypes="AA">
                                      <p:cBhvr>
                                        <p:cTn id="82" dur="12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83" presetID="8" presetClass="emph" presetSubtype="0" fill="hold" grpId="3" nodeType="withEffect">
                                  <p:stCondLst>
                                    <p:cond delay="120"/>
                                  </p:stCondLst>
                                  <p:childTnLst>
                                    <p:animRot by="27360">
                                      <p:cBhvr>
                                        <p:cTn id="84" dur="12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85" presetID="0" presetClass="path" presetSubtype="0" fill="hold" grpId="1" nodeType="withEffect">
                                  <p:stCondLst>
                                    <p:cond delay="120"/>
                                  </p:stCondLst>
                                  <p:childTnLst>
                                    <p:animMotion origin="layout" path="M 0.010739 -0.000261 L 0.021431 -0.000482 E" pathEditMode="relative" rAng="0" ptsTypes="AA">
                                      <p:cBhvr>
                                        <p:cTn id="86" dur="12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87" presetID="0" presetClass="path" presetSubtype="0" fill="hold" grpId="2" nodeType="withEffect">
                                  <p:stCondLst>
                                    <p:cond delay="120"/>
                                  </p:stCondLst>
                                  <p:childTnLst>
                                    <p:animMotion origin="layout" path="M 0.01 0 L 0.02 0 E" pathEditMode="relative" rAng="0" ptsTypes="AA">
                                      <p:cBhvr>
                                        <p:cTn id="88" dur="12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89" presetID="6" presetClass="emph" presetSubtype="0" fill="hold" grpId="3" nodeType="withEffect">
                                  <p:stCondLst>
                                    <p:cond delay="120"/>
                                  </p:stCondLst>
                                  <p:childTnLst>
                                    <p:animScale>
                                      <p:cBhvr>
                                        <p:cTn id="90" dur="120" fill="hold"/>
                                        <p:tgtEl>
                                          <p:spTgt spid="18"/>
                                        </p:tgtEl>
                                      </p:cBhvr>
                                      <p:by x="94200" y="94200"/>
                                    </p:animScale>
                                  </p:childTnLst>
                                </p:cTn>
                              </p:par>
                              <p:par>
                                <p:cTn id="91" presetID="0" presetClass="path" presetSubtype="0" fill="hold" grpId="1" nodeType="withEffect">
                                  <p:stCondLst>
                                    <p:cond delay="120"/>
                                  </p:stCondLst>
                                  <p:childTnLst>
                                    <p:animMotion origin="layout" path="M 0.009188 -1.4e-05 L 0.018432 -5.1e-05 E" pathEditMode="relative" rAng="0" ptsTypes="AA">
                                      <p:cBhvr>
                                        <p:cTn id="92" dur="12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93" presetID="0" presetClass="path" presetSubtype="0" fill="hold" grpId="1" nodeType="withEffect">
                                  <p:stCondLst>
                                    <p:cond delay="120"/>
                                  </p:stCondLst>
                                  <p:childTnLst>
                                    <p:animMotion origin="layout" path="M 0.009188 -1.4e-05 L 0.018432 -5.1e-05 E" pathEditMode="relative" rAng="0" ptsTypes="AA">
                                      <p:cBhvr>
                                        <p:cTn id="94" dur="12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95" presetID="0" presetClass="path" presetSubtype="0" fill="hold" grpId="1" nodeType="withEffect">
                                  <p:stCondLst>
                                    <p:cond delay="120"/>
                                  </p:stCondLst>
                                  <p:childTnLst>
                                    <p:animMotion origin="layout" path="M 0.009188 -1.4e-05 L 0.018432 -5.1e-05 E" pathEditMode="relative" rAng="0" ptsTypes="AA">
                                      <p:cBhvr>
                                        <p:cTn id="96" dur="12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97" presetID="0" presetClass="path" presetSubtype="0" fill="hold" grpId="1" nodeType="withEffect">
                                  <p:stCondLst>
                                    <p:cond delay="120"/>
                                  </p:stCondLst>
                                  <p:childTnLst>
                                    <p:animMotion origin="layout" path="M 0.009188 -1.4e-05 L 0.018432 -5.1e-05 E" pathEditMode="relative" rAng="0" ptsTypes="AA">
                                      <p:cBhvr>
                                        <p:cTn id="98" dur="12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99" presetID="0" presetClass="path" presetSubtype="0" fill="hold" grpId="1" nodeType="withEffect">
                                  <p:stCondLst>
                                    <p:cond delay="120"/>
                                  </p:stCondLst>
                                  <p:childTnLst>
                                    <p:animMotion origin="layout" path="M 0.009188 1.3e-05 L 0.018432 0 E" pathEditMode="relative" rAng="0" ptsTypes="AA">
                                      <p:cBhvr>
                                        <p:cTn id="100" dur="12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101" presetID="0" presetClass="path" presetSubtype="0" fill="hold" grpId="1" nodeType="withEffect">
                                  <p:stCondLst>
                                    <p:cond delay="120"/>
                                  </p:stCondLst>
                                  <p:childTnLst>
                                    <p:animMotion origin="layout" path="M 0.009188 1.3e-05 L 0.018432 0 E" pathEditMode="relative" rAng="0" ptsTypes="AA">
                                      <p:cBhvr>
                                        <p:cTn id="102" dur="12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103" presetID="0" presetClass="path" presetSubtype="0" fill="hold" grpId="1" nodeType="withEffect">
                                  <p:stCondLst>
                                    <p:cond delay="120"/>
                                  </p:stCondLst>
                                  <p:childTnLst>
                                    <p:animMotion origin="layout" path="M 0.009188 1.3e-05 L 0.018432 0 E" pathEditMode="relative" rAng="0" ptsTypes="AA">
                                      <p:cBhvr>
                                        <p:cTn id="104" dur="12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105" presetID="0" presetClass="path" presetSubtype="0" fill="hold" grpId="1" nodeType="withEffect">
                                  <p:stCondLst>
                                    <p:cond delay="120"/>
                                  </p:stCondLst>
                                  <p:childTnLst>
                                    <p:animMotion origin="layout" path="M 0.010584 1e-05 L 0.021128 3.7e-05 E" pathEditMode="relative" rAng="0" ptsTypes="AA">
                                      <p:cBhvr>
                                        <p:cTn id="106" dur="12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107" presetID="0" presetClass="path" presetSubtype="0" fill="hold" grpId="1" nodeType="withEffect">
                                  <p:stCondLst>
                                    <p:cond delay="120"/>
                                  </p:stCondLst>
                                  <p:childTnLst>
                                    <p:animMotion origin="layout" path="M 0.010584 1e-05 L 0.021128 3.7e-05 E" pathEditMode="relative" rAng="0" ptsTypes="AA">
                                      <p:cBhvr>
                                        <p:cTn id="108" dur="12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109" presetID="0" presetClass="path" presetSubtype="0" fill="hold" grpId="1" nodeType="withEffect">
                                  <p:stCondLst>
                                    <p:cond delay="120"/>
                                  </p:stCondLst>
                                  <p:childTnLst>
                                    <p:animMotion origin="layout" path="M 0.010584 1e-05 L 0.021128 3.7e-05 E" pathEditMode="relative" rAng="0" ptsTypes="AA">
                                      <p:cBhvr>
                                        <p:cTn id="110" dur="12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111" presetID="0" presetClass="path" presetSubtype="0" fill="hold" grpId="1" nodeType="withEffect">
                                  <p:stCondLst>
                                    <p:cond delay="120"/>
                                  </p:stCondLst>
                                  <p:childTnLst>
                                    <p:animMotion origin="layout" path="M 0.010584 1e-05 L 0.021128 3.7e-05 E" pathEditMode="relative" rAng="0" ptsTypes="AA">
                                      <p:cBhvr>
                                        <p:cTn id="112" dur="12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113" presetID="0" presetClass="path" presetSubtype="0" fill="hold" grpId="1" nodeType="withEffect">
                                  <p:stCondLst>
                                    <p:cond delay="120"/>
                                  </p:stCondLst>
                                  <p:childTnLst>
                                    <p:animMotion origin="layout" path="M 0.010584 1e-05 L 0.021128 3.7e-05 E" pathEditMode="relative" rAng="0" ptsTypes="AA">
                                      <p:cBhvr>
                                        <p:cTn id="114" dur="12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115" presetID="0" presetClass="path" presetSubtype="0" fill="hold" grpId="1" nodeType="withEffect">
                                  <p:stCondLst>
                                    <p:cond delay="120"/>
                                  </p:stCondLst>
                                  <p:childTnLst>
                                    <p:animMotion origin="layout" path="M 0.010584 1e-05 L 0.021128 3.7e-05 E" pathEditMode="relative" rAng="0" ptsTypes="AA">
                                      <p:cBhvr>
                                        <p:cTn id="116" dur="12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117" presetID="0" presetClass="path" presetSubtype="0" fill="hold" grpId="4" nodeType="withEffect">
                                  <p:stCondLst>
                                    <p:cond delay="240"/>
                                  </p:stCondLst>
                                  <p:childTnLst>
                                    <p:animMotion origin="layout" path="M 0.02 -0 L 0.03 -0 E" pathEditMode="relative" rAng="0" ptsTypes="AA">
                                      <p:cBhvr>
                                        <p:cTn id="118" dur="12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119" presetID="8" presetClass="emph" presetSubtype="0" fill="hold" grpId="5" nodeType="withEffect">
                                  <p:stCondLst>
                                    <p:cond delay="240"/>
                                  </p:stCondLst>
                                  <p:childTnLst>
                                    <p:animRot by="52200">
                                      <p:cBhvr>
                                        <p:cTn id="120" dur="12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21" presetID="0" presetClass="path" presetSubtype="0" fill="hold" grpId="4" nodeType="withEffect">
                                  <p:stCondLst>
                                    <p:cond delay="240"/>
                                  </p:stCondLst>
                                  <p:childTnLst>
                                    <p:animMotion origin="layout" path="M 0.022206 4e-05 L 0.033119 8.1e-05 E" pathEditMode="relative" rAng="0" ptsTypes="AA">
                                      <p:cBhvr>
                                        <p:cTn id="122" dur="12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123" presetID="8" presetClass="emph" presetSubtype="0" fill="hold" grpId="5" nodeType="withEffect">
                                  <p:stCondLst>
                                    <p:cond delay="240"/>
                                  </p:stCondLst>
                                  <p:childTnLst>
                                    <p:animRot by="52200">
                                      <p:cBhvr>
                                        <p:cTn id="124" dur="12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25" presetID="0" presetClass="path" presetSubtype="0" fill="hold" grpId="4" nodeType="withEffect">
                                  <p:stCondLst>
                                    <p:cond delay="240"/>
                                  </p:stCondLst>
                                  <p:childTnLst>
                                    <p:animMotion origin="layout" path="M 0.019179 -1.5e-05 L 0.028839 -3e-05 E" pathEditMode="relative" rAng="0" ptsTypes="AA">
                                      <p:cBhvr>
                                        <p:cTn id="126" dur="12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127" presetID="8" presetClass="emph" presetSubtype="0" fill="hold" grpId="5" nodeType="withEffect">
                                  <p:stCondLst>
                                    <p:cond delay="240"/>
                                  </p:stCondLst>
                                  <p:childTnLst>
                                    <p:animRot by="52200">
                                      <p:cBhvr>
                                        <p:cTn id="128" dur="12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29" presetID="0" presetClass="path" presetSubtype="0" fill="hold" grpId="4" nodeType="withEffect">
                                  <p:stCondLst>
                                    <p:cond delay="240"/>
                                  </p:stCondLst>
                                  <p:childTnLst>
                                    <p:animMotion origin="layout" path="M 0.022453 8e-05 L 0.033468 0.00016 E" pathEditMode="relative" rAng="0" ptsTypes="AA">
                                      <p:cBhvr>
                                        <p:cTn id="130" dur="12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131" presetID="8" presetClass="emph" presetSubtype="0" fill="hold" grpId="5" nodeType="withEffect">
                                  <p:stCondLst>
                                    <p:cond delay="240"/>
                                  </p:stCondLst>
                                  <p:childTnLst>
                                    <p:animRot by="23460">
                                      <p:cBhvr>
                                        <p:cTn id="132" dur="12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33" presetID="0" presetClass="path" presetSubtype="0" fill="hold" grpId="4" nodeType="withEffect">
                                  <p:stCondLst>
                                    <p:cond delay="240"/>
                                  </p:stCondLst>
                                  <p:childTnLst>
                                    <p:animMotion origin="layout" path="M 0.022753 8.2e-05 L 0.033892 0.000165 E" pathEditMode="relative" rAng="0" ptsTypes="AA">
                                      <p:cBhvr>
                                        <p:cTn id="134" dur="12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135" presetID="8" presetClass="emph" presetSubtype="0" fill="hold" grpId="5" nodeType="withEffect">
                                  <p:stCondLst>
                                    <p:cond delay="240"/>
                                  </p:stCondLst>
                                  <p:childTnLst>
                                    <p:animRot by="23460">
                                      <p:cBhvr>
                                        <p:cTn id="136" dur="12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37" presetID="0" presetClass="path" presetSubtype="0" fill="hold" grpId="4" nodeType="withEffect">
                                  <p:stCondLst>
                                    <p:cond delay="240"/>
                                  </p:stCondLst>
                                  <p:childTnLst>
                                    <p:animMotion origin="layout" path="M 0.022498 0.000197 L 0.033531 0.000326 E" pathEditMode="relative" rAng="0" ptsTypes="AA">
                                      <p:cBhvr>
                                        <p:cTn id="138" dur="12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139" presetID="8" presetClass="emph" presetSubtype="0" fill="hold" grpId="5" nodeType="withEffect">
                                  <p:stCondLst>
                                    <p:cond delay="240"/>
                                  </p:stCondLst>
                                  <p:childTnLst>
                                    <p:animRot by="23460">
                                      <p:cBhvr>
                                        <p:cTn id="140" dur="12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41" presetID="0" presetClass="path" presetSubtype="0" fill="hold" grpId="2" nodeType="withEffect">
                                  <p:stCondLst>
                                    <p:cond delay="240"/>
                                  </p:stCondLst>
                                  <p:childTnLst>
                                    <p:animMotion origin="layout" path="M 0.021431 -0.000482 L 0.032026 -0.000654 E" pathEditMode="relative" rAng="0" ptsTypes="AA">
                                      <p:cBhvr>
                                        <p:cTn id="142" dur="12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143" presetID="0" presetClass="path" presetSubtype="0" fill="hold" grpId="4" nodeType="withEffect">
                                  <p:stCondLst>
                                    <p:cond delay="240"/>
                                  </p:stCondLst>
                                  <p:childTnLst>
                                    <p:animMotion origin="layout" path="M 0.02 0 L 0.03 0 E" pathEditMode="relative" rAng="0" ptsTypes="AA">
                                      <p:cBhvr>
                                        <p:cTn id="144" dur="12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145" presetID="0" presetClass="path" presetSubtype="0" fill="hold" grpId="2" nodeType="withEffect">
                                  <p:stCondLst>
                                    <p:cond delay="240"/>
                                  </p:stCondLst>
                                  <p:childTnLst>
                                    <p:animMotion origin="layout" path="M 0.018432 -5.1e-05 L 0.027784 -0.000102 E" pathEditMode="relative" rAng="0" ptsTypes="AA">
                                      <p:cBhvr>
                                        <p:cTn id="146" dur="12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147" presetID="0" presetClass="path" presetSubtype="0" fill="hold" grpId="2" nodeType="withEffect">
                                  <p:stCondLst>
                                    <p:cond delay="240"/>
                                  </p:stCondLst>
                                  <p:childTnLst>
                                    <p:animMotion origin="layout" path="M 0.018432 -5.1e-05 L 0.027784 -0.000102 E" pathEditMode="relative" rAng="0" ptsTypes="AA">
                                      <p:cBhvr>
                                        <p:cTn id="148" dur="12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149" presetID="0" presetClass="path" presetSubtype="0" fill="hold" grpId="2" nodeType="withEffect">
                                  <p:stCondLst>
                                    <p:cond delay="240"/>
                                  </p:stCondLst>
                                  <p:childTnLst>
                                    <p:animMotion origin="layout" path="M 0.018432 -5.1e-05 L 0.027784 -0.000102 E" pathEditMode="relative" rAng="0" ptsTypes="AA">
                                      <p:cBhvr>
                                        <p:cTn id="150" dur="12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151" presetID="0" presetClass="path" presetSubtype="0" fill="hold" grpId="2" nodeType="withEffect">
                                  <p:stCondLst>
                                    <p:cond delay="240"/>
                                  </p:stCondLst>
                                  <p:childTnLst>
                                    <p:animMotion origin="layout" path="M 0.018432 -5.1e-05 L 0.027784 -0.000102 E" pathEditMode="relative" rAng="0" ptsTypes="AA">
                                      <p:cBhvr>
                                        <p:cTn id="152" dur="12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153" presetID="0" presetClass="path" presetSubtype="0" fill="hold" grpId="2" nodeType="withEffect">
                                  <p:stCondLst>
                                    <p:cond delay="240"/>
                                  </p:stCondLst>
                                  <p:childTnLst>
                                    <p:animMotion origin="layout" path="M 0.018432 0 L 0.027783 -3e-05 E" pathEditMode="relative" rAng="0" ptsTypes="AA">
                                      <p:cBhvr>
                                        <p:cTn id="154" dur="12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155" presetID="0" presetClass="path" presetSubtype="0" fill="hold" grpId="2" nodeType="withEffect">
                                  <p:stCondLst>
                                    <p:cond delay="240"/>
                                  </p:stCondLst>
                                  <p:childTnLst>
                                    <p:animMotion origin="layout" path="M 0.018432 0 L 0.027783 -3e-05 E" pathEditMode="relative" rAng="0" ptsTypes="AA">
                                      <p:cBhvr>
                                        <p:cTn id="156" dur="12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157" presetID="0" presetClass="path" presetSubtype="0" fill="hold" grpId="2" nodeType="withEffect">
                                  <p:stCondLst>
                                    <p:cond delay="240"/>
                                  </p:stCondLst>
                                  <p:childTnLst>
                                    <p:animMotion origin="layout" path="M 0.018432 0 L 0.027783 -3e-05 E" pathEditMode="relative" rAng="0" ptsTypes="AA">
                                      <p:cBhvr>
                                        <p:cTn id="158" dur="12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159" presetID="0" presetClass="path" presetSubtype="0" fill="hold" grpId="2" nodeType="withEffect">
                                  <p:stCondLst>
                                    <p:cond delay="240"/>
                                  </p:stCondLst>
                                  <p:childTnLst>
                                    <p:animMotion origin="layout" path="M 0.021128 3.7e-05 L 0.031594 7.3e-05 E" pathEditMode="relative" rAng="0" ptsTypes="AA">
                                      <p:cBhvr>
                                        <p:cTn id="160" dur="12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161" presetID="0" presetClass="path" presetSubtype="0" fill="hold" grpId="2" nodeType="withEffect">
                                  <p:stCondLst>
                                    <p:cond delay="240"/>
                                  </p:stCondLst>
                                  <p:childTnLst>
                                    <p:animMotion origin="layout" path="M 0.021128 3.7e-05 L 0.031594 7.3e-05 E" pathEditMode="relative" rAng="0" ptsTypes="AA">
                                      <p:cBhvr>
                                        <p:cTn id="162" dur="12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163" presetID="0" presetClass="path" presetSubtype="0" fill="hold" grpId="2" nodeType="withEffect">
                                  <p:stCondLst>
                                    <p:cond delay="240"/>
                                  </p:stCondLst>
                                  <p:childTnLst>
                                    <p:animMotion origin="layout" path="M 0.021128 3.7e-05 L 0.031594 7.3e-05 E" pathEditMode="relative" rAng="0" ptsTypes="AA">
                                      <p:cBhvr>
                                        <p:cTn id="164" dur="12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165" presetID="0" presetClass="path" presetSubtype="0" fill="hold" grpId="2" nodeType="withEffect">
                                  <p:stCondLst>
                                    <p:cond delay="240"/>
                                  </p:stCondLst>
                                  <p:childTnLst>
                                    <p:animMotion origin="layout" path="M 0.021128 3.7e-05 L 0.031594 7.3e-05 E" pathEditMode="relative" rAng="0" ptsTypes="AA">
                                      <p:cBhvr>
                                        <p:cTn id="166" dur="12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167" presetID="0" presetClass="path" presetSubtype="0" fill="hold" grpId="2" nodeType="withEffect">
                                  <p:stCondLst>
                                    <p:cond delay="240"/>
                                  </p:stCondLst>
                                  <p:childTnLst>
                                    <p:animMotion origin="layout" path="M 0.021128 3.7e-05 L 0.031594 7.3e-05 E" pathEditMode="relative" rAng="0" ptsTypes="AA">
                                      <p:cBhvr>
                                        <p:cTn id="168" dur="12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169" presetID="0" presetClass="path" presetSubtype="0" fill="hold" grpId="2" nodeType="withEffect">
                                  <p:stCondLst>
                                    <p:cond delay="240"/>
                                  </p:stCondLst>
                                  <p:childTnLst>
                                    <p:animMotion origin="layout" path="M 0.021128 3.7e-05 L 0.031594 7.3e-05 E" pathEditMode="relative" rAng="0" ptsTypes="AA">
                                      <p:cBhvr>
                                        <p:cTn id="170" dur="12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171" presetID="0" presetClass="path" presetSubtype="0" fill="hold" grpId="6" nodeType="withEffect">
                                  <p:stCondLst>
                                    <p:cond delay="360"/>
                                  </p:stCondLst>
                                  <p:childTnLst>
                                    <p:animMotion origin="layout" path="M 0.03 -0 L 0.04 -0 E" pathEditMode="relative" rAng="0" ptsTypes="AA">
                                      <p:cBhvr>
                                        <p:cTn id="172" dur="12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173" presetID="8" presetClass="emph" presetSubtype="0" fill="hold" grpId="7" nodeType="withEffect">
                                  <p:stCondLst>
                                    <p:cond delay="360"/>
                                  </p:stCondLst>
                                  <p:childTnLst>
                                    <p:animRot by="40020">
                                      <p:cBhvr>
                                        <p:cTn id="174" dur="12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75" presetID="0" presetClass="path" presetSubtype="0" fill="hold" grpId="6" nodeType="withEffect">
                                  <p:stCondLst>
                                    <p:cond delay="360"/>
                                  </p:stCondLst>
                                  <p:childTnLst>
                                    <p:animMotion origin="layout" path="M 0.033119 8.1e-05 L 0.043819 0.000121 E" pathEditMode="relative" rAng="0" ptsTypes="AA">
                                      <p:cBhvr>
                                        <p:cTn id="176" dur="12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177" presetID="8" presetClass="emph" presetSubtype="0" fill="hold" grpId="7" nodeType="withEffect">
                                  <p:stCondLst>
                                    <p:cond delay="360"/>
                                  </p:stCondLst>
                                  <p:childTnLst>
                                    <p:animRot by="40020">
                                      <p:cBhvr>
                                        <p:cTn id="178" dur="12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79" presetID="0" presetClass="path" presetSubtype="0" fill="hold" grpId="6" nodeType="withEffect">
                                  <p:stCondLst>
                                    <p:cond delay="360"/>
                                  </p:stCondLst>
                                  <p:childTnLst>
                                    <p:animMotion origin="layout" path="M 0.028839 -3e-05 L 0.038579 -4.5e-05 E" pathEditMode="relative" rAng="0" ptsTypes="AA">
                                      <p:cBhvr>
                                        <p:cTn id="180" dur="12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181" presetID="8" presetClass="emph" presetSubtype="0" fill="hold" grpId="7" nodeType="withEffect">
                                  <p:stCondLst>
                                    <p:cond delay="360"/>
                                  </p:stCondLst>
                                  <p:childTnLst>
                                    <p:animRot by="40020">
                                      <p:cBhvr>
                                        <p:cTn id="182" dur="12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83" presetID="0" presetClass="path" presetSubtype="0" fill="hold" grpId="6" nodeType="withEffect">
                                  <p:stCondLst>
                                    <p:cond delay="360"/>
                                  </p:stCondLst>
                                  <p:childTnLst>
                                    <p:animMotion origin="layout" path="M 0.033468 0.00016 L 0.044247 0.00024 E" pathEditMode="relative" rAng="0" ptsTypes="AA">
                                      <p:cBhvr>
                                        <p:cTn id="184" dur="12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185" presetID="8" presetClass="emph" presetSubtype="0" fill="hold" grpId="7" nodeType="withEffect">
                                  <p:stCondLst>
                                    <p:cond delay="360"/>
                                  </p:stCondLst>
                                  <p:childTnLst>
                                    <p:animRot by="18060">
                                      <p:cBhvr>
                                        <p:cTn id="186" dur="12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87" presetID="0" presetClass="path" presetSubtype="0" fill="hold" grpId="6" nodeType="withEffect">
                                  <p:stCondLst>
                                    <p:cond delay="360"/>
                                  </p:stCondLst>
                                  <p:childTnLst>
                                    <p:animMotion origin="layout" path="M 0.033892 0.000165 L 0.044766 0.000247 E" pathEditMode="relative" rAng="0" ptsTypes="AA">
                                      <p:cBhvr>
                                        <p:cTn id="188" dur="12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189" presetID="8" presetClass="emph" presetSubtype="0" fill="hold" grpId="7" nodeType="withEffect">
                                  <p:stCondLst>
                                    <p:cond delay="360"/>
                                  </p:stCondLst>
                                  <p:childTnLst>
                                    <p:animRot by="18060">
                                      <p:cBhvr>
                                        <p:cTn id="190" dur="12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91" presetID="0" presetClass="path" presetSubtype="0" fill="hold" grpId="6" nodeType="withEffect">
                                  <p:stCondLst>
                                    <p:cond delay="360"/>
                                  </p:stCondLst>
                                  <p:childTnLst>
                                    <p:animMotion origin="layout" path="M 0.033531 0.000326 L 0.044324 0.000443 E" pathEditMode="relative" rAng="0" ptsTypes="AA">
                                      <p:cBhvr>
                                        <p:cTn id="192" dur="12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193" presetID="8" presetClass="emph" presetSubtype="0" fill="hold" grpId="7" nodeType="withEffect">
                                  <p:stCondLst>
                                    <p:cond delay="360"/>
                                  </p:stCondLst>
                                  <p:childTnLst>
                                    <p:animRot by="18060">
                                      <p:cBhvr>
                                        <p:cTn id="194" dur="12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95" presetID="0" presetClass="path" presetSubtype="0" fill="hold" grpId="3" nodeType="withEffect">
                                  <p:stCondLst>
                                    <p:cond delay="360"/>
                                  </p:stCondLst>
                                  <p:childTnLst>
                                    <p:animMotion origin="layout" path="M 0.032026 -0.000654 L 0.042484 -0.000776 E" pathEditMode="relative" rAng="0" ptsTypes="AA">
                                      <p:cBhvr>
                                        <p:cTn id="196" dur="12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197" presetID="0" presetClass="path" presetSubtype="0" fill="hold" grpId="5" nodeType="withEffect">
                                  <p:stCondLst>
                                    <p:cond delay="360"/>
                                  </p:stCondLst>
                                  <p:childTnLst>
                                    <p:animMotion origin="layout" path="M 0.03 0 L 0.04 0 E" pathEditMode="relative" rAng="0" ptsTypes="AA">
                                      <p:cBhvr>
                                        <p:cTn id="198" dur="12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199" presetID="6" presetClass="emph" presetSubtype="0" fill="hold" grpId="6" nodeType="withEffect">
                                  <p:stCondLst>
                                    <p:cond delay="360"/>
                                  </p:stCondLst>
                                  <p:childTnLst>
                                    <p:animScale>
                                      <p:cBhvr>
                                        <p:cTn id="200" dur="120" fill="hold"/>
                                        <p:tgtEl>
                                          <p:spTgt spid="18"/>
                                        </p:tgtEl>
                                      </p:cBhvr>
                                      <p:by x="106157" y="106157"/>
                                    </p:animScale>
                                  </p:childTnLst>
                                </p:cTn>
                              </p:par>
                              <p:par>
                                <p:cTn id="201" presetID="0" presetClass="path" presetSubtype="0" fill="hold" grpId="3" nodeType="withEffect">
                                  <p:stCondLst>
                                    <p:cond delay="360"/>
                                  </p:stCondLst>
                                  <p:childTnLst>
                                    <p:animMotion origin="layout" path="M 0.027784 -0.000102 L 0.037286 -0.000153 E" pathEditMode="relative" rAng="0" ptsTypes="AA">
                                      <p:cBhvr>
                                        <p:cTn id="202" dur="12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203" presetID="0" presetClass="path" presetSubtype="0" fill="hold" grpId="3" nodeType="withEffect">
                                  <p:stCondLst>
                                    <p:cond delay="360"/>
                                  </p:stCondLst>
                                  <p:childTnLst>
                                    <p:animMotion origin="layout" path="M 0.027784 -0.000102 L 0.037286 -0.000153 E" pathEditMode="relative" rAng="0" ptsTypes="AA">
                                      <p:cBhvr>
                                        <p:cTn id="204" dur="12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205" presetID="0" presetClass="path" presetSubtype="0" fill="hold" grpId="3" nodeType="withEffect">
                                  <p:stCondLst>
                                    <p:cond delay="360"/>
                                  </p:stCondLst>
                                  <p:childTnLst>
                                    <p:animMotion origin="layout" path="M 0.027784 -0.000102 L 0.037286 -0.000153 E" pathEditMode="relative" rAng="0" ptsTypes="AA">
                                      <p:cBhvr>
                                        <p:cTn id="206" dur="12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207" presetID="0" presetClass="path" presetSubtype="0" fill="hold" grpId="3" nodeType="withEffect">
                                  <p:stCondLst>
                                    <p:cond delay="360"/>
                                  </p:stCondLst>
                                  <p:childTnLst>
                                    <p:animMotion origin="layout" path="M 0.027784 -0.000102 L 0.037286 -0.000153 E" pathEditMode="relative" rAng="0" ptsTypes="AA">
                                      <p:cBhvr>
                                        <p:cTn id="208" dur="12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209" presetID="0" presetClass="path" presetSubtype="0" fill="hold" grpId="3" nodeType="withEffect">
                                  <p:stCondLst>
                                    <p:cond delay="360"/>
                                  </p:stCondLst>
                                  <p:childTnLst>
                                    <p:animMotion origin="layout" path="M 0.027783 -3e-05 L 0.037285 -6.4e-05 E" pathEditMode="relative" rAng="0" ptsTypes="AA">
                                      <p:cBhvr>
                                        <p:cTn id="210" dur="12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211" presetID="0" presetClass="path" presetSubtype="0" fill="hold" grpId="3" nodeType="withEffect">
                                  <p:stCondLst>
                                    <p:cond delay="360"/>
                                  </p:stCondLst>
                                  <p:childTnLst>
                                    <p:animMotion origin="layout" path="M 0.027783 -3e-05 L 0.037285 -6.4e-05 E" pathEditMode="relative" rAng="0" ptsTypes="AA">
                                      <p:cBhvr>
                                        <p:cTn id="212" dur="12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213" presetID="0" presetClass="path" presetSubtype="0" fill="hold" grpId="3" nodeType="withEffect">
                                  <p:stCondLst>
                                    <p:cond delay="360"/>
                                  </p:stCondLst>
                                  <p:childTnLst>
                                    <p:animMotion origin="layout" path="M 0.027783 -3e-05 L 0.037285 -6.4e-05 E" pathEditMode="relative" rAng="0" ptsTypes="AA">
                                      <p:cBhvr>
                                        <p:cTn id="214" dur="12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215" presetID="0" presetClass="path" presetSubtype="0" fill="hold" grpId="3" nodeType="withEffect">
                                  <p:stCondLst>
                                    <p:cond delay="360"/>
                                  </p:stCondLst>
                                  <p:childTnLst>
                                    <p:animMotion origin="layout" path="M 0.031594 7.3e-05 L 0.041952 0.00011 E" pathEditMode="relative" rAng="0" ptsTypes="AA">
                                      <p:cBhvr>
                                        <p:cTn id="216" dur="12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217" presetID="0" presetClass="path" presetSubtype="0" fill="hold" grpId="3" nodeType="withEffect">
                                  <p:stCondLst>
                                    <p:cond delay="360"/>
                                  </p:stCondLst>
                                  <p:childTnLst>
                                    <p:animMotion origin="layout" path="M 0.031594 7.3e-05 L 0.041952 0.00011 E" pathEditMode="relative" rAng="0" ptsTypes="AA">
                                      <p:cBhvr>
                                        <p:cTn id="218" dur="12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219" presetID="0" presetClass="path" presetSubtype="0" fill="hold" grpId="3" nodeType="withEffect">
                                  <p:stCondLst>
                                    <p:cond delay="360"/>
                                  </p:stCondLst>
                                  <p:childTnLst>
                                    <p:animMotion origin="layout" path="M 0.031594 7.3e-05 L 0.041952 0.00011 E" pathEditMode="relative" rAng="0" ptsTypes="AA">
                                      <p:cBhvr>
                                        <p:cTn id="220" dur="12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221" presetID="0" presetClass="path" presetSubtype="0" fill="hold" grpId="3" nodeType="withEffect">
                                  <p:stCondLst>
                                    <p:cond delay="360"/>
                                  </p:stCondLst>
                                  <p:childTnLst>
                                    <p:animMotion origin="layout" path="M 0.031594 7.3e-05 L 0.041952 0.00011 E" pathEditMode="relative" rAng="0" ptsTypes="AA">
                                      <p:cBhvr>
                                        <p:cTn id="222" dur="12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223" presetID="0" presetClass="path" presetSubtype="0" fill="hold" grpId="3" nodeType="withEffect">
                                  <p:stCondLst>
                                    <p:cond delay="360"/>
                                  </p:stCondLst>
                                  <p:childTnLst>
                                    <p:animMotion origin="layout" path="M 0.031594 7.3e-05 L 0.041952 0.00011 E" pathEditMode="relative" rAng="0" ptsTypes="AA">
                                      <p:cBhvr>
                                        <p:cTn id="224" dur="12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225" presetID="0" presetClass="path" presetSubtype="0" fill="hold" grpId="3" nodeType="withEffect">
                                  <p:stCondLst>
                                    <p:cond delay="360"/>
                                  </p:stCondLst>
                                  <p:childTnLst>
                                    <p:animMotion origin="layout" path="M 0.031594 7.3e-05 L 0.041952 0.00011 E" pathEditMode="relative" rAng="0" ptsTypes="AA">
                                      <p:cBhvr>
                                        <p:cTn id="226" dur="12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227" presetID="0" presetClass="path" presetSubtype="0" fill="hold" grpId="8" nodeType="withEffect">
                                  <p:stCondLst>
                                    <p:cond delay="480"/>
                                  </p:stCondLst>
                                  <p:childTnLst>
                                    <p:animMotion origin="layout" path="M 0.04 -0 L 0.05 0 E" pathEditMode="relative" rAng="0" ptsTypes="AA">
                                      <p:cBhvr>
                                        <p:cTn id="228" dur="12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229" presetID="8" presetClass="emph" presetSubtype="0" fill="hold" grpId="9" nodeType="withEffect">
                                  <p:stCondLst>
                                    <p:cond delay="480"/>
                                  </p:stCondLst>
                                  <p:childTnLst>
                                    <p:animRot by="25200">
                                      <p:cBhvr>
                                        <p:cTn id="230" dur="12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231" presetID="0" presetClass="path" presetSubtype="0" fill="hold" grpId="8" nodeType="withEffect">
                                  <p:stCondLst>
                                    <p:cond delay="480"/>
                                  </p:stCondLst>
                                  <p:childTnLst>
                                    <p:animMotion origin="layout" path="M 0.043819 0.000121 L 0.054259 0.000151 E" pathEditMode="relative" rAng="0" ptsTypes="AA">
                                      <p:cBhvr>
                                        <p:cTn id="232" dur="12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233" presetID="8" presetClass="emph" presetSubtype="0" fill="hold" grpId="9" nodeType="withEffect">
                                  <p:stCondLst>
                                    <p:cond delay="480"/>
                                  </p:stCondLst>
                                  <p:childTnLst>
                                    <p:animRot by="25200">
                                      <p:cBhvr>
                                        <p:cTn id="234" dur="12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235" presetID="0" presetClass="path" presetSubtype="0" fill="hold" grpId="8" nodeType="withEffect">
                                  <p:stCondLst>
                                    <p:cond delay="480"/>
                                  </p:stCondLst>
                                  <p:childTnLst>
                                    <p:animMotion origin="layout" path="M 0.038579 -4.5e-05 L 0.048415 -5.6e-05 E" pathEditMode="relative" rAng="0" ptsTypes="AA">
                                      <p:cBhvr>
                                        <p:cTn id="236" dur="12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237" presetID="8" presetClass="emph" presetSubtype="0" fill="hold" grpId="9" nodeType="withEffect">
                                  <p:stCondLst>
                                    <p:cond delay="480"/>
                                  </p:stCondLst>
                                  <p:childTnLst>
                                    <p:animRot by="25200">
                                      <p:cBhvr>
                                        <p:cTn id="238" dur="12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239" presetID="0" presetClass="path" presetSubtype="0" fill="hold" grpId="8" nodeType="withEffect">
                                  <p:stCondLst>
                                    <p:cond delay="480"/>
                                  </p:stCondLst>
                                  <p:childTnLst>
                                    <p:animMotion origin="layout" path="M 0.044247 0.00024 L 0.054736 0.000298 E" pathEditMode="relative" rAng="0" ptsTypes="AA">
                                      <p:cBhvr>
                                        <p:cTn id="240" dur="12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241" presetID="8" presetClass="emph" presetSubtype="0" fill="hold" grpId="9" nodeType="withEffect">
                                  <p:stCondLst>
                                    <p:cond delay="480"/>
                                  </p:stCondLst>
                                  <p:childTnLst>
                                    <p:animRot by="-138660">
                                      <p:cBhvr>
                                        <p:cTn id="242" dur="12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243" presetID="0" presetClass="path" presetSubtype="0" fill="hold" grpId="8" nodeType="withEffect">
                                  <p:stCondLst>
                                    <p:cond delay="480"/>
                                  </p:stCondLst>
                                  <p:childTnLst>
                                    <p:animMotion origin="layout" path="M 0.044766 0.000247 L 0.054522 0.000299 E" pathEditMode="relative" rAng="0" ptsTypes="AA">
                                      <p:cBhvr>
                                        <p:cTn id="244" dur="12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245" presetID="8" presetClass="emph" presetSubtype="0" fill="hold" grpId="9" nodeType="withEffect">
                                  <p:stCondLst>
                                    <p:cond delay="480"/>
                                  </p:stCondLst>
                                  <p:childTnLst>
                                    <p:animRot by="-138660">
                                      <p:cBhvr>
                                        <p:cTn id="246" dur="12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247" presetID="0" presetClass="path" presetSubtype="0" fill="hold" grpId="8" nodeType="withEffect">
                                  <p:stCondLst>
                                    <p:cond delay="480"/>
                                  </p:stCondLst>
                                  <p:childTnLst>
                                    <p:animMotion origin="layout" path="M 0.044324 0.000443 L 0.054702 0.000215 E" pathEditMode="relative" rAng="0" ptsTypes="AA">
                                      <p:cBhvr>
                                        <p:cTn id="248" dur="12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249" presetID="8" presetClass="emph" presetSubtype="0" fill="hold" grpId="9" nodeType="withEffect">
                                  <p:stCondLst>
                                    <p:cond delay="480"/>
                                  </p:stCondLst>
                                  <p:childTnLst>
                                    <p:animRot by="-138660">
                                      <p:cBhvr>
                                        <p:cTn id="250" dur="12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251" presetID="0" presetClass="path" presetSubtype="0" fill="hold" grpId="4" nodeType="withEffect">
                                  <p:stCondLst>
                                    <p:cond delay="480"/>
                                  </p:stCondLst>
                                  <p:childTnLst>
                                    <p:animMotion origin="layout" path="M 0.042484 -0.000776 L 0.052748 -0.001071 E" pathEditMode="relative" rAng="0" ptsTypes="AA">
                                      <p:cBhvr>
                                        <p:cTn id="252" dur="12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253" presetID="8" presetClass="emph" presetSubtype="0" fill="hold" grpId="5" nodeType="withEffect">
                                  <p:stCondLst>
                                    <p:cond delay="480"/>
                                  </p:stCondLst>
                                  <p:childTnLst>
                                    <p:animRot by="20220">
                                      <p:cBhvr>
                                        <p:cTn id="254" dur="12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255" presetID="0" presetClass="path" presetSubtype="0" fill="hold" grpId="7" nodeType="withEffect">
                                  <p:stCondLst>
                                    <p:cond delay="480"/>
                                  </p:stCondLst>
                                  <p:childTnLst>
                                    <p:animMotion origin="layout" path="M 0.04 0 L 0.05 0 E" pathEditMode="relative" rAng="0" ptsTypes="AA">
                                      <p:cBhvr>
                                        <p:cTn id="256" dur="12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257" presetID="6" presetClass="emph" presetSubtype="0" fill="hold" grpId="8" nodeType="withEffect">
                                  <p:stCondLst>
                                    <p:cond delay="480"/>
                                  </p:stCondLst>
                                  <p:childTnLst>
                                    <p:animScale>
                                      <p:cBhvr>
                                        <p:cTn id="258" dur="120" fill="hold"/>
                                        <p:tgtEl>
                                          <p:spTgt spid="18"/>
                                        </p:tgtEl>
                                      </p:cBhvr>
                                      <p:by x="103573" y="103573"/>
                                    </p:animScale>
                                  </p:childTnLst>
                                </p:cTn>
                              </p:par>
                              <p:par>
                                <p:cTn id="259" presetID="0" presetClass="path" presetSubtype="0" fill="hold" grpId="4" nodeType="withEffect">
                                  <p:stCondLst>
                                    <p:cond delay="480"/>
                                  </p:stCondLst>
                                  <p:childTnLst>
                                    <p:animMotion origin="layout" path="M 0.037286 -0.000153 L 0.045967 -0.000227 E" pathEditMode="relative" rAng="0" ptsTypes="AA">
                                      <p:cBhvr>
                                        <p:cTn id="260" dur="12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261" presetID="8" presetClass="emph" presetSubtype="0" fill="hold" grpId="5" nodeType="withEffect">
                                  <p:stCondLst>
                                    <p:cond delay="480"/>
                                  </p:stCondLst>
                                  <p:childTnLst>
                                    <p:animRot by="138780">
                                      <p:cBhvr>
                                        <p:cTn id="262" dur="12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263" presetID="0" presetClass="path" presetSubtype="0" fill="hold" grpId="4" nodeType="withEffect">
                                  <p:stCondLst>
                                    <p:cond delay="480"/>
                                  </p:stCondLst>
                                  <p:childTnLst>
                                    <p:animMotion origin="layout" path="M 0.037286 -0.000153 L 0.036581 -0.002922 E" pathEditMode="relative" rAng="0" ptsTypes="AA">
                                      <p:cBhvr>
                                        <p:cTn id="264" dur="12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265" presetID="8" presetClass="emph" presetSubtype="0" fill="hold" grpId="5" nodeType="withEffect">
                                  <p:stCondLst>
                                    <p:cond delay="480"/>
                                  </p:stCondLst>
                                  <p:childTnLst>
                                    <p:animRot by="1238400">
                                      <p:cBhvr>
                                        <p:cTn id="266" dur="12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267" presetID="0" presetClass="path" presetSubtype="0" fill="hold" grpId="4" nodeType="withEffect">
                                  <p:stCondLst>
                                    <p:cond delay="480"/>
                                  </p:stCondLst>
                                  <p:childTnLst>
                                    <p:animMotion origin="layout" path="M 0.037286 -0.000153 L 0.024744 -0.00202 E" pathEditMode="relative" rAng="0" ptsTypes="AA">
                                      <p:cBhvr>
                                        <p:cTn id="268" dur="12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269" presetID="8" presetClass="emph" presetSubtype="0" fill="hold" grpId="5" nodeType="withEffect">
                                  <p:stCondLst>
                                    <p:cond delay="480"/>
                                  </p:stCondLst>
                                  <p:childTnLst>
                                    <p:animRot by="2052240">
                                      <p:cBhvr>
                                        <p:cTn id="270" dur="12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271" presetID="0" presetClass="path" presetSubtype="0" fill="hold" grpId="4" nodeType="withEffect">
                                  <p:stCondLst>
                                    <p:cond delay="480"/>
                                  </p:stCondLst>
                                  <p:childTnLst>
                                    <p:animMotion origin="layout" path="M 0.037286 -0.000153 L 0.018448 -0.003957 E" pathEditMode="relative" rAng="0" ptsTypes="AA">
                                      <p:cBhvr>
                                        <p:cTn id="272" dur="12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273" presetID="8" presetClass="emph" presetSubtype="0" fill="hold" grpId="5" nodeType="withEffect">
                                  <p:stCondLst>
                                    <p:cond delay="480"/>
                                  </p:stCondLst>
                                  <p:childTnLst>
                                    <p:animRot by="2052240">
                                      <p:cBhvr>
                                        <p:cTn id="274" dur="12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275" presetID="0" presetClass="path" presetSubtype="0" fill="hold" grpId="4" nodeType="withEffect">
                                  <p:stCondLst>
                                    <p:cond delay="480"/>
                                  </p:stCondLst>
                                  <p:childTnLst>
                                    <p:animMotion origin="layout" path="M 0.037285 -6.4e-05 L 0.045965 -0.000128 E" pathEditMode="relative" rAng="0" ptsTypes="AA">
                                      <p:cBhvr>
                                        <p:cTn id="276" dur="12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277" presetID="8" presetClass="emph" presetSubtype="0" fill="hold" grpId="5" nodeType="withEffect">
                                  <p:stCondLst>
                                    <p:cond delay="480"/>
                                  </p:stCondLst>
                                  <p:childTnLst>
                                    <p:animRot by="138780">
                                      <p:cBhvr>
                                        <p:cTn id="278" dur="12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279" presetID="0" presetClass="path" presetSubtype="0" fill="hold" grpId="4" nodeType="withEffect">
                                  <p:stCondLst>
                                    <p:cond delay="480"/>
                                  </p:stCondLst>
                                  <p:childTnLst>
                                    <p:animMotion origin="layout" path="M 0.037285 -6.4e-05 L 0.043836 -0.000261 E" pathEditMode="relative" rAng="0" ptsTypes="AA">
                                      <p:cBhvr>
                                        <p:cTn id="280" dur="12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281" presetID="8" presetClass="emph" presetSubtype="0" fill="hold" grpId="5" nodeType="withEffect">
                                  <p:stCondLst>
                                    <p:cond delay="480"/>
                                  </p:stCondLst>
                                  <p:childTnLst>
                                    <p:animRot by="138780">
                                      <p:cBhvr>
                                        <p:cTn id="282" dur="12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283" presetID="0" presetClass="path" presetSubtype="0" fill="hold" grpId="4" nodeType="withEffect">
                                  <p:stCondLst>
                                    <p:cond delay="480"/>
                                  </p:stCondLst>
                                  <p:childTnLst>
                                    <p:animMotion origin="layout" path="M 0.037285 -6.4e-05 L 0.043754 -0.001862 E" pathEditMode="relative" rAng="0" ptsTypes="AA">
                                      <p:cBhvr>
                                        <p:cTn id="284" dur="12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285" presetID="8" presetClass="emph" presetSubtype="0" fill="hold" grpId="5" nodeType="withEffect">
                                  <p:stCondLst>
                                    <p:cond delay="480"/>
                                  </p:stCondLst>
                                  <p:childTnLst>
                                    <p:animRot by="-675120">
                                      <p:cBhvr>
                                        <p:cTn id="286" dur="12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287" presetID="0" presetClass="path" presetSubtype="0" fill="hold" grpId="4" nodeType="withEffect">
                                  <p:stCondLst>
                                    <p:cond delay="480"/>
                                  </p:stCondLst>
                                  <p:childTnLst>
                                    <p:animMotion origin="layout" path="M 0.041952 0.00011 L 0.050881 7e-05 E" pathEditMode="relative" rAng="0" ptsTypes="AA">
                                      <p:cBhvr>
                                        <p:cTn id="288" dur="12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289" presetID="8" presetClass="emph" presetSubtype="0" fill="hold" grpId="5" nodeType="withEffect">
                                  <p:stCondLst>
                                    <p:cond delay="480"/>
                                  </p:stCondLst>
                                  <p:childTnLst>
                                    <p:animRot by="201600">
                                      <p:cBhvr>
                                        <p:cTn id="290" dur="12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291" presetID="0" presetClass="path" presetSubtype="0" fill="hold" grpId="4" nodeType="withEffect">
                                  <p:stCondLst>
                                    <p:cond delay="480"/>
                                  </p:stCondLst>
                                  <p:childTnLst>
                                    <p:animMotion origin="layout" path="M 0.041952 0.00011 L 0.053658 -0.000788 E" pathEditMode="relative" rAng="0" ptsTypes="AA">
                                      <p:cBhvr>
                                        <p:cTn id="292" dur="12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293" presetID="8" presetClass="emph" presetSubtype="0" fill="hold" grpId="5" nodeType="withEffect">
                                  <p:stCondLst>
                                    <p:cond delay="480"/>
                                  </p:stCondLst>
                                  <p:childTnLst>
                                    <p:animRot by="-698400">
                                      <p:cBhvr>
                                        <p:cTn id="294" dur="12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295" presetID="0" presetClass="path" presetSubtype="0" fill="hold" grpId="4" nodeType="withEffect">
                                  <p:stCondLst>
                                    <p:cond delay="480"/>
                                  </p:stCondLst>
                                  <p:childTnLst>
                                    <p:animMotion origin="layout" path="M 0.041952 0.00011 L 0.050881 7e-05 E" pathEditMode="relative" rAng="0" ptsTypes="AA">
                                      <p:cBhvr>
                                        <p:cTn id="296" dur="12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297" presetID="8" presetClass="emph" presetSubtype="0" fill="hold" grpId="5" nodeType="withEffect">
                                  <p:stCondLst>
                                    <p:cond delay="480"/>
                                  </p:stCondLst>
                                  <p:childTnLst>
                                    <p:animRot by="201600">
                                      <p:cBhvr>
                                        <p:cTn id="298" dur="12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299" presetID="0" presetClass="path" presetSubtype="0" fill="hold" grpId="4" nodeType="withEffect">
                                  <p:stCondLst>
                                    <p:cond delay="480"/>
                                  </p:stCondLst>
                                  <p:childTnLst>
                                    <p:animMotion origin="layout" path="M 0.041952 0.00011 L 0.055576 -0.001624 E" pathEditMode="relative" rAng="0" ptsTypes="AA">
                                      <p:cBhvr>
                                        <p:cTn id="300" dur="12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301" presetID="8" presetClass="emph" presetSubtype="0" fill="hold" grpId="5" nodeType="withEffect">
                                  <p:stCondLst>
                                    <p:cond delay="480"/>
                                  </p:stCondLst>
                                  <p:childTnLst>
                                    <p:animRot by="-1032180">
                                      <p:cBhvr>
                                        <p:cTn id="302" dur="12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03" presetID="0" presetClass="path" presetSubtype="0" fill="hold" grpId="4" nodeType="withEffect">
                                  <p:stCondLst>
                                    <p:cond delay="480"/>
                                  </p:stCondLst>
                                  <p:childTnLst>
                                    <p:animMotion origin="layout" path="M 0.041952 0.00011 L 0.064567 -0.003664 E" pathEditMode="relative" rAng="0" ptsTypes="AA">
                                      <p:cBhvr>
                                        <p:cTn id="304" dur="12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305" presetID="8" presetClass="emph" presetSubtype="0" fill="hold" grpId="5" nodeType="withEffect">
                                  <p:stCondLst>
                                    <p:cond delay="480"/>
                                  </p:stCondLst>
                                  <p:childTnLst>
                                    <p:animRot by="-845220">
                                      <p:cBhvr>
                                        <p:cTn id="306" dur="12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07" presetID="0" presetClass="path" presetSubtype="0" fill="hold" grpId="4" nodeType="withEffect">
                                  <p:stCondLst>
                                    <p:cond delay="480"/>
                                  </p:stCondLst>
                                  <p:childTnLst>
                                    <p:animMotion origin="layout" path="M 0.041952 0.00011 L 0.058945 -0.002969 E" pathEditMode="relative" rAng="0" ptsTypes="AA">
                                      <p:cBhvr>
                                        <p:cTn id="308" dur="12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309" presetID="8" presetClass="emph" presetSubtype="0" fill="hold" grpId="5" nodeType="withEffect">
                                  <p:stCondLst>
                                    <p:cond delay="480"/>
                                  </p:stCondLst>
                                  <p:childTnLst>
                                    <p:animRot by="-845220">
                                      <p:cBhvr>
                                        <p:cTn id="310" dur="12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11" presetID="0" presetClass="path" presetSubtype="0" fill="hold" grpId="10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.05 0 L 0.057717 -0.004146 E" pathEditMode="relative" rAng="0" ptsTypes="AA">
                                      <p:cBhvr>
                                        <p:cTn id="312" dur="12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313" presetID="8" presetClass="emph" presetSubtype="0" fill="hold" grpId="11" nodeType="withEffect">
                                  <p:stCondLst>
                                    <p:cond delay="600"/>
                                  </p:stCondLst>
                                  <p:childTnLst>
                                    <p:animRot by="-69000">
                                      <p:cBhvr>
                                        <p:cTn id="314" dur="12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15" presetID="0" presetClass="path" presetSubtype="0" fill="hold" grpId="10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.054259 0.000151 L 0.060771 -0.004068 E" pathEditMode="relative" rAng="0" ptsTypes="AA">
                                      <p:cBhvr>
                                        <p:cTn id="316" dur="12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317" presetID="8" presetClass="emph" presetSubtype="0" fill="hold" grpId="11" nodeType="withEffect">
                                  <p:stCondLst>
                                    <p:cond delay="600"/>
                                  </p:stCondLst>
                                  <p:childTnLst>
                                    <p:animRot by="-69000">
                                      <p:cBhvr>
                                        <p:cTn id="318" dur="12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19" presetID="0" presetClass="path" presetSubtype="0" fill="hold" grpId="10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.048415 -5.6e-05 L 0.056581 -0.004175 E" pathEditMode="relative" rAng="0" ptsTypes="AA">
                                      <p:cBhvr>
                                        <p:cTn id="320" dur="12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321" presetID="8" presetClass="emph" presetSubtype="0" fill="hold" grpId="11" nodeType="withEffect">
                                  <p:stCondLst>
                                    <p:cond delay="600"/>
                                  </p:stCondLst>
                                  <p:childTnLst>
                                    <p:animRot by="-69000">
                                      <p:cBhvr>
                                        <p:cTn id="322" dur="12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23" presetID="0" presetClass="path" presetSubtype="0" fill="hold" grpId="10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.054736 0.000298 L 0.061112 -0.003993 E" pathEditMode="relative" rAng="0" ptsTypes="AA">
                                      <p:cBhvr>
                                        <p:cTn id="324" dur="12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325" presetID="8" presetClass="emph" presetSubtype="0" fill="hold" grpId="11" nodeType="withEffect">
                                  <p:stCondLst>
                                    <p:cond delay="600"/>
                                  </p:stCondLst>
                                  <p:childTnLst>
                                    <p:animRot by="72600">
                                      <p:cBhvr>
                                        <p:cTn id="326" dur="12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27" presetID="0" presetClass="path" presetSubtype="0" fill="hold" grpId="10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.054522 0.000299 L 0.061282 -0.003992 E" pathEditMode="relative" rAng="0" ptsTypes="AA">
                                      <p:cBhvr>
                                        <p:cTn id="328" dur="12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329" presetID="8" presetClass="emph" presetSubtype="0" fill="hold" grpId="11" nodeType="withEffect">
                                  <p:stCondLst>
                                    <p:cond delay="600"/>
                                  </p:stCondLst>
                                  <p:childTnLst>
                                    <p:animRot by="72600">
                                      <p:cBhvr>
                                        <p:cTn id="330" dur="12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31" presetID="0" presetClass="path" presetSubtype="0" fill="hold" grpId="10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.054702 0.000215 L 0.061138 -0.003926 E" pathEditMode="relative" rAng="0" ptsTypes="AA">
                                      <p:cBhvr>
                                        <p:cTn id="332" dur="12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333" presetID="8" presetClass="emph" presetSubtype="0" fill="hold" grpId="11" nodeType="withEffect">
                                  <p:stCondLst>
                                    <p:cond delay="600"/>
                                  </p:stCondLst>
                                  <p:childTnLst>
                                    <p:animRot by="72600">
                                      <p:cBhvr>
                                        <p:cTn id="334" dur="12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35" presetID="0" presetClass="path" presetSubtype="0" fill="hold" grpId="6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.052748 -0.001071 L 0.059432 -0.016875 E" pathEditMode="relative" rAng="0" ptsTypes="AA">
                                      <p:cBhvr>
                                        <p:cTn id="336" dur="12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337" presetID="8" presetClass="emph" presetSubtype="0" fill="hold" grpId="7" nodeType="withEffect">
                                  <p:stCondLst>
                                    <p:cond delay="600"/>
                                  </p:stCondLst>
                                  <p:childTnLst>
                                    <p:animRot by="1055280">
                                      <p:cBhvr>
                                        <p:cTn id="338" dur="12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39" presetID="0" presetClass="path" presetSubtype="0" fill="hold" grpId="9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.05 0 L 0.057717 0 E" pathEditMode="relative" rAng="0" ptsTypes="AA">
                                      <p:cBhvr>
                                        <p:cTn id="340" dur="12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341" presetID="6" presetClass="emph" presetSubtype="0" fill="hold" grpId="10" nodeType="withEffect">
                                  <p:stCondLst>
                                    <p:cond delay="600"/>
                                  </p:stCondLst>
                                  <p:childTnLst>
                                    <p:animScale>
                                      <p:cBhvr>
                                        <p:cTn id="342" dur="120" fill="hold"/>
                                        <p:tgtEl>
                                          <p:spTgt spid="18"/>
                                        </p:tgtEl>
                                      </p:cBhvr>
                                      <p:by x="96550" y="96550"/>
                                    </p:animScale>
                                  </p:childTnLst>
                                </p:cTn>
                              </p:par>
                              <p:par>
                                <p:cTn id="343" presetID="0" presetClass="path" presetSubtype="0" fill="hold" grpId="6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.045967 -0.000227 L 0.04913 -0.005737 E" pathEditMode="relative" rAng="0" ptsTypes="AA">
                                      <p:cBhvr>
                                        <p:cTn id="344" dur="12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345" presetID="8" presetClass="emph" presetSubtype="0" fill="hold" grpId="7" nodeType="withEffect">
                                  <p:stCondLst>
                                    <p:cond delay="600"/>
                                  </p:stCondLst>
                                  <p:childTnLst>
                                    <p:animRot by="755700">
                                      <p:cBhvr>
                                        <p:cTn id="346" dur="12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47" presetID="0" presetClass="path" presetSubtype="0" fill="hold" grpId="6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.036581 -0.002922 L 0.034148 -0.009645 E" pathEditMode="relative" rAng="0" ptsTypes="AA">
                                      <p:cBhvr>
                                        <p:cTn id="348" dur="12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349" presetID="8" presetClass="emph" presetSubtype="0" fill="hold" grpId="7" nodeType="withEffect">
                                  <p:stCondLst>
                                    <p:cond delay="600"/>
                                  </p:stCondLst>
                                  <p:childTnLst>
                                    <p:animRot by="-126660">
                                      <p:cBhvr>
                                        <p:cTn id="350" dur="12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51" presetID="0" presetClass="path" presetSubtype="0" fill="hold" grpId="6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.024744 -0.00202 L 0.023441 -0.008384 E" pathEditMode="relative" rAng="0" ptsTypes="AA">
                                      <p:cBhvr>
                                        <p:cTn id="352" dur="12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353" presetID="8" presetClass="emph" presetSubtype="0" fill="hold" grpId="7" nodeType="withEffect">
                                  <p:stCondLst>
                                    <p:cond delay="600"/>
                                  </p:stCondLst>
                                  <p:childTnLst>
                                    <p:animRot by="-159900">
                                      <p:cBhvr>
                                        <p:cTn id="354" dur="12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55" presetID="0" presetClass="path" presetSubtype="0" fill="hold" grpId="6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.018448 -0.003957 L 0.017582 -0.010038 E" pathEditMode="relative" rAng="0" ptsTypes="AA">
                                      <p:cBhvr>
                                        <p:cTn id="356" dur="12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357" presetID="8" presetClass="emph" presetSubtype="0" fill="hold" grpId="7" nodeType="withEffect">
                                  <p:stCondLst>
                                    <p:cond delay="600"/>
                                  </p:stCondLst>
                                  <p:childTnLst>
                                    <p:animRot by="-159900">
                                      <p:cBhvr>
                                        <p:cTn id="358" dur="12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59" presetID="0" presetClass="path" presetSubtype="0" fill="hold" grpId="6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.045965 -0.000128 L 0.065649 -0.007971 E" pathEditMode="relative" rAng="0" ptsTypes="AA">
                                      <p:cBhvr>
                                        <p:cTn id="360" dur="12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361" presetID="8" presetClass="emph" presetSubtype="0" fill="hold" grpId="7" nodeType="withEffect">
                                  <p:stCondLst>
                                    <p:cond delay="600"/>
                                  </p:stCondLst>
                                  <p:childTnLst>
                                    <p:animRot by="-1571880">
                                      <p:cBhvr>
                                        <p:cTn id="362" dur="12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63" presetID="0" presetClass="path" presetSubtype="0" fill="hold" grpId="6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.043836 -0.000261 L 0.086554 -0.015037 E" pathEditMode="relative" rAng="0" ptsTypes="AA">
                                      <p:cBhvr>
                                        <p:cTn id="364" dur="12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365" presetID="8" presetClass="emph" presetSubtype="0" fill="hold" grpId="7" nodeType="withEffect">
                                  <p:stCondLst>
                                    <p:cond delay="600"/>
                                  </p:stCondLst>
                                  <p:childTnLst>
                                    <p:animRot by="-1487220">
                                      <p:cBhvr>
                                        <p:cTn id="366" dur="12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67" presetID="0" presetClass="path" presetSubtype="0" fill="hold" grpId="6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.043754 -0.001862 L 0.097537 -0.024488 E" pathEditMode="relative" rAng="0" ptsTypes="AA">
                                      <p:cBhvr>
                                        <p:cTn id="368" dur="12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369" presetID="8" presetClass="emph" presetSubtype="0" fill="hold" grpId="7" nodeType="withEffect">
                                  <p:stCondLst>
                                    <p:cond delay="600"/>
                                  </p:stCondLst>
                                  <p:childTnLst>
                                    <p:animRot by="-1453920">
                                      <p:cBhvr>
                                        <p:cTn id="370" dur="12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71" presetID="0" presetClass="path" presetSubtype="0" fill="hold" grpId="6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.050881 7e-05 L 0.065158 -0.005491 E" pathEditMode="relative" rAng="0" ptsTypes="AA">
                                      <p:cBhvr>
                                        <p:cTn id="372" dur="12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373" presetID="8" presetClass="emph" presetSubtype="0" fill="hold" grpId="7" nodeType="withEffect">
                                  <p:stCondLst>
                                    <p:cond delay="600"/>
                                  </p:stCondLst>
                                  <p:childTnLst>
                                    <p:animRot by="-1126800">
                                      <p:cBhvr>
                                        <p:cTn id="374" dur="12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75" presetID="0" presetClass="path" presetSubtype="0" fill="hold" grpId="6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.053658 -0.000788 L 0.084932 -0.016112 E" pathEditMode="relative" rAng="0" ptsTypes="AA">
                                      <p:cBhvr>
                                        <p:cTn id="376" dur="12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377" presetID="8" presetClass="emph" presetSubtype="0" fill="hold" grpId="7" nodeType="withEffect">
                                  <p:stCondLst>
                                    <p:cond delay="600"/>
                                  </p:stCondLst>
                                  <p:childTnLst>
                                    <p:animRot by="-1824540">
                                      <p:cBhvr>
                                        <p:cTn id="378" dur="12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79" presetID="0" presetClass="path" presetSubtype="0" fill="hold" grpId="6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.050881 7e-05 L 0.05263 -0.005894 E" pathEditMode="relative" rAng="0" ptsTypes="AA">
                                      <p:cBhvr>
                                        <p:cTn id="380" dur="12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381" presetID="8" presetClass="emph" presetSubtype="0" fill="hold" grpId="7" nodeType="withEffect">
                                  <p:stCondLst>
                                    <p:cond delay="600"/>
                                  </p:stCondLst>
                                  <p:childTnLst>
                                    <p:animRot by="848160">
                                      <p:cBhvr>
                                        <p:cTn id="382" dur="12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83" presetID="0" presetClass="path" presetSubtype="0" fill="hold" grpId="6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.055576 -0.001624 L 0.044856 -0.007812 E" pathEditMode="relative" rAng="0" ptsTypes="AA">
                                      <p:cBhvr>
                                        <p:cTn id="384" dur="12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385" presetID="8" presetClass="emph" presetSubtype="0" fill="hold" grpId="7" nodeType="withEffect">
                                  <p:stCondLst>
                                    <p:cond delay="600"/>
                                  </p:stCondLst>
                                  <p:childTnLst>
                                    <p:animRot by="1181940">
                                      <p:cBhvr>
                                        <p:cTn id="386" dur="12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87" presetID="0" presetClass="path" presetSubtype="0" fill="hold" grpId="6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.064567 -0.003664 L 0.04371 -0.008024 E" pathEditMode="relative" rAng="0" ptsTypes="AA">
                                      <p:cBhvr>
                                        <p:cTn id="388" dur="12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389" presetID="8" presetClass="emph" presetSubtype="0" fill="hold" grpId="7" nodeType="withEffect">
                                  <p:stCondLst>
                                    <p:cond delay="600"/>
                                  </p:stCondLst>
                                  <p:childTnLst>
                                    <p:animRot by="886380">
                                      <p:cBhvr>
                                        <p:cTn id="390" dur="12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91" presetID="0" presetClass="path" presetSubtype="0" fill="hold" grpId="6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.058945 -0.002969 L 0.043986 -0.008022 E" pathEditMode="relative" rAng="0" ptsTypes="AA">
                                      <p:cBhvr>
                                        <p:cTn id="392" dur="12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393" presetID="8" presetClass="emph" presetSubtype="0" fill="hold" grpId="7" nodeType="withEffect">
                                  <p:stCondLst>
                                    <p:cond delay="600"/>
                                  </p:stCondLst>
                                  <p:childTnLst>
                                    <p:animRot by="886380">
                                      <p:cBhvr>
                                        <p:cTn id="394" dur="12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95" presetID="0" presetClass="path" presetSubtype="0" fill="hold" grpId="12" nodeType="withEffect">
                                  <p:stCondLst>
                                    <p:cond delay="720"/>
                                  </p:stCondLst>
                                  <p:childTnLst>
                                    <p:animMotion origin="layout" path="M 0.057717 -0.004146 L 0.068589 -0.010854 E" pathEditMode="relative" rAng="0" ptsTypes="AA">
                                      <p:cBhvr>
                                        <p:cTn id="396" dur="12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397" presetID="8" presetClass="emph" presetSubtype="0" fill="hold" grpId="13" nodeType="withEffect">
                                  <p:stCondLst>
                                    <p:cond delay="720"/>
                                  </p:stCondLst>
                                  <p:childTnLst>
                                    <p:animRot by="-56520">
                                      <p:cBhvr>
                                        <p:cTn id="398" dur="12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99" presetID="0" presetClass="path" presetSubtype="0" fill="hold" grpId="12" nodeType="withEffect">
                                  <p:stCondLst>
                                    <p:cond delay="720"/>
                                  </p:stCondLst>
                                  <p:childTnLst>
                                    <p:animMotion origin="layout" path="M 0.060771 -0.004068 L 0.070654 -0.010819 E" pathEditMode="relative" rAng="0" ptsTypes="AA">
                                      <p:cBhvr>
                                        <p:cTn id="400" dur="12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401" presetID="8" presetClass="emph" presetSubtype="0" fill="hold" grpId="13" nodeType="withEffect">
                                  <p:stCondLst>
                                    <p:cond delay="720"/>
                                  </p:stCondLst>
                                  <p:childTnLst>
                                    <p:animRot by="-56520">
                                      <p:cBhvr>
                                        <p:cTn id="402" dur="12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403" presetID="0" presetClass="path" presetSubtype="0" fill="hold" grpId="12" nodeType="withEffect">
                                  <p:stCondLst>
                                    <p:cond delay="720"/>
                                  </p:stCondLst>
                                  <p:childTnLst>
                                    <p:animMotion origin="layout" path="M 0.056581 -0.004175 L 0.067821 -0.010867 E" pathEditMode="relative" rAng="0" ptsTypes="AA">
                                      <p:cBhvr>
                                        <p:cTn id="404" dur="12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405" presetID="8" presetClass="emph" presetSubtype="0" fill="hold" grpId="13" nodeType="withEffect">
                                  <p:stCondLst>
                                    <p:cond delay="720"/>
                                  </p:stCondLst>
                                  <p:childTnLst>
                                    <p:animRot by="-56520">
                                      <p:cBhvr>
                                        <p:cTn id="406" dur="12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407" presetID="0" presetClass="path" presetSubtype="0" fill="hold" grpId="12" nodeType="withEffect">
                                  <p:stCondLst>
                                    <p:cond delay="720"/>
                                  </p:stCondLst>
                                  <p:childTnLst>
                                    <p:animMotion origin="layout" path="M 0.061112 -0.003993 L 0.070884 -0.010784 E" pathEditMode="relative" rAng="0" ptsTypes="AA">
                                      <p:cBhvr>
                                        <p:cTn id="408" dur="12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409" presetID="8" presetClass="emph" presetSubtype="0" fill="hold" grpId="13" nodeType="withEffect">
                                  <p:stCondLst>
                                    <p:cond delay="720"/>
                                  </p:stCondLst>
                                  <p:childTnLst>
                                    <p:animRot by="142260">
                                      <p:cBhvr>
                                        <p:cTn id="410" dur="12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411" presetID="0" presetClass="path" presetSubtype="0" fill="hold" grpId="12" nodeType="withEffect">
                                  <p:stCondLst>
                                    <p:cond delay="720"/>
                                  </p:stCondLst>
                                  <p:childTnLst>
                                    <p:animMotion origin="layout" path="M 0.061282 -0.003992 L 0.071807 -0.010761 E" pathEditMode="relative" rAng="0" ptsTypes="AA">
                                      <p:cBhvr>
                                        <p:cTn id="412" dur="12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413" presetID="8" presetClass="emph" presetSubtype="0" fill="hold" grpId="13" nodeType="withEffect">
                                  <p:stCondLst>
                                    <p:cond delay="720"/>
                                  </p:stCondLst>
                                  <p:childTnLst>
                                    <p:animRot by="142260">
                                      <p:cBhvr>
                                        <p:cTn id="414" dur="12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415" presetID="0" presetClass="path" presetSubtype="0" fill="hold" grpId="12" nodeType="withEffect">
                                  <p:stCondLst>
                                    <p:cond delay="720"/>
                                  </p:stCondLst>
                                  <p:childTnLst>
                                    <p:animMotion origin="layout" path="M 0.061138 -0.003926 L 0.071017 -0.010421 E" pathEditMode="relative" rAng="0" ptsTypes="AA">
                                      <p:cBhvr>
                                        <p:cTn id="416" dur="12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417" presetID="8" presetClass="emph" presetSubtype="0" fill="hold" grpId="13" nodeType="withEffect">
                                  <p:stCondLst>
                                    <p:cond delay="720"/>
                                  </p:stCondLst>
                                  <p:childTnLst>
                                    <p:animRot by="142260">
                                      <p:cBhvr>
                                        <p:cTn id="418" dur="12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419" presetID="0" presetClass="path" presetSubtype="0" fill="hold" grpId="8" nodeType="withEffect">
                                  <p:stCondLst>
                                    <p:cond delay="720"/>
                                  </p:stCondLst>
                                  <p:childTnLst>
                                    <p:animMotion origin="layout" path="M 0.059432 -0.016875 L 0.070098 -0.027821 E" pathEditMode="relative" rAng="0" ptsTypes="AA">
                                      <p:cBhvr>
                                        <p:cTn id="420" dur="12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421" presetID="8" presetClass="emph" presetSubtype="0" fill="hold" grpId="9" nodeType="withEffect">
                                  <p:stCondLst>
                                    <p:cond delay="720"/>
                                  </p:stCondLst>
                                  <p:childTnLst>
                                    <p:animRot by="398160">
                                      <p:cBhvr>
                                        <p:cTn id="422" dur="12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423" presetID="0" presetClass="path" presetSubtype="0" fill="hold" grpId="11" nodeType="withEffect">
                                  <p:stCondLst>
                                    <p:cond delay="720"/>
                                  </p:stCondLst>
                                  <p:childTnLst>
                                    <p:animMotion origin="layout" path="M 0.057717 0 L 0.068589 0 E" pathEditMode="relative" rAng="0" ptsTypes="AA">
                                      <p:cBhvr>
                                        <p:cTn id="424" dur="12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425" presetID="6" presetClass="emph" presetSubtype="0" fill="hold" grpId="12" nodeType="withEffect">
                                  <p:stCondLst>
                                    <p:cond delay="720"/>
                                  </p:stCondLst>
                                  <p:childTnLst>
                                    <p:animScale>
                                      <p:cBhvr>
                                        <p:cTn id="426" dur="120" fill="hold"/>
                                        <p:tgtEl>
                                          <p:spTgt spid="18"/>
                                        </p:tgtEl>
                                      </p:cBhvr>
                                      <p:by x="94200" y="94200"/>
                                    </p:animScale>
                                  </p:childTnLst>
                                </p:cTn>
                              </p:par>
                              <p:par>
                                <p:cTn id="427" presetID="0" presetClass="path" presetSubtype="0" fill="hold" grpId="8" nodeType="withEffect">
                                  <p:stCondLst>
                                    <p:cond delay="720"/>
                                  </p:stCondLst>
                                  <p:childTnLst>
                                    <p:animMotion origin="layout" path="M 0.04913 -0.005737 L 0.05607 -0.015489 E" pathEditMode="relative" rAng="0" ptsTypes="AA">
                                      <p:cBhvr>
                                        <p:cTn id="428" dur="12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429" presetID="8" presetClass="emph" presetSubtype="0" fill="hold" grpId="9" nodeType="withEffect">
                                  <p:stCondLst>
                                    <p:cond delay="720"/>
                                  </p:stCondLst>
                                  <p:childTnLst>
                                    <p:animRot by="683400">
                                      <p:cBhvr>
                                        <p:cTn id="430" dur="12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431" presetID="0" presetClass="path" presetSubtype="0" fill="hold" grpId="8" nodeType="withEffect">
                                  <p:stCondLst>
                                    <p:cond delay="720"/>
                                  </p:stCondLst>
                                  <p:childTnLst>
                                    <p:animMotion origin="layout" path="M 0.034148 -0.009645 L 0.030621 -0.027259 E" pathEditMode="relative" rAng="0" ptsTypes="AA">
                                      <p:cBhvr>
                                        <p:cTn id="432" dur="12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433" presetID="8" presetClass="emph" presetSubtype="0" fill="hold" grpId="9" nodeType="withEffect">
                                  <p:stCondLst>
                                    <p:cond delay="720"/>
                                  </p:stCondLst>
                                  <p:childTnLst>
                                    <p:animRot by="817620">
                                      <p:cBhvr>
                                        <p:cTn id="434" dur="12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435" presetID="0" presetClass="path" presetSubtype="0" fill="hold" grpId="8" nodeType="withEffect">
                                  <p:stCondLst>
                                    <p:cond delay="720"/>
                                  </p:stCondLst>
                                  <p:childTnLst>
                                    <p:animMotion origin="layout" path="M 0.023441 -0.008384 L 0.013841 -0.029618 E" pathEditMode="relative" rAng="0" ptsTypes="AA">
                                      <p:cBhvr>
                                        <p:cTn id="436" dur="12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437" presetID="8" presetClass="emph" presetSubtype="0" fill="hold" grpId="9" nodeType="withEffect">
                                  <p:stCondLst>
                                    <p:cond delay="720"/>
                                  </p:stCondLst>
                                  <p:childTnLst>
                                    <p:animRot by="486180">
                                      <p:cBhvr>
                                        <p:cTn id="438" dur="12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439" presetID="0" presetClass="path" presetSubtype="0" fill="hold" grpId="8" nodeType="withEffect">
                                  <p:stCondLst>
                                    <p:cond delay="720"/>
                                  </p:stCondLst>
                                  <p:childTnLst>
                                    <p:animMotion origin="layout" path="M 0.017582 -0.010038 L 0.006695 -0.032193 E" pathEditMode="relative" rAng="0" ptsTypes="AA">
                                      <p:cBhvr>
                                        <p:cTn id="440" dur="12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441" presetID="8" presetClass="emph" presetSubtype="0" fill="hold" grpId="9" nodeType="withEffect">
                                  <p:stCondLst>
                                    <p:cond delay="720"/>
                                  </p:stCondLst>
                                  <p:childTnLst>
                                    <p:animRot by="486180">
                                      <p:cBhvr>
                                        <p:cTn id="442" dur="12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443" presetID="0" presetClass="path" presetSubtype="0" fill="hold" grpId="8" nodeType="withEffect">
                                  <p:stCondLst>
                                    <p:cond delay="720"/>
                                  </p:stCondLst>
                                  <p:childTnLst>
                                    <p:animMotion origin="layout" path="M 0.065649 -0.007971 L 0.081952 -0.019537 E" pathEditMode="relative" rAng="0" ptsTypes="AA">
                                      <p:cBhvr>
                                        <p:cTn id="444" dur="12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445" presetID="8" presetClass="emph" presetSubtype="0" fill="hold" grpId="9" nodeType="withEffect">
                                  <p:stCondLst>
                                    <p:cond delay="720"/>
                                  </p:stCondLst>
                                  <p:childTnLst>
                                    <p:animRot by="-755220">
                                      <p:cBhvr>
                                        <p:cTn id="446" dur="12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447" presetID="0" presetClass="path" presetSubtype="0" fill="hold" grpId="8" nodeType="withEffect">
                                  <p:stCondLst>
                                    <p:cond delay="720"/>
                                  </p:stCondLst>
                                  <p:childTnLst>
                                    <p:animMotion origin="layout" path="M 0.086554 -0.015037 L 0.10445 -0.029872 E" pathEditMode="relative" rAng="0" ptsTypes="AA">
                                      <p:cBhvr>
                                        <p:cTn id="448" dur="12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449" presetID="8" presetClass="emph" presetSubtype="0" fill="hold" grpId="9" nodeType="withEffect">
                                  <p:stCondLst>
                                    <p:cond delay="720"/>
                                  </p:stCondLst>
                                  <p:childTnLst>
                                    <p:animRot by="633720">
                                      <p:cBhvr>
                                        <p:cTn id="450" dur="12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451" presetID="0" presetClass="path" presetSubtype="0" fill="hold" grpId="8" nodeType="withEffect">
                                  <p:stCondLst>
                                    <p:cond delay="720"/>
                                  </p:stCondLst>
                                  <p:childTnLst>
                                    <p:animMotion origin="layout" path="M 0.097537 -0.024488 L 0.110663 -0.033924 E" pathEditMode="relative" rAng="0" ptsTypes="AA">
                                      <p:cBhvr>
                                        <p:cTn id="452" dur="12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453" presetID="8" presetClass="emph" presetSubtype="0" fill="hold" grpId="9" nodeType="withEffect">
                                  <p:stCondLst>
                                    <p:cond delay="720"/>
                                  </p:stCondLst>
                                  <p:childTnLst>
                                    <p:animRot by="965160">
                                      <p:cBhvr>
                                        <p:cTn id="454" dur="12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455" presetID="0" presetClass="path" presetSubtype="0" fill="hold" grpId="8" nodeType="withEffect">
                                  <p:stCondLst>
                                    <p:cond delay="720"/>
                                  </p:stCondLst>
                                  <p:childTnLst>
                                    <p:animMotion origin="layout" path="M 0.065158 -0.005491 L 0.080482 -0.015867 E" pathEditMode="relative" rAng="0" ptsTypes="AA">
                                      <p:cBhvr>
                                        <p:cTn id="456" dur="12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457" presetID="8" presetClass="emph" presetSubtype="0" fill="hold" grpId="9" nodeType="withEffect">
                                  <p:stCondLst>
                                    <p:cond delay="720"/>
                                  </p:stCondLst>
                                  <p:childTnLst>
                                    <p:animRot by="-835680">
                                      <p:cBhvr>
                                        <p:cTn id="458" dur="12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459" presetID="0" presetClass="path" presetSubtype="0" fill="hold" grpId="8" nodeType="withEffect">
                                  <p:stCondLst>
                                    <p:cond delay="720"/>
                                  </p:stCondLst>
                                  <p:childTnLst>
                                    <p:animMotion origin="layout" path="M 0.084932 -0.016112 L 0.110778 -0.043872 E" pathEditMode="relative" rAng="0" ptsTypes="AA">
                                      <p:cBhvr>
                                        <p:cTn id="460" dur="12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461" presetID="8" presetClass="emph" presetSubtype="0" fill="hold" grpId="9" nodeType="withEffect">
                                  <p:stCondLst>
                                    <p:cond delay="720"/>
                                  </p:stCondLst>
                                  <p:childTnLst>
                                    <p:animRot by="-1600740">
                                      <p:cBhvr>
                                        <p:cTn id="462" dur="12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463" presetID="0" presetClass="path" presetSubtype="0" fill="hold" grpId="8" nodeType="withEffect">
                                  <p:stCondLst>
                                    <p:cond delay="720"/>
                                  </p:stCondLst>
                                  <p:childTnLst>
                                    <p:animMotion origin="layout" path="M 0.05263 -0.005894 L 0.060681 -0.014196 E" pathEditMode="relative" rAng="0" ptsTypes="AA">
                                      <p:cBhvr>
                                        <p:cTn id="464" dur="12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465" presetID="8" presetClass="emph" presetSubtype="0" fill="hold" grpId="9" nodeType="withEffect">
                                  <p:stCondLst>
                                    <p:cond delay="720"/>
                                  </p:stCondLst>
                                  <p:childTnLst>
                                    <p:animRot by="384900">
                                      <p:cBhvr>
                                        <p:cTn id="466" dur="12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467" presetID="0" presetClass="path" presetSubtype="0" fill="hold" grpId="8" nodeType="withEffect">
                                  <p:stCondLst>
                                    <p:cond delay="720"/>
                                  </p:stCondLst>
                                  <p:childTnLst>
                                    <p:animMotion origin="layout" path="M 0.044856 -0.007812 L 0.048237 -0.018128 E" pathEditMode="relative" rAng="0" ptsTypes="AA">
                                      <p:cBhvr>
                                        <p:cTn id="468" dur="12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469" presetID="8" presetClass="emph" presetSubtype="0" fill="hold" grpId="9" nodeType="withEffect">
                                  <p:stCondLst>
                                    <p:cond delay="720"/>
                                  </p:stCondLst>
                                  <p:childTnLst>
                                    <p:animRot by="384900">
                                      <p:cBhvr>
                                        <p:cTn id="470" dur="12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471" presetID="0" presetClass="path" presetSubtype="0" fill="hold" grpId="8" nodeType="withEffect">
                                  <p:stCondLst>
                                    <p:cond delay="720"/>
                                  </p:stCondLst>
                                  <p:childTnLst>
                                    <p:animMotion origin="layout" path="M 0.04371 -0.008024 L 0.044131 -0.019232 E" pathEditMode="relative" rAng="0" ptsTypes="AA">
                                      <p:cBhvr>
                                        <p:cTn id="472" dur="12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473" presetID="8" presetClass="emph" presetSubtype="0" fill="hold" grpId="9" nodeType="withEffect">
                                  <p:stCondLst>
                                    <p:cond delay="720"/>
                                  </p:stCondLst>
                                  <p:childTnLst>
                                    <p:animRot by="130800">
                                      <p:cBhvr>
                                        <p:cTn id="474" dur="12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475" presetID="0" presetClass="path" presetSubtype="0" fill="hold" grpId="8" nodeType="withEffect">
                                  <p:stCondLst>
                                    <p:cond delay="720"/>
                                  </p:stCondLst>
                                  <p:childTnLst>
                                    <p:animMotion origin="layout" path="M 0.043986 -0.008022 L 0.045286 -0.019203 E" pathEditMode="relative" rAng="0" ptsTypes="AA">
                                      <p:cBhvr>
                                        <p:cTn id="476" dur="12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477" presetID="8" presetClass="emph" presetSubtype="0" fill="hold" grpId="9" nodeType="withEffect">
                                  <p:stCondLst>
                                    <p:cond delay="720"/>
                                  </p:stCondLst>
                                  <p:childTnLst>
                                    <p:animRot by="130800">
                                      <p:cBhvr>
                                        <p:cTn id="478" dur="12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479" presetID="0" presetClass="path" presetSubtype="0" fill="hold" grpId="14" nodeType="withEffect">
                                  <p:stCondLst>
                                    <p:cond delay="840"/>
                                  </p:stCondLst>
                                  <p:childTnLst>
                                    <p:animMotion origin="layout" path="M 0.068589 -0.010854 L 0.081411 -0.010854 E" pathEditMode="relative" rAng="0" ptsTypes="AA">
                                      <p:cBhvr>
                                        <p:cTn id="480" dur="12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481" presetID="8" presetClass="emph" presetSubtype="0" fill="hold" grpId="15" nodeType="withEffect">
                                  <p:stCondLst>
                                    <p:cond delay="840"/>
                                  </p:stCondLst>
                                  <p:childTnLst>
                                    <p:animRot by="-25200">
                                      <p:cBhvr>
                                        <p:cTn id="482" dur="12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483" presetID="0" presetClass="path" presetSubtype="0" fill="hold" grpId="14" nodeType="withEffect">
                                  <p:stCondLst>
                                    <p:cond delay="840"/>
                                  </p:stCondLst>
                                  <p:childTnLst>
                                    <p:animMotion origin="layout" path="M 0.070654 -0.010819 L 0.083034 -0.010832 E" pathEditMode="relative" rAng="0" ptsTypes="AA">
                                      <p:cBhvr>
                                        <p:cTn id="484" dur="12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485" presetID="8" presetClass="emph" presetSubtype="0" fill="hold" grpId="15" nodeType="withEffect">
                                  <p:stCondLst>
                                    <p:cond delay="840"/>
                                  </p:stCondLst>
                                  <p:childTnLst>
                                    <p:animRot by="-25200">
                                      <p:cBhvr>
                                        <p:cTn id="486" dur="12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487" presetID="0" presetClass="path" presetSubtype="0" fill="hold" grpId="14" nodeType="withEffect">
                                  <p:stCondLst>
                                    <p:cond delay="840"/>
                                  </p:stCondLst>
                                  <p:childTnLst>
                                    <p:animMotion origin="layout" path="M 0.067821 -0.010867 L 0.080807 -0.010862 E" pathEditMode="relative" rAng="0" ptsTypes="AA">
                                      <p:cBhvr>
                                        <p:cTn id="488" dur="12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489" presetID="8" presetClass="emph" presetSubtype="0" fill="hold" grpId="15" nodeType="withEffect">
                                  <p:stCondLst>
                                    <p:cond delay="840"/>
                                  </p:stCondLst>
                                  <p:childTnLst>
                                    <p:animRot by="-25200">
                                      <p:cBhvr>
                                        <p:cTn id="490" dur="12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491" presetID="0" presetClass="path" presetSubtype="0" fill="hold" grpId="14" nodeType="withEffect">
                                  <p:stCondLst>
                                    <p:cond delay="840"/>
                                  </p:stCondLst>
                                  <p:childTnLst>
                                    <p:animMotion origin="layout" path="M 0.070884 -0.010784 L 0.083215 -0.010811 E" pathEditMode="relative" rAng="0" ptsTypes="AA">
                                      <p:cBhvr>
                                        <p:cTn id="492" dur="12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493" presetID="8" presetClass="emph" presetSubtype="0" fill="hold" grpId="15" nodeType="withEffect">
                                  <p:stCondLst>
                                    <p:cond delay="840"/>
                                  </p:stCondLst>
                                  <p:childTnLst>
                                    <p:animRot by="-11340">
                                      <p:cBhvr>
                                        <p:cTn id="494" dur="12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495" presetID="0" presetClass="path" presetSubtype="0" fill="hold" grpId="14" nodeType="withEffect">
                                  <p:stCondLst>
                                    <p:cond delay="840"/>
                                  </p:stCondLst>
                                  <p:childTnLst>
                                    <p:animMotion origin="layout" path="M 0.071807 -0.010761 L 0.084078 -0.01079 E" pathEditMode="relative" rAng="0" ptsTypes="AA">
                                      <p:cBhvr>
                                        <p:cTn id="496" dur="12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497" presetID="8" presetClass="emph" presetSubtype="0" fill="hold" grpId="15" nodeType="withEffect">
                                  <p:stCondLst>
                                    <p:cond delay="840"/>
                                  </p:stCondLst>
                                  <p:childTnLst>
                                    <p:animRot by="-11340">
                                      <p:cBhvr>
                                        <p:cTn id="498" dur="12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499" presetID="0" presetClass="path" presetSubtype="0" fill="hold" grpId="14" nodeType="withEffect">
                                  <p:stCondLst>
                                    <p:cond delay="840"/>
                                  </p:stCondLst>
                                  <p:childTnLst>
                                    <p:animMotion origin="layout" path="M 0.071017 -0.010421 L 0.08334 -0.010472 E" pathEditMode="relative" rAng="0" ptsTypes="AA">
                                      <p:cBhvr>
                                        <p:cTn id="500" dur="12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501" presetID="8" presetClass="emph" presetSubtype="0" fill="hold" grpId="15" nodeType="withEffect">
                                  <p:stCondLst>
                                    <p:cond delay="840"/>
                                  </p:stCondLst>
                                  <p:childTnLst>
                                    <p:animRot by="-11340">
                                      <p:cBhvr>
                                        <p:cTn id="502" dur="12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503" presetID="0" presetClass="path" presetSubtype="0" fill="hold" grpId="10" nodeType="withEffect">
                                  <p:stCondLst>
                                    <p:cond delay="840"/>
                                  </p:stCondLst>
                                  <p:childTnLst>
                                    <p:animMotion origin="layout" path="M 0.070098 -0.027821 L 0.082045 -0.018673 E" pathEditMode="relative" rAng="0" ptsTypes="AA">
                                      <p:cBhvr>
                                        <p:cTn id="504" dur="12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505" presetID="8" presetClass="emph" presetSubtype="0" fill="hold" grpId="11" nodeType="withEffect">
                                  <p:stCondLst>
                                    <p:cond delay="840"/>
                                  </p:stCondLst>
                                  <p:childTnLst>
                                    <p:animRot by="-809220">
                                      <p:cBhvr>
                                        <p:cTn id="506" dur="12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507" presetID="0" presetClass="path" presetSubtype="0" fill="hold" grpId="13" nodeType="withEffect">
                                  <p:stCondLst>
                                    <p:cond delay="840"/>
                                  </p:stCondLst>
                                  <p:childTnLst>
                                    <p:animMotion origin="layout" path="M 0.068589 0 L 0.081411 0 E" pathEditMode="relative" rAng="0" ptsTypes="AA">
                                      <p:cBhvr>
                                        <p:cTn id="508" dur="12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509" presetID="0" presetClass="path" presetSubtype="0" fill="hold" grpId="10" nodeType="withEffect">
                                  <p:stCondLst>
                                    <p:cond delay="840"/>
                                  </p:stCondLst>
                                  <p:childTnLst>
                                    <p:animMotion origin="layout" path="M 0.05607 -0.015489 L 0.066769 -0.017923 E" pathEditMode="relative" rAng="0" ptsTypes="AA">
                                      <p:cBhvr>
                                        <p:cTn id="510" dur="12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511" presetID="8" presetClass="emph" presetSubtype="0" fill="hold" grpId="11" nodeType="withEffect">
                                  <p:stCondLst>
                                    <p:cond delay="840"/>
                                  </p:stCondLst>
                                  <p:childTnLst>
                                    <p:animRot by="385860">
                                      <p:cBhvr>
                                        <p:cTn id="512" dur="12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513" presetID="0" presetClass="path" presetSubtype="0" fill="hold" grpId="10" nodeType="withEffect">
                                  <p:stCondLst>
                                    <p:cond delay="840"/>
                                  </p:stCondLst>
                                  <p:childTnLst>
                                    <p:animMotion origin="layout" path="M 0.030621 -0.027259 L 0.036311 -0.035278 E" pathEditMode="relative" rAng="0" ptsTypes="AA">
                                      <p:cBhvr>
                                        <p:cTn id="514" dur="12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515" presetID="8" presetClass="emph" presetSubtype="0" fill="hold" grpId="11" nodeType="withEffect">
                                  <p:stCondLst>
                                    <p:cond delay="840"/>
                                  </p:stCondLst>
                                  <p:childTnLst>
                                    <p:animRot by="385920">
                                      <p:cBhvr>
                                        <p:cTn id="516" dur="12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517" presetID="0" presetClass="path" presetSubtype="0" fill="hold" grpId="10" nodeType="withEffect">
                                  <p:stCondLst>
                                    <p:cond delay="840"/>
                                  </p:stCondLst>
                                  <p:childTnLst>
                                    <p:animMotion origin="layout" path="M 0.013841 -0.029618 L 0.017527 -0.040182 E" pathEditMode="relative" rAng="0" ptsTypes="AA">
                                      <p:cBhvr>
                                        <p:cTn id="518" dur="12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519" presetID="8" presetClass="emph" presetSubtype="0" fill="hold" grpId="11" nodeType="withEffect">
                                  <p:stCondLst>
                                    <p:cond delay="840"/>
                                  </p:stCondLst>
                                  <p:childTnLst>
                                    <p:animRot by="-117120">
                                      <p:cBhvr>
                                        <p:cTn id="520" dur="12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521" presetID="0" presetClass="path" presetSubtype="0" fill="hold" grpId="10" nodeType="withEffect">
                                  <p:stCondLst>
                                    <p:cond delay="840"/>
                                  </p:stCondLst>
                                  <p:childTnLst>
                                    <p:animMotion origin="layout" path="M 0.006695 -0.032193 L 0.010679 -0.042519 E" pathEditMode="relative" rAng="0" ptsTypes="AA">
                                      <p:cBhvr>
                                        <p:cTn id="522" dur="12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523" presetID="8" presetClass="emph" presetSubtype="0" fill="hold" grpId="11" nodeType="withEffect">
                                  <p:stCondLst>
                                    <p:cond delay="840"/>
                                  </p:stCondLst>
                                  <p:childTnLst>
                                    <p:animRot by="-117120">
                                      <p:cBhvr>
                                        <p:cTn id="524" dur="12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525" presetID="0" presetClass="path" presetSubtype="0" fill="hold" grpId="10" nodeType="withEffect">
                                  <p:stCondLst>
                                    <p:cond delay="840"/>
                                  </p:stCondLst>
                                  <p:childTnLst>
                                    <p:animMotion origin="layout" path="M 0.081952 -0.019537 L 0.092746 -0.016802 E" pathEditMode="relative" rAng="0" ptsTypes="AA">
                                      <p:cBhvr>
                                        <p:cTn id="526" dur="12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527" presetID="8" presetClass="emph" presetSubtype="0" fill="hold" grpId="11" nodeType="withEffect">
                                  <p:stCondLst>
                                    <p:cond delay="840"/>
                                  </p:stCondLst>
                                  <p:childTnLst>
                                    <p:animRot by="385920">
                                      <p:cBhvr>
                                        <p:cTn id="528" dur="12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529" presetID="0" presetClass="path" presetSubtype="0" fill="hold" grpId="10" nodeType="withEffect">
                                  <p:stCondLst>
                                    <p:cond delay="840"/>
                                  </p:stCondLst>
                                  <p:childTnLst>
                                    <p:animMotion origin="layout" path="M 0.10445 -0.029872 L 0.102666 -0.024102 E" pathEditMode="relative" rAng="0" ptsTypes="AA">
                                      <p:cBhvr>
                                        <p:cTn id="530" dur="12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531" presetID="8" presetClass="emph" presetSubtype="0" fill="hold" grpId="11" nodeType="withEffect">
                                  <p:stCondLst>
                                    <p:cond delay="840"/>
                                  </p:stCondLst>
                                  <p:childTnLst>
                                    <p:animRot by="1454100">
                                      <p:cBhvr>
                                        <p:cTn id="532" dur="12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533" presetID="0" presetClass="path" presetSubtype="0" fill="hold" grpId="10" nodeType="withEffect">
                                  <p:stCondLst>
                                    <p:cond delay="840"/>
                                  </p:stCondLst>
                                  <p:childTnLst>
                                    <p:animMotion origin="layout" path="M 0.110663 -0.033924 L 0.096418 -0.023387 E" pathEditMode="relative" rAng="0" ptsTypes="AA">
                                      <p:cBhvr>
                                        <p:cTn id="534" dur="12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535" presetID="8" presetClass="emph" presetSubtype="0" fill="hold" grpId="11" nodeType="withEffect">
                                  <p:stCondLst>
                                    <p:cond delay="840"/>
                                  </p:stCondLst>
                                  <p:childTnLst>
                                    <p:animRot by="1957140">
                                      <p:cBhvr>
                                        <p:cTn id="536" dur="12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537" presetID="0" presetClass="path" presetSubtype="0" fill="hold" grpId="10" nodeType="withEffect">
                                  <p:stCondLst>
                                    <p:cond delay="840"/>
                                  </p:stCondLst>
                                  <p:childTnLst>
                                    <p:animMotion origin="layout" path="M 0.080482 -0.015867 L 0.093078 -0.01588 E" pathEditMode="relative" rAng="0" ptsTypes="AA">
                                      <p:cBhvr>
                                        <p:cTn id="538" dur="12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539" presetID="0" presetClass="path" presetSubtype="0" fill="hold" grpId="10" nodeType="withEffect">
                                  <p:stCondLst>
                                    <p:cond delay="840"/>
                                  </p:stCondLst>
                                  <p:childTnLst>
                                    <p:animMotion origin="layout" path="M 0.110778 -0.043872 L 0.123784 -0.045936 E" pathEditMode="relative" rAng="0" ptsTypes="AA">
                                      <p:cBhvr>
                                        <p:cTn id="540" dur="12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541" presetID="8" presetClass="emph" presetSubtype="0" fill="hold" grpId="11" nodeType="withEffect">
                                  <p:stCondLst>
                                    <p:cond delay="840"/>
                                  </p:stCondLst>
                                  <p:childTnLst>
                                    <p:animRot by="-206280">
                                      <p:cBhvr>
                                        <p:cTn id="542" dur="12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543" presetID="0" presetClass="path" presetSubtype="0" fill="hold" grpId="10" nodeType="withEffect">
                                  <p:stCondLst>
                                    <p:cond delay="840"/>
                                  </p:stCondLst>
                                  <p:childTnLst>
                                    <p:animMotion origin="layout" path="M 0.060681 -0.014196 L 0.073278 -0.014208 E" pathEditMode="relative" rAng="0" ptsTypes="AA">
                                      <p:cBhvr>
                                        <p:cTn id="544" dur="12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545" presetID="0" presetClass="path" presetSubtype="0" fill="hold" grpId="10" nodeType="withEffect">
                                  <p:stCondLst>
                                    <p:cond delay="840"/>
                                  </p:stCondLst>
                                  <p:childTnLst>
                                    <p:animMotion origin="layout" path="M 0.048237 -0.018128 L 0.060834 -0.01814 E" pathEditMode="relative" rAng="0" ptsTypes="AA">
                                      <p:cBhvr>
                                        <p:cTn id="546" dur="12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547" presetID="0" presetClass="path" presetSubtype="0" fill="hold" grpId="10" nodeType="withEffect">
                                  <p:stCondLst>
                                    <p:cond delay="840"/>
                                  </p:stCondLst>
                                  <p:childTnLst>
                                    <p:animMotion origin="layout" path="M 0.044131 -0.019232 L 0.056967 -0.019411 E" pathEditMode="relative" rAng="0" ptsTypes="AA">
                                      <p:cBhvr>
                                        <p:cTn id="548" dur="12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549" presetID="8" presetClass="emph" presetSubtype="0" fill="hold" grpId="11" nodeType="withEffect">
                                  <p:stCondLst>
                                    <p:cond delay="840"/>
                                  </p:stCondLst>
                                  <p:childTnLst>
                                    <p:animRot by="-115500">
                                      <p:cBhvr>
                                        <p:cTn id="550" dur="12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551" presetID="0" presetClass="path" presetSubtype="0" fill="hold" grpId="10" nodeType="withEffect">
                                  <p:stCondLst>
                                    <p:cond delay="840"/>
                                  </p:stCondLst>
                                  <p:childTnLst>
                                    <p:animMotion origin="layout" path="M 0.045286 -0.019203 L 0.057347 -0.019408 E" pathEditMode="relative" rAng="0" ptsTypes="AA">
                                      <p:cBhvr>
                                        <p:cTn id="552" dur="12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553" presetID="8" presetClass="emph" presetSubtype="0" fill="hold" grpId="11" nodeType="withEffect">
                                  <p:stCondLst>
                                    <p:cond delay="840"/>
                                  </p:stCondLst>
                                  <p:childTnLst>
                                    <p:animRot by="-115500">
                                      <p:cBhvr>
                                        <p:cTn id="554" dur="12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555" presetID="0" presetClass="path" presetSubtype="0" fill="hold" grpId="16" nodeType="withEffect">
                                  <p:stCondLst>
                                    <p:cond delay="960"/>
                                  </p:stCondLst>
                                  <p:childTnLst>
                                    <p:animMotion origin="layout" path="M 0.081411 -0.010854 L 0.092283 -0.004146 E" pathEditMode="relative" rAng="0" ptsTypes="AA">
                                      <p:cBhvr>
                                        <p:cTn id="556" dur="12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557" presetID="8" presetClass="emph" presetSubtype="0" fill="hold" grpId="17" nodeType="withEffect">
                                  <p:stCondLst>
                                    <p:cond delay="960"/>
                                  </p:stCondLst>
                                  <p:childTnLst>
                                    <p:animRot by="7920">
                                      <p:cBhvr>
                                        <p:cTn id="558" dur="12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559" presetID="0" presetClass="path" presetSubtype="0" fill="hold" grpId="16" nodeType="withEffect">
                                  <p:stCondLst>
                                    <p:cond delay="960"/>
                                  </p:stCondLst>
                                  <p:childTnLst>
                                    <p:animMotion origin="layout" path="M 0.083034 -0.010832 L 0.094044 -0.00412 E" pathEditMode="relative" rAng="0" ptsTypes="AA">
                                      <p:cBhvr>
                                        <p:cTn id="560" dur="12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561" presetID="8" presetClass="emph" presetSubtype="0" fill="hold" grpId="17" nodeType="withEffect">
                                  <p:stCondLst>
                                    <p:cond delay="960"/>
                                  </p:stCondLst>
                                  <p:childTnLst>
                                    <p:animRot by="7920">
                                      <p:cBhvr>
                                        <p:cTn id="562" dur="12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563" presetID="0" presetClass="path" presetSubtype="0" fill="hold" grpId="16" nodeType="withEffect">
                                  <p:stCondLst>
                                    <p:cond delay="960"/>
                                  </p:stCondLst>
                                  <p:childTnLst>
                                    <p:animMotion origin="layout" path="M 0.080807 -0.010862 L 0.091627 -0.004155 E" pathEditMode="relative" rAng="0" ptsTypes="AA">
                                      <p:cBhvr>
                                        <p:cTn id="564" dur="12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565" presetID="8" presetClass="emph" presetSubtype="0" fill="hold" grpId="17" nodeType="withEffect">
                                  <p:stCondLst>
                                    <p:cond delay="960"/>
                                  </p:stCondLst>
                                  <p:childTnLst>
                                    <p:animRot by="7920">
                                      <p:cBhvr>
                                        <p:cTn id="566" dur="12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567" presetID="0" presetClass="path" presetSubtype="0" fill="hold" grpId="16" nodeType="withEffect">
                                  <p:stCondLst>
                                    <p:cond delay="960"/>
                                  </p:stCondLst>
                                  <p:childTnLst>
                                    <p:animMotion origin="layout" path="M 0.083215 -0.010811 L 0.094241 -0.004095 E" pathEditMode="relative" rAng="0" ptsTypes="AA">
                                      <p:cBhvr>
                                        <p:cTn id="568" dur="12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569" presetID="8" presetClass="emph" presetSubtype="0" fill="hold" grpId="17" nodeType="withEffect">
                                  <p:stCondLst>
                                    <p:cond delay="960"/>
                                  </p:stCondLst>
                                  <p:childTnLst>
                                    <p:animRot by="-164160">
                                      <p:cBhvr>
                                        <p:cTn id="570" dur="12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571" presetID="0" presetClass="path" presetSubtype="0" fill="hold" grpId="16" nodeType="withEffect">
                                  <p:stCondLst>
                                    <p:cond delay="960"/>
                                  </p:stCondLst>
                                  <p:childTnLst>
                                    <p:animMotion origin="layout" path="M 0.084078 -0.01079 L 0.094235 -0.004095 E" pathEditMode="relative" rAng="0" ptsTypes="AA">
                                      <p:cBhvr>
                                        <p:cTn id="572" dur="12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573" presetID="8" presetClass="emph" presetSubtype="0" fill="hold" grpId="17" nodeType="withEffect">
                                  <p:stCondLst>
                                    <p:cond delay="960"/>
                                  </p:stCondLst>
                                  <p:childTnLst>
                                    <p:animRot by="-164160">
                                      <p:cBhvr>
                                        <p:cTn id="574" dur="12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575" presetID="0" presetClass="path" presetSubtype="0" fill="hold" grpId="16" nodeType="withEffect">
                                  <p:stCondLst>
                                    <p:cond delay="960"/>
                                  </p:stCondLst>
                                  <p:childTnLst>
                                    <p:animMotion origin="layout" path="M 0.08334 -0.010472 L 0.09424 -0.004097 E" pathEditMode="relative" rAng="0" ptsTypes="AA">
                                      <p:cBhvr>
                                        <p:cTn id="576" dur="12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577" presetID="8" presetClass="emph" presetSubtype="0" fill="hold" grpId="17" nodeType="withEffect">
                                  <p:stCondLst>
                                    <p:cond delay="960"/>
                                  </p:stCondLst>
                                  <p:childTnLst>
                                    <p:animRot by="-164160">
                                      <p:cBhvr>
                                        <p:cTn id="578" dur="12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579" presetID="0" presetClass="path" presetSubtype="0" fill="hold" grpId="12" nodeType="withEffect">
                                  <p:stCondLst>
                                    <p:cond delay="960"/>
                                  </p:stCondLst>
                                  <p:childTnLst>
                                    <p:animMotion origin="layout" path="M 0.082045 -0.018673 L 0.093763 -0.001967 E" pathEditMode="relative" rAng="0" ptsTypes="AA">
                                      <p:cBhvr>
                                        <p:cTn id="580" dur="12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581" presetID="8" presetClass="emph" presetSubtype="0" fill="hold" grpId="13" nodeType="withEffect">
                                  <p:stCondLst>
                                    <p:cond delay="960"/>
                                  </p:stCondLst>
                                  <p:childTnLst>
                                    <p:animRot by="-898260">
                                      <p:cBhvr>
                                        <p:cTn id="582" dur="12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583" presetID="0" presetClass="path" presetSubtype="0" fill="hold" grpId="14" nodeType="withEffect">
                                  <p:stCondLst>
                                    <p:cond delay="960"/>
                                  </p:stCondLst>
                                  <p:childTnLst>
                                    <p:animMotion origin="layout" path="M 0.081411 0 L 0.092283 0 E" pathEditMode="relative" rAng="0" ptsTypes="AA">
                                      <p:cBhvr>
                                        <p:cTn id="584" dur="12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585" presetID="6" presetClass="emph" presetSubtype="0" fill="hold" grpId="15" nodeType="withEffect">
                                  <p:stCondLst>
                                    <p:cond delay="960"/>
                                  </p:stCondLst>
                                  <p:childTnLst>
                                    <p:animScale>
                                      <p:cBhvr>
                                        <p:cTn id="586" dur="120" fill="hold"/>
                                        <p:tgtEl>
                                          <p:spTgt spid="18"/>
                                        </p:tgtEl>
                                      </p:cBhvr>
                                      <p:by x="106157" y="106157"/>
                                    </p:animScale>
                                  </p:childTnLst>
                                </p:cTn>
                              </p:par>
                              <p:par>
                                <p:cTn id="587" presetID="0" presetClass="path" presetSubtype="0" fill="hold" grpId="12" nodeType="withEffect">
                                  <p:stCondLst>
                                    <p:cond delay="960"/>
                                  </p:stCondLst>
                                  <p:childTnLst>
                                    <p:animMotion origin="layout" path="M 0.066769 -0.017923 L 0.080363 -0.008438 E" pathEditMode="relative" rAng="0" ptsTypes="AA">
                                      <p:cBhvr>
                                        <p:cTn id="588" dur="12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589" presetID="8" presetClass="emph" presetSubtype="0" fill="hold" grpId="13" nodeType="withEffect">
                                  <p:stCondLst>
                                    <p:cond delay="960"/>
                                  </p:stCondLst>
                                  <p:childTnLst>
                                    <p:animRot by="-444840">
                                      <p:cBhvr>
                                        <p:cTn id="590" dur="12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591" presetID="0" presetClass="path" presetSubtype="0" fill="hold" grpId="12" nodeType="withEffect">
                                  <p:stCondLst>
                                    <p:cond delay="960"/>
                                  </p:stCondLst>
                                  <p:childTnLst>
                                    <p:animMotion origin="layout" path="M 0.036311 -0.035278 L 0.056495 -0.018636 E" pathEditMode="relative" rAng="0" ptsTypes="AA">
                                      <p:cBhvr>
                                        <p:cTn id="592" dur="12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593" presetID="8" presetClass="emph" presetSubtype="0" fill="hold" grpId="13" nodeType="withEffect">
                                  <p:stCondLst>
                                    <p:cond delay="960"/>
                                  </p:stCondLst>
                                  <p:childTnLst>
                                    <p:animRot by="-579120">
                                      <p:cBhvr>
                                        <p:cTn id="594" dur="12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595" presetID="0" presetClass="path" presetSubtype="0" fill="hold" grpId="12" nodeType="withEffect">
                                  <p:stCondLst>
                                    <p:cond delay="960"/>
                                  </p:stCondLst>
                                  <p:childTnLst>
                                    <p:animMotion origin="layout" path="M 0.017527 -0.040182 L 0.043059 -0.020726 E" pathEditMode="relative" rAng="0" ptsTypes="AA">
                                      <p:cBhvr>
                                        <p:cTn id="596" dur="12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597" presetID="8" presetClass="emph" presetSubtype="0" fill="hold" grpId="13" nodeType="withEffect">
                                  <p:stCondLst>
                                    <p:cond delay="960"/>
                                  </p:stCondLst>
                                  <p:childTnLst>
                                    <p:animRot by="-1061520">
                                      <p:cBhvr>
                                        <p:cTn id="598" dur="12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599" presetID="0" presetClass="path" presetSubtype="0" fill="hold" grpId="12" nodeType="withEffect">
                                  <p:stCondLst>
                                    <p:cond delay="960"/>
                                  </p:stCondLst>
                                  <p:childTnLst>
                                    <p:animMotion origin="layout" path="M 0.010679 -0.042519 L 0.039229 -0.021401 E" pathEditMode="relative" rAng="0" ptsTypes="AA">
                                      <p:cBhvr>
                                        <p:cTn id="600" dur="12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601" presetID="8" presetClass="emph" presetSubtype="0" fill="hold" grpId="13" nodeType="withEffect">
                                  <p:stCondLst>
                                    <p:cond delay="960"/>
                                  </p:stCondLst>
                                  <p:childTnLst>
                                    <p:animRot by="-1061520">
                                      <p:cBhvr>
                                        <p:cTn id="602" dur="12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603" presetID="0" presetClass="path" presetSubtype="0" fill="hold" grpId="12" nodeType="withEffect">
                                  <p:stCondLst>
                                    <p:cond delay="960"/>
                                  </p:stCondLst>
                                  <p:childTnLst>
                                    <p:animMotion origin="layout" path="M 0.092746 -0.016802 L 0.096846 -0.005359 E" pathEditMode="relative" rAng="0" ptsTypes="AA">
                                      <p:cBhvr>
                                        <p:cTn id="604" dur="12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605" presetID="8" presetClass="emph" presetSubtype="0" fill="hold" grpId="13" nodeType="withEffect">
                                  <p:stCondLst>
                                    <p:cond delay="960"/>
                                  </p:stCondLst>
                                  <p:childTnLst>
                                    <p:animRot by="993660">
                                      <p:cBhvr>
                                        <p:cTn id="606" dur="12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607" presetID="0" presetClass="path" presetSubtype="0" fill="hold" grpId="12" nodeType="withEffect">
                                  <p:stCondLst>
                                    <p:cond delay="960"/>
                                  </p:stCondLst>
                                  <p:childTnLst>
                                    <p:animMotion origin="layout" path="M 0.102666 -0.024102 L 0.093532 -0.010682 E" pathEditMode="relative" rAng="0" ptsTypes="AA">
                                      <p:cBhvr>
                                        <p:cTn id="608" dur="12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609" presetID="8" presetClass="emph" presetSubtype="0" fill="hold" grpId="13" nodeType="withEffect">
                                  <p:stCondLst>
                                    <p:cond delay="960"/>
                                  </p:stCondLst>
                                  <p:childTnLst>
                                    <p:animRot by="824580">
                                      <p:cBhvr>
                                        <p:cTn id="610" dur="12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611" presetID="0" presetClass="path" presetSubtype="0" fill="hold" grpId="12" nodeType="withEffect">
                                  <p:stCondLst>
                                    <p:cond delay="960"/>
                                  </p:stCondLst>
                                  <p:childTnLst>
                                    <p:animMotion origin="layout" path="M 0.096418 -0.023387 L 0.079614 -0.011807 E" pathEditMode="relative" rAng="0" ptsTypes="AA">
                                      <p:cBhvr>
                                        <p:cTn id="612" dur="12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613" presetID="8" presetClass="emph" presetSubtype="0" fill="hold" grpId="13" nodeType="withEffect">
                                  <p:stCondLst>
                                    <p:cond delay="960"/>
                                  </p:stCondLst>
                                  <p:childTnLst>
                                    <p:animRot by="1306980">
                                      <p:cBhvr>
                                        <p:cTn id="614" dur="12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615" presetID="0" presetClass="path" presetSubtype="0" fill="hold" grpId="11" nodeType="withEffect">
                                  <p:stCondLst>
                                    <p:cond delay="960"/>
                                  </p:stCondLst>
                                  <p:childTnLst>
                                    <p:animMotion origin="layout" path="M 0.093078 -0.01588 L 0.099063 -0.005538 E" pathEditMode="relative" rAng="0" ptsTypes="AA">
                                      <p:cBhvr>
                                        <p:cTn id="616" dur="12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617" presetID="8" presetClass="emph" presetSubtype="0" fill="hold" grpId="12" nodeType="withEffect">
                                  <p:stCondLst>
                                    <p:cond delay="960"/>
                                  </p:stCondLst>
                                  <p:childTnLst>
                                    <p:animRot by="835680">
                                      <p:cBhvr>
                                        <p:cTn id="618" dur="12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619" presetID="0" presetClass="path" presetSubtype="0" fill="hold" grpId="12" nodeType="withEffect">
                                  <p:stCondLst>
                                    <p:cond delay="960"/>
                                  </p:stCondLst>
                                  <p:childTnLst>
                                    <p:animMotion origin="layout" path="M 0.123784 -0.045936 L 0.12104 -0.020293 E" pathEditMode="relative" rAng="0" ptsTypes="AA">
                                      <p:cBhvr>
                                        <p:cTn id="620" dur="12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621" presetID="8" presetClass="emph" presetSubtype="0" fill="hold" grpId="13" nodeType="withEffect">
                                  <p:stCondLst>
                                    <p:cond delay="960"/>
                                  </p:stCondLst>
                                  <p:childTnLst>
                                    <p:animRot by="1266960">
                                      <p:cBhvr>
                                        <p:cTn id="622" dur="12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623" presetID="0" presetClass="path" presetSubtype="0" fill="hold" grpId="11" nodeType="withEffect">
                                  <p:stCondLst>
                                    <p:cond delay="960"/>
                                  </p:stCondLst>
                                  <p:childTnLst>
                                    <p:animMotion origin="layout" path="M 0.073278 -0.014208 L 0.086535 -0.005941 E" pathEditMode="relative" rAng="0" ptsTypes="AA">
                                      <p:cBhvr>
                                        <p:cTn id="624" dur="12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625" presetID="8" presetClass="emph" presetSubtype="0" fill="hold" grpId="12" nodeType="withEffect">
                                  <p:stCondLst>
                                    <p:cond delay="960"/>
                                  </p:stCondLst>
                                  <p:childTnLst>
                                    <p:animRot by="-384900">
                                      <p:cBhvr>
                                        <p:cTn id="626" dur="12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627" presetID="0" presetClass="path" presetSubtype="0" fill="hold" grpId="11" nodeType="withEffect">
                                  <p:stCondLst>
                                    <p:cond delay="960"/>
                                  </p:stCondLst>
                                  <p:childTnLst>
                                    <p:animMotion origin="layout" path="M 0.060834 -0.01814 L 0.078761 -0.007859 E" pathEditMode="relative" rAng="0" ptsTypes="AA">
                                      <p:cBhvr>
                                        <p:cTn id="628" dur="12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629" presetID="8" presetClass="emph" presetSubtype="0" fill="hold" grpId="12" nodeType="withEffect">
                                  <p:stCondLst>
                                    <p:cond delay="960"/>
                                  </p:stCondLst>
                                  <p:childTnLst>
                                    <p:animRot by="-384900">
                                      <p:cBhvr>
                                        <p:cTn id="630" dur="12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631" presetID="0" presetClass="path" presetSubtype="0" fill="hold" grpId="12" nodeType="withEffect">
                                  <p:stCondLst>
                                    <p:cond delay="960"/>
                                  </p:stCondLst>
                                  <p:childTnLst>
                                    <p:animMotion origin="layout" path="M 0.056967 -0.019411 L 0.078226 -0.008579 E" pathEditMode="relative" rAng="0" ptsTypes="AA">
                                      <p:cBhvr>
                                        <p:cTn id="632" dur="12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633" presetID="8" presetClass="emph" presetSubtype="0" fill="hold" grpId="13" nodeType="withEffect">
                                  <p:stCondLst>
                                    <p:cond delay="960"/>
                                  </p:stCondLst>
                                  <p:childTnLst>
                                    <p:animRot by="-317760">
                                      <p:cBhvr>
                                        <p:cTn id="634" dur="12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635" presetID="0" presetClass="path" presetSubtype="0" fill="hold" grpId="12" nodeType="withEffect">
                                  <p:stCondLst>
                                    <p:cond delay="960"/>
                                  </p:stCondLst>
                                  <p:childTnLst>
                                    <p:animMotion origin="layout" path="M 0.057347 -0.019408 L 0.076472 -0.008512 E" pathEditMode="relative" rAng="0" ptsTypes="AA">
                                      <p:cBhvr>
                                        <p:cTn id="636" dur="12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637" presetID="8" presetClass="emph" presetSubtype="0" fill="hold" grpId="13" nodeType="withEffect">
                                  <p:stCondLst>
                                    <p:cond delay="960"/>
                                  </p:stCondLst>
                                  <p:childTnLst>
                                    <p:animRot by="-317760">
                                      <p:cBhvr>
                                        <p:cTn id="638" dur="12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639" presetID="0" presetClass="path" presetSubtype="0" fill="hold" grpId="18" nodeType="withEffect">
                                  <p:stCondLst>
                                    <p:cond delay="1080"/>
                                  </p:stCondLst>
                                  <p:childTnLst>
                                    <p:animMotion origin="layout" path="M 0.092283 -0.004146 L 0.1 0 E" pathEditMode="relative" rAng="0" ptsTypes="AA">
                                      <p:cBhvr>
                                        <p:cTn id="640" dur="12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641" presetID="8" presetClass="emph" presetSubtype="0" fill="hold" grpId="19" nodeType="withEffect">
                                  <p:stCondLst>
                                    <p:cond delay="1080"/>
                                  </p:stCondLst>
                                  <p:childTnLst>
                                    <p:animRot by="25380">
                                      <p:cBhvr>
                                        <p:cTn id="642" dur="12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643" presetID="0" presetClass="path" presetSubtype="0" fill="hold" grpId="18" nodeType="withEffect">
                                  <p:stCondLst>
                                    <p:cond delay="1080"/>
                                  </p:stCondLst>
                                  <p:childTnLst>
                                    <p:animMotion origin="layout" path="M 0.094044 -0.00412 L 0.102206 4e-05 E" pathEditMode="relative" rAng="0" ptsTypes="AA">
                                      <p:cBhvr>
                                        <p:cTn id="644" dur="12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645" presetID="8" presetClass="emph" presetSubtype="0" fill="hold" grpId="19" nodeType="withEffect">
                                  <p:stCondLst>
                                    <p:cond delay="1080"/>
                                  </p:stCondLst>
                                  <p:childTnLst>
                                    <p:animRot by="25380">
                                      <p:cBhvr>
                                        <p:cTn id="646" dur="12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647" presetID="0" presetClass="path" presetSubtype="0" fill="hold" grpId="18" nodeType="withEffect">
                                  <p:stCondLst>
                                    <p:cond delay="1080"/>
                                  </p:stCondLst>
                                  <p:childTnLst>
                                    <p:animMotion origin="layout" path="M 0.091627 -0.004155 L 0.099179 -1.5e-05 E" pathEditMode="relative" rAng="0" ptsTypes="AA">
                                      <p:cBhvr>
                                        <p:cTn id="648" dur="12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649" presetID="8" presetClass="emph" presetSubtype="0" fill="hold" grpId="19" nodeType="withEffect">
                                  <p:stCondLst>
                                    <p:cond delay="1080"/>
                                  </p:stCondLst>
                                  <p:childTnLst>
                                    <p:animRot by="25380">
                                      <p:cBhvr>
                                        <p:cTn id="650" dur="12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651" presetID="0" presetClass="path" presetSubtype="0" fill="hold" grpId="18" nodeType="withEffect">
                                  <p:stCondLst>
                                    <p:cond delay="1080"/>
                                  </p:stCondLst>
                                  <p:childTnLst>
                                    <p:animMotion origin="layout" path="M 0.094241 -0.004095 L 0.102453 8e-05 E" pathEditMode="relative" rAng="0" ptsTypes="AA">
                                      <p:cBhvr>
                                        <p:cTn id="652" dur="12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653" presetID="8" presetClass="emph" presetSubtype="0" fill="hold" grpId="19" nodeType="withEffect">
                                  <p:stCondLst>
                                    <p:cond delay="1080"/>
                                  </p:stCondLst>
                                  <p:childTnLst>
                                    <p:animRot by="-92220">
                                      <p:cBhvr>
                                        <p:cTn id="654" dur="12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655" presetID="0" presetClass="path" presetSubtype="0" fill="hold" grpId="18" nodeType="withEffect">
                                  <p:stCondLst>
                                    <p:cond delay="1080"/>
                                  </p:stCondLst>
                                  <p:childTnLst>
                                    <p:animMotion origin="layout" path="M 0.094235 -0.004095 L 0.101959 8.7e-05 E" pathEditMode="relative" rAng="0" ptsTypes="AA">
                                      <p:cBhvr>
                                        <p:cTn id="656" dur="12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657" presetID="8" presetClass="emph" presetSubtype="0" fill="hold" grpId="19" nodeType="withEffect">
                                  <p:stCondLst>
                                    <p:cond delay="1080"/>
                                  </p:stCondLst>
                                  <p:childTnLst>
                                    <p:animRot by="-92220">
                                      <p:cBhvr>
                                        <p:cTn id="658" dur="12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659" presetID="0" presetClass="path" presetSubtype="0" fill="hold" grpId="18" nodeType="withEffect">
                                  <p:stCondLst>
                                    <p:cond delay="1080"/>
                                  </p:stCondLst>
                                  <p:childTnLst>
                                    <p:animMotion origin="layout" path="M 0.09424 -0.004097 L 0.102374 -0.000111 E" pathEditMode="relative" rAng="0" ptsTypes="AA">
                                      <p:cBhvr>
                                        <p:cTn id="660" dur="12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661" presetID="8" presetClass="emph" presetSubtype="0" fill="hold" grpId="19" nodeType="withEffect">
                                  <p:stCondLst>
                                    <p:cond delay="1080"/>
                                  </p:stCondLst>
                                  <p:childTnLst>
                                    <p:animRot by="-92220">
                                      <p:cBhvr>
                                        <p:cTn id="662" dur="12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663" presetID="0" presetClass="path" presetSubtype="0" fill="hold" grpId="14" nodeType="withEffect">
                                  <p:stCondLst>
                                    <p:cond delay="1080"/>
                                  </p:stCondLst>
                                  <p:childTnLst>
                                    <p:animMotion origin="layout" path="M 0.093763 -0.001967 L 0.101406 -0.000706 E" pathEditMode="relative" rAng="0" ptsTypes="AA">
                                      <p:cBhvr>
                                        <p:cTn id="664" dur="12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665" presetID="8" presetClass="emph" presetSubtype="0" fill="hold" grpId="15" nodeType="withEffect">
                                  <p:stCondLst>
                                    <p:cond delay="1080"/>
                                  </p:stCondLst>
                                  <p:childTnLst>
                                    <p:animRot by="254040">
                                      <p:cBhvr>
                                        <p:cTn id="666" dur="12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667" presetID="0" presetClass="path" presetSubtype="0" fill="hold" grpId="16" nodeType="withEffect">
                                  <p:stCondLst>
                                    <p:cond delay="1080"/>
                                  </p:stCondLst>
                                  <p:childTnLst>
                                    <p:animMotion origin="layout" path="M 0.092283 0 L 0.1 0 E" pathEditMode="relative" rAng="0" ptsTypes="AA">
                                      <p:cBhvr>
                                        <p:cTn id="668" dur="12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669" presetID="6" presetClass="emph" presetSubtype="0" fill="hold" grpId="17" nodeType="withEffect">
                                  <p:stCondLst>
                                    <p:cond delay="1080"/>
                                  </p:stCondLst>
                                  <p:childTnLst>
                                    <p:animScale>
                                      <p:cBhvr>
                                        <p:cTn id="670" dur="120" fill="hold"/>
                                        <p:tgtEl>
                                          <p:spTgt spid="18"/>
                                        </p:tgtEl>
                                      </p:cBhvr>
                                      <p:by x="103573" y="103573"/>
                                    </p:animScale>
                                  </p:childTnLst>
                                </p:cTn>
                              </p:par>
                              <p:par>
                                <p:cTn id="671" presetID="0" presetClass="path" presetSubtype="0" fill="hold" grpId="14" nodeType="withEffect">
                                  <p:stCondLst>
                                    <p:cond delay="1080"/>
                                  </p:stCondLst>
                                  <p:childTnLst>
                                    <p:animMotion origin="layout" path="M 0.080363 -0.008438 L 0.097426 -8.7e-05 E" pathEditMode="relative" rAng="0" ptsTypes="AA">
                                      <p:cBhvr>
                                        <p:cTn id="672" dur="12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673" presetID="8" presetClass="emph" presetSubtype="0" fill="hold" grpId="15" nodeType="withEffect">
                                  <p:stCondLst>
                                    <p:cond delay="1080"/>
                                  </p:stCondLst>
                                  <p:childTnLst>
                                    <p:animRot by="-1380120">
                                      <p:cBhvr>
                                        <p:cTn id="674" dur="12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675" presetID="0" presetClass="path" presetSubtype="0" fill="hold" grpId="14" nodeType="withEffect">
                                  <p:stCondLst>
                                    <p:cond delay="1080"/>
                                  </p:stCondLst>
                                  <p:childTnLst>
                                    <p:animMotion origin="layout" path="M 0.056495 -0.018636 L 0.095296 -0.000164 E" pathEditMode="relative" rAng="0" ptsTypes="AA">
                                      <p:cBhvr>
                                        <p:cTn id="676" dur="12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677" presetID="8" presetClass="emph" presetSubtype="0" fill="hold" grpId="15" nodeType="withEffect">
                                  <p:stCondLst>
                                    <p:cond delay="1080"/>
                                  </p:stCondLst>
                                  <p:childTnLst>
                                    <p:animRot by="-1597380">
                                      <p:cBhvr>
                                        <p:cTn id="678" dur="12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679" presetID="0" presetClass="path" presetSubtype="0" fill="hold" grpId="14" nodeType="withEffect">
                                  <p:stCondLst>
                                    <p:cond delay="1080"/>
                                  </p:stCondLst>
                                  <p:childTnLst>
                                    <p:animMotion origin="layout" path="M 0.043059 -0.020726 L 0.09521 -0.001788 E" pathEditMode="relative" rAng="0" ptsTypes="AA">
                                      <p:cBhvr>
                                        <p:cTn id="680" dur="12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681" presetID="8" presetClass="emph" presetSubtype="0" fill="hold" grpId="15" nodeType="withEffect">
                                  <p:stCondLst>
                                    <p:cond delay="1080"/>
                                  </p:stCondLst>
                                  <p:childTnLst>
                                    <p:animRot by="-1875000">
                                      <p:cBhvr>
                                        <p:cTn id="682" dur="12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683" presetID="0" presetClass="path" presetSubtype="0" fill="hold" grpId="14" nodeType="withEffect">
                                  <p:stCondLst>
                                    <p:cond delay="1080"/>
                                  </p:stCondLst>
                                  <p:childTnLst>
                                    <p:animMotion origin="layout" path="M 0.039229 -0.021401 L 0.097395 -0.002003 E" pathEditMode="relative" rAng="0" ptsTypes="AA">
                                      <p:cBhvr>
                                        <p:cTn id="684" dur="12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685" presetID="8" presetClass="emph" presetSubtype="0" fill="hold" grpId="15" nodeType="withEffect">
                                  <p:stCondLst>
                                    <p:cond delay="1080"/>
                                  </p:stCondLst>
                                  <p:childTnLst>
                                    <p:animRot by="-1875000">
                                      <p:cBhvr>
                                        <p:cTn id="686" dur="12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687" presetID="0" presetClass="path" presetSubtype="0" fill="hold" grpId="14" nodeType="withEffect">
                                  <p:stCondLst>
                                    <p:cond delay="1080"/>
                                  </p:stCondLst>
                                  <p:childTnLst>
                                    <p:animMotion origin="layout" path="M 0.096846 -0.005359 L 0.097425 -3.6e-05 E" pathEditMode="relative" rAng="0" ptsTypes="AA">
                                      <p:cBhvr>
                                        <p:cTn id="688" dur="12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689" presetID="8" presetClass="emph" presetSubtype="0" fill="hold" grpId="15" nodeType="withEffect">
                                  <p:stCondLst>
                                    <p:cond delay="1080"/>
                                  </p:stCondLst>
                                  <p:childTnLst>
                                    <p:animRot by="947520">
                                      <p:cBhvr>
                                        <p:cTn id="690" dur="12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691" presetID="0" presetClass="path" presetSubtype="0" fill="hold" grpId="14" nodeType="withEffect">
                                  <p:stCondLst>
                                    <p:cond delay="1080"/>
                                  </p:stCondLst>
                                  <p:childTnLst>
                                    <p:animMotion origin="layout" path="M 0.093532 -0.010682 L 0.08804 -0.002788 E" pathEditMode="relative" rAng="0" ptsTypes="AA">
                                      <p:cBhvr>
                                        <p:cTn id="692" dur="12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693" presetID="8" presetClass="emph" presetSubtype="0" fill="hold" grpId="15" nodeType="withEffect">
                                  <p:stCondLst>
                                    <p:cond delay="1080"/>
                                  </p:stCondLst>
                                  <p:childTnLst>
                                    <p:animRot by="-325560">
                                      <p:cBhvr>
                                        <p:cTn id="694" dur="12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695" presetID="0" presetClass="path" presetSubtype="0" fill="hold" grpId="14" nodeType="withEffect">
                                  <p:stCondLst>
                                    <p:cond delay="1080"/>
                                  </p:stCondLst>
                                  <p:childTnLst>
                                    <p:animMotion origin="layout" path="M 0.079614 -0.011807 L 0.076274 -0.00245 E" pathEditMode="relative" rAng="0" ptsTypes="AA">
                                      <p:cBhvr>
                                        <p:cTn id="696" dur="12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697" presetID="8" presetClass="emph" presetSubtype="0" fill="hold" grpId="15" nodeType="withEffect">
                                  <p:stCondLst>
                                    <p:cond delay="1080"/>
                                  </p:stCondLst>
                                  <p:childTnLst>
                                    <p:animRot by="-48000">
                                      <p:cBhvr>
                                        <p:cTn id="698" dur="12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699" presetID="0" presetClass="path" presetSubtype="0" fill="hold" grpId="13" nodeType="withEffect">
                                  <p:stCondLst>
                                    <p:cond delay="1080"/>
                                  </p:stCondLst>
                                  <p:childTnLst>
                                    <p:animMotion origin="layout" path="M 0.099063 -0.005538 L 0.099832 -3.1e-05 E" pathEditMode="relative" rAng="0" ptsTypes="AA">
                                      <p:cBhvr>
                                        <p:cTn id="700" dur="12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701" presetID="8" presetClass="emph" presetSubtype="0" fill="hold" grpId="14" nodeType="withEffect">
                                  <p:stCondLst>
                                    <p:cond delay="1080"/>
                                  </p:stCondLst>
                                  <p:childTnLst>
                                    <p:animRot by="1126800">
                                      <p:cBhvr>
                                        <p:cTn id="702" dur="12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703" presetID="0" presetClass="path" presetSubtype="0" fill="hold" grpId="14" nodeType="withEffect">
                                  <p:stCondLst>
                                    <p:cond delay="1080"/>
                                  </p:stCondLst>
                                  <p:childTnLst>
                                    <p:animMotion origin="layout" path="M 0.12104 -0.020293 L 0.104527 -0.001765 E" pathEditMode="relative" rAng="0" ptsTypes="AA">
                                      <p:cBhvr>
                                        <p:cTn id="704" dur="12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705" presetID="8" presetClass="emph" presetSubtype="0" fill="hold" grpId="15" nodeType="withEffect">
                                  <p:stCondLst>
                                    <p:cond delay="1080"/>
                                  </p:stCondLst>
                                  <p:childTnLst>
                                    <p:animRot by="2030820">
                                      <p:cBhvr>
                                        <p:cTn id="706" dur="12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707" presetID="0" presetClass="path" presetSubtype="0" fill="hold" grpId="13" nodeType="withEffect">
                                  <p:stCondLst>
                                    <p:cond delay="1080"/>
                                  </p:stCondLst>
                                  <p:childTnLst>
                                    <p:animMotion origin="layout" path="M 0.086535 -0.005941 L 0.099832 -3.1e-05 E" pathEditMode="relative" rAng="0" ptsTypes="AA">
                                      <p:cBhvr>
                                        <p:cTn id="708" dur="12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709" presetID="8" presetClass="emph" presetSubtype="0" fill="hold" grpId="14" nodeType="withEffect">
                                  <p:stCondLst>
                                    <p:cond delay="1080"/>
                                  </p:stCondLst>
                                  <p:childTnLst>
                                    <p:animRot by="-848160">
                                      <p:cBhvr>
                                        <p:cTn id="710" dur="12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711" presetID="0" presetClass="path" presetSubtype="0" fill="hold" grpId="13" nodeType="withEffect">
                                  <p:stCondLst>
                                    <p:cond delay="1080"/>
                                  </p:stCondLst>
                                  <p:childTnLst>
                                    <p:animMotion origin="layout" path="M 0.078761 -0.007859 L 0.102608 -0.000847 E" pathEditMode="relative" rAng="0" ptsTypes="AA">
                                      <p:cBhvr>
                                        <p:cTn id="712" dur="12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713" presetID="8" presetClass="emph" presetSubtype="0" fill="hold" grpId="14" nodeType="withEffect">
                                  <p:stCondLst>
                                    <p:cond delay="1080"/>
                                  </p:stCondLst>
                                  <p:childTnLst>
                                    <p:animRot by="-848160">
                                      <p:cBhvr>
                                        <p:cTn id="714" dur="12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715" presetID="0" presetClass="path" presetSubtype="0" fill="hold" grpId="14" nodeType="withEffect">
                                  <p:stCondLst>
                                    <p:cond delay="1080"/>
                                  </p:stCondLst>
                                  <p:childTnLst>
                                    <p:animMotion origin="layout" path="M 0.078226 -0.008579 L 0.109299 -0.002439 E" pathEditMode="relative" rAng="0" ptsTypes="AA">
                                      <p:cBhvr>
                                        <p:cTn id="716" dur="12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717" presetID="8" presetClass="emph" presetSubtype="0" fill="hold" grpId="15" nodeType="withEffect">
                                  <p:stCondLst>
                                    <p:cond delay="1080"/>
                                  </p:stCondLst>
                                  <p:childTnLst>
                                    <p:animRot by="-624000">
                                      <p:cBhvr>
                                        <p:cTn id="718" dur="12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719" presetID="0" presetClass="path" presetSubtype="0" fill="hold" grpId="14" nodeType="withEffect">
                                  <p:stCondLst>
                                    <p:cond delay="1080"/>
                                  </p:stCondLst>
                                  <p:childTnLst>
                                    <p:animMotion origin="layout" path="M 0.076472 -0.008512 L 0.103416 -0.001677 E" pathEditMode="relative" rAng="0" ptsTypes="AA">
                                      <p:cBhvr>
                                        <p:cTn id="720" dur="12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721" presetID="8" presetClass="emph" presetSubtype="0" fill="hold" grpId="15" nodeType="withEffect">
                                  <p:stCondLst>
                                    <p:cond delay="1080"/>
                                  </p:stCondLst>
                                  <p:childTnLst>
                                    <p:animRot by="-624000">
                                      <p:cBhvr>
                                        <p:cTn id="722" dur="12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723" presetID="0" presetClass="path" presetSubtype="0" fill="hold" grpId="20" nodeType="withEffect">
                                  <p:stCondLst>
                                    <p:cond delay="1200"/>
                                  </p:stCondLst>
                                  <p:childTnLst>
                                    <p:animMotion origin="layout" path="M 0.1 0 L 0.107717 -0.004146 E" pathEditMode="relative" rAng="0" ptsTypes="AA">
                                      <p:cBhvr>
                                        <p:cTn id="724" dur="12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725" presetID="8" presetClass="emph" presetSubtype="0" fill="hold" grpId="21" nodeType="withEffect">
                                  <p:stCondLst>
                                    <p:cond delay="1200"/>
                                  </p:stCondLst>
                                  <p:childTnLst>
                                    <p:animRot by="16800">
                                      <p:cBhvr>
                                        <p:cTn id="726" dur="12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727" presetID="0" presetClass="path" presetSubtype="0" fill="hold" grpId="20" nodeType="withEffect">
                                  <p:stCondLst>
                                    <p:cond delay="1200"/>
                                  </p:stCondLst>
                                  <p:childTnLst>
                                    <p:animMotion origin="layout" path="M 0.102206 4e-05 L 0.110217 -0.004094 E" pathEditMode="relative" rAng="0" ptsTypes="AA">
                                      <p:cBhvr>
                                        <p:cTn id="728" dur="12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729" presetID="8" presetClass="emph" presetSubtype="0" fill="hold" grpId="21" nodeType="withEffect">
                                  <p:stCondLst>
                                    <p:cond delay="1200"/>
                                  </p:stCondLst>
                                  <p:childTnLst>
                                    <p:animRot by="16800">
                                      <p:cBhvr>
                                        <p:cTn id="730" dur="12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731" presetID="0" presetClass="path" presetSubtype="0" fill="hold" grpId="20" nodeType="withEffect">
                                  <p:stCondLst>
                                    <p:cond delay="1200"/>
                                  </p:stCondLst>
                                  <p:childTnLst>
                                    <p:animMotion origin="layout" path="M 0.099179 -1.5e-05 L 0.106787 -0.004165 E" pathEditMode="relative" rAng="0" ptsTypes="AA">
                                      <p:cBhvr>
                                        <p:cTn id="732" dur="12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733" presetID="8" presetClass="emph" presetSubtype="0" fill="hold" grpId="21" nodeType="withEffect">
                                  <p:stCondLst>
                                    <p:cond delay="1200"/>
                                  </p:stCondLst>
                                  <p:childTnLst>
                                    <p:animRot by="16800">
                                      <p:cBhvr>
                                        <p:cTn id="734" dur="12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735" presetID="0" presetClass="path" presetSubtype="0" fill="hold" grpId="20" nodeType="withEffect">
                                  <p:stCondLst>
                                    <p:cond delay="1200"/>
                                  </p:stCondLst>
                                  <p:childTnLst>
                                    <p:animMotion origin="layout" path="M 0.102453 8e-05 L 0.110497 -0.004043 E" pathEditMode="relative" rAng="0" ptsTypes="AA">
                                      <p:cBhvr>
                                        <p:cTn id="736" dur="12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737" presetID="8" presetClass="emph" presetSubtype="0" fill="hold" grpId="21" nodeType="withEffect">
                                  <p:stCondLst>
                                    <p:cond delay="1200"/>
                                  </p:stCondLst>
                                  <p:childTnLst>
                                    <p:animRot by="111240">
                                      <p:cBhvr>
                                        <p:cTn id="738" dur="12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739" presetID="0" presetClass="path" presetSubtype="0" fill="hold" grpId="20" nodeType="withEffect">
                                  <p:stCondLst>
                                    <p:cond delay="1200"/>
                                  </p:stCondLst>
                                  <p:childTnLst>
                                    <p:animMotion origin="layout" path="M 0.101959 8.7e-05 L 0.110592 -0.004043 E" pathEditMode="relative" rAng="0" ptsTypes="AA">
                                      <p:cBhvr>
                                        <p:cTn id="740" dur="12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741" presetID="8" presetClass="emph" presetSubtype="0" fill="hold" grpId="21" nodeType="withEffect">
                                  <p:stCondLst>
                                    <p:cond delay="1200"/>
                                  </p:stCondLst>
                                  <p:childTnLst>
                                    <p:animRot by="111240">
                                      <p:cBhvr>
                                        <p:cTn id="742" dur="12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743" presetID="0" presetClass="path" presetSubtype="0" fill="hold" grpId="20" nodeType="withEffect">
                                  <p:stCondLst>
                                    <p:cond delay="1200"/>
                                  </p:stCondLst>
                                  <p:childTnLst>
                                    <p:animMotion origin="layout" path="M 0.102374 -0.000111 L 0.110512 -0.004006 E" pathEditMode="relative" rAng="0" ptsTypes="AA">
                                      <p:cBhvr>
                                        <p:cTn id="744" dur="12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745" presetID="8" presetClass="emph" presetSubtype="0" fill="hold" grpId="21" nodeType="withEffect">
                                  <p:stCondLst>
                                    <p:cond delay="1200"/>
                                  </p:stCondLst>
                                  <p:childTnLst>
                                    <p:animRot by="111240">
                                      <p:cBhvr>
                                        <p:cTn id="746" dur="12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747" presetID="0" presetClass="path" presetSubtype="0" fill="hold" grpId="16" nodeType="withEffect">
                                  <p:stCondLst>
                                    <p:cond delay="1200"/>
                                  </p:stCondLst>
                                  <p:childTnLst>
                                    <p:animMotion origin="layout" path="M 0.101406 -0.000706 L 0.109071 -0.016772 E" pathEditMode="relative" rAng="0" ptsTypes="AA">
                                      <p:cBhvr>
                                        <p:cTn id="748" dur="12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749" presetID="8" presetClass="emph" presetSubtype="0" fill="hold" grpId="17" nodeType="withEffect">
                                  <p:stCondLst>
                                    <p:cond delay="1200"/>
                                  </p:stCondLst>
                                  <p:childTnLst>
                                    <p:animRot by="1055280">
                                      <p:cBhvr>
                                        <p:cTn id="750" dur="12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751" presetID="0" presetClass="path" presetSubtype="0" fill="hold" grpId="18" nodeType="withEffect">
                                  <p:stCondLst>
                                    <p:cond delay="1200"/>
                                  </p:stCondLst>
                                  <p:childTnLst>
                                    <p:animMotion origin="layout" path="M 0.1 0 L 0.107717 0 E" pathEditMode="relative" rAng="0" ptsTypes="AA">
                                      <p:cBhvr>
                                        <p:cTn id="752" dur="12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753" presetID="6" presetClass="emph" presetSubtype="0" fill="hold" grpId="19" nodeType="withEffect">
                                  <p:stCondLst>
                                    <p:cond delay="1200"/>
                                  </p:stCondLst>
                                  <p:childTnLst>
                                    <p:animScale>
                                      <p:cBhvr>
                                        <p:cTn id="754" dur="120" fill="hold"/>
                                        <p:tgtEl>
                                          <p:spTgt spid="18"/>
                                        </p:tgtEl>
                                      </p:cBhvr>
                                      <p:by x="96550" y="96550"/>
                                    </p:animScale>
                                  </p:childTnLst>
                                </p:cTn>
                              </p:par>
                              <p:par>
                                <p:cTn id="755" presetID="0" presetClass="path" presetSubtype="0" fill="hold" grpId="16" nodeType="withEffect">
                                  <p:stCondLst>
                                    <p:cond delay="1200"/>
                                  </p:stCondLst>
                                  <p:childTnLst>
                                    <p:animMotion origin="layout" path="M 0.097426 -8.7e-05 L 0.116043 -0.00801 E" pathEditMode="relative" rAng="0" ptsTypes="AA">
                                      <p:cBhvr>
                                        <p:cTn id="756" dur="12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757" presetID="8" presetClass="emph" presetSubtype="0" fill="hold" grpId="17" nodeType="withEffect">
                                  <p:stCondLst>
                                    <p:cond delay="1200"/>
                                  </p:stCondLst>
                                  <p:childTnLst>
                                    <p:animRot by="-1571880">
                                      <p:cBhvr>
                                        <p:cTn id="758" dur="12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759" presetID="0" presetClass="path" presetSubtype="0" fill="hold" grpId="16" nodeType="withEffect">
                                  <p:stCondLst>
                                    <p:cond delay="1200"/>
                                  </p:stCondLst>
                                  <p:childTnLst>
                                    <p:animMotion origin="layout" path="M 0.095296 -0.000164 L 0.13688 -0.015643 E" pathEditMode="relative" rAng="0" ptsTypes="AA">
                                      <p:cBhvr>
                                        <p:cTn id="760" dur="12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761" presetID="8" presetClass="emph" presetSubtype="0" fill="hold" grpId="17" nodeType="withEffect">
                                  <p:stCondLst>
                                    <p:cond delay="1200"/>
                                  </p:stCondLst>
                                  <p:childTnLst>
                                    <p:animRot by="-1487220">
                                      <p:cBhvr>
                                        <p:cTn id="762" dur="12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763" presetID="0" presetClass="path" presetSubtype="0" fill="hold" grpId="16" nodeType="withEffect">
                                  <p:stCondLst>
                                    <p:cond delay="1200"/>
                                  </p:stCondLst>
                                  <p:childTnLst>
                                    <p:animMotion origin="layout" path="M 0.09521 -0.001788 L 0.147783 -0.025695 E" pathEditMode="relative" rAng="0" ptsTypes="AA">
                                      <p:cBhvr>
                                        <p:cTn id="764" dur="12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765" presetID="8" presetClass="emph" presetSubtype="0" fill="hold" grpId="17" nodeType="withEffect">
                                  <p:stCondLst>
                                    <p:cond delay="1200"/>
                                  </p:stCondLst>
                                  <p:childTnLst>
                                    <p:animRot by="-1453920">
                                      <p:cBhvr>
                                        <p:cTn id="766" dur="12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767" presetID="0" presetClass="path" presetSubtype="0" fill="hold" grpId="16" nodeType="withEffect">
                                  <p:stCondLst>
                                    <p:cond delay="1200"/>
                                  </p:stCondLst>
                                  <p:childTnLst>
                                    <p:animMotion origin="layout" path="M 0.097395 -0.002003 L 0.154285 -0.027775 E" pathEditMode="relative" rAng="0" ptsTypes="AA">
                                      <p:cBhvr>
                                        <p:cTn id="768" dur="12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769" presetID="8" presetClass="emph" presetSubtype="0" fill="hold" grpId="17" nodeType="withEffect">
                                  <p:stCondLst>
                                    <p:cond delay="1200"/>
                                  </p:stCondLst>
                                  <p:childTnLst>
                                    <p:animRot by="-1453920">
                                      <p:cBhvr>
                                        <p:cTn id="770" dur="12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771" presetID="0" presetClass="path" presetSubtype="0" fill="hold" grpId="16" nodeType="withEffect">
                                  <p:stCondLst>
                                    <p:cond delay="1200"/>
                                  </p:stCondLst>
                                  <p:childTnLst>
                                    <p:animMotion origin="layout" path="M 0.097425 -3.6e-05 L 0.099522 -0.005646 E" pathEditMode="relative" rAng="0" ptsTypes="AA">
                                      <p:cBhvr>
                                        <p:cTn id="772" dur="12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773" presetID="8" presetClass="emph" presetSubtype="0" fill="hold" grpId="17" nodeType="withEffect">
                                  <p:stCondLst>
                                    <p:cond delay="1200"/>
                                  </p:stCondLst>
                                  <p:childTnLst>
                                    <p:animRot by="755700">
                                      <p:cBhvr>
                                        <p:cTn id="774" dur="12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775" presetID="0" presetClass="path" presetSubtype="0" fill="hold" grpId="16" nodeType="withEffect">
                                  <p:stCondLst>
                                    <p:cond delay="1200"/>
                                  </p:stCondLst>
                                  <p:childTnLst>
                                    <p:animMotion origin="layout" path="M 0.08804 -0.002788 L 0.084567 -0.009915 E" pathEditMode="relative" rAng="0" ptsTypes="AA">
                                      <p:cBhvr>
                                        <p:cTn id="776" dur="12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777" presetID="8" presetClass="emph" presetSubtype="0" fill="hold" grpId="17" nodeType="withEffect">
                                  <p:stCondLst>
                                    <p:cond delay="1200"/>
                                  </p:stCondLst>
                                  <p:childTnLst>
                                    <p:animRot by="-126660">
                                      <p:cBhvr>
                                        <p:cTn id="778" dur="12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779" presetID="0" presetClass="path" presetSubtype="0" fill="hold" grpId="16" nodeType="withEffect">
                                  <p:stCondLst>
                                    <p:cond delay="1200"/>
                                  </p:stCondLst>
                                  <p:childTnLst>
                                    <p:animMotion origin="layout" path="M 0.076274 -0.00245 L 0.073918 -0.009168 E" pathEditMode="relative" rAng="0" ptsTypes="AA">
                                      <p:cBhvr>
                                        <p:cTn id="780" dur="12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781" presetID="8" presetClass="emph" presetSubtype="0" fill="hold" grpId="17" nodeType="withEffect">
                                  <p:stCondLst>
                                    <p:cond delay="1200"/>
                                  </p:stCondLst>
                                  <p:childTnLst>
                                    <p:animRot by="-159900">
                                      <p:cBhvr>
                                        <p:cTn id="782" dur="12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783" presetID="0" presetClass="path" presetSubtype="0" fill="hold" grpId="15" nodeType="withEffect">
                                  <p:stCondLst>
                                    <p:cond delay="1200"/>
                                  </p:stCondLst>
                                  <p:childTnLst>
                                    <p:animMotion origin="layout" path="M 0.099832 -3.1e-05 L 0.102347 -0.005917 E" pathEditMode="relative" rAng="0" ptsTypes="AA">
                                      <p:cBhvr>
                                        <p:cTn id="784" dur="12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785" presetID="8" presetClass="emph" presetSubtype="0" fill="hold" grpId="16" nodeType="withEffect">
                                  <p:stCondLst>
                                    <p:cond delay="1200"/>
                                  </p:stCondLst>
                                  <p:childTnLst>
                                    <p:animRot by="848160">
                                      <p:cBhvr>
                                        <p:cTn id="786" dur="12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787" presetID="0" presetClass="path" presetSubtype="0" fill="hold" grpId="16" nodeType="withEffect">
                                  <p:stCondLst>
                                    <p:cond delay="1200"/>
                                  </p:stCondLst>
                                  <p:childTnLst>
                                    <p:animMotion origin="layout" path="M 0.104527 -0.001765 L 0.094592 -0.008046 E" pathEditMode="relative" rAng="0" ptsTypes="AA">
                                      <p:cBhvr>
                                        <p:cTn id="788" dur="12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789" presetID="8" presetClass="emph" presetSubtype="0" fill="hold" grpId="17" nodeType="withEffect">
                                  <p:stCondLst>
                                    <p:cond delay="1200"/>
                                  </p:stCondLst>
                                  <p:childTnLst>
                                    <p:animRot by="1181940">
                                      <p:cBhvr>
                                        <p:cTn id="790" dur="12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791" presetID="0" presetClass="path" presetSubtype="0" fill="hold" grpId="15" nodeType="withEffect">
                                  <p:stCondLst>
                                    <p:cond delay="1200"/>
                                  </p:stCondLst>
                                  <p:childTnLst>
                                    <p:animMotion origin="layout" path="M 0.099832 -3.1e-05 L 0.114875 -0.005514 E" pathEditMode="relative" rAng="0" ptsTypes="AA">
                                      <p:cBhvr>
                                        <p:cTn id="792" dur="12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793" presetID="8" presetClass="emph" presetSubtype="0" fill="hold" grpId="16" nodeType="withEffect">
                                  <p:stCondLst>
                                    <p:cond delay="1200"/>
                                  </p:stCondLst>
                                  <p:childTnLst>
                                    <p:animRot by="-1126800">
                                      <p:cBhvr>
                                        <p:cTn id="794" dur="12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795" presetID="0" presetClass="path" presetSubtype="0" fill="hold" grpId="15" nodeType="withEffect">
                                  <p:stCondLst>
                                    <p:cond delay="1200"/>
                                  </p:stCondLst>
                                  <p:childTnLst>
                                    <p:animMotion origin="layout" path="M 0.102608 -0.000847 L 0.134635 -0.016321 E" pathEditMode="relative" rAng="0" ptsTypes="AA">
                                      <p:cBhvr>
                                        <p:cTn id="796" dur="12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797" presetID="8" presetClass="emph" presetSubtype="0" fill="hold" grpId="16" nodeType="withEffect">
                                  <p:stCondLst>
                                    <p:cond delay="1200"/>
                                  </p:stCondLst>
                                  <p:childTnLst>
                                    <p:animRot by="-1824540">
                                      <p:cBhvr>
                                        <p:cTn id="798" dur="12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799" presetID="0" presetClass="path" presetSubtype="0" fill="hold" grpId="16" nodeType="withEffect">
                                  <p:stCondLst>
                                    <p:cond delay="1200"/>
                                  </p:stCondLst>
                                  <p:childTnLst>
                                    <p:animMotion origin="layout" path="M 0.109299 -0.002439 L 0.155628 -0.030348 E" pathEditMode="relative" rAng="0" ptsTypes="AA">
                                      <p:cBhvr>
                                        <p:cTn id="800" dur="12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801" presetID="8" presetClass="emph" presetSubtype="0" fill="hold" grpId="17" nodeType="withEffect">
                                  <p:stCondLst>
                                    <p:cond delay="1200"/>
                                  </p:stCondLst>
                                  <p:childTnLst>
                                    <p:animRot by="-1529040">
                                      <p:cBhvr>
                                        <p:cTn id="802" dur="12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803" presetID="0" presetClass="path" presetSubtype="0" fill="hold" grpId="16" nodeType="withEffect">
                                  <p:stCondLst>
                                    <p:cond delay="1200"/>
                                  </p:stCondLst>
                                  <p:childTnLst>
                                    <p:animMotion origin="layout" path="M 0.103416 -0.001677 L 0.140706 -0.024882 E" pathEditMode="relative" rAng="0" ptsTypes="AA">
                                      <p:cBhvr>
                                        <p:cTn id="804" dur="12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805" presetID="8" presetClass="emph" presetSubtype="0" fill="hold" grpId="17" nodeType="withEffect">
                                  <p:stCondLst>
                                    <p:cond delay="1200"/>
                                  </p:stCondLst>
                                  <p:childTnLst>
                                    <p:animRot by="-1529040">
                                      <p:cBhvr>
                                        <p:cTn id="806" dur="12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807" presetID="0" presetClass="path" presetSubtype="0" fill="hold" grpId="22" nodeType="withEffect">
                                  <p:stCondLst>
                                    <p:cond delay="1320"/>
                                  </p:stCondLst>
                                  <p:childTnLst>
                                    <p:animMotion origin="layout" path="M 0.107717 -0.004146 L 0.118589 -0.010854 E" pathEditMode="relative" rAng="0" ptsTypes="AA">
                                      <p:cBhvr>
                                        <p:cTn id="808" dur="12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809" presetID="8" presetClass="emph" presetSubtype="0" fill="hold" grpId="23" nodeType="withEffect">
                                  <p:stCondLst>
                                    <p:cond delay="1320"/>
                                  </p:stCondLst>
                                  <p:childTnLst>
                                    <p:animRot by="-17280">
                                      <p:cBhvr>
                                        <p:cTn id="810" dur="12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811" presetID="0" presetClass="path" presetSubtype="0" fill="hold" grpId="22" nodeType="withEffect">
                                  <p:stCondLst>
                                    <p:cond delay="1320"/>
                                  </p:stCondLst>
                                  <p:childTnLst>
                                    <p:animMotion origin="layout" path="M 0.110217 -0.004094 L 0.120787 -0.010814 E" pathEditMode="relative" rAng="0" ptsTypes="AA">
                                      <p:cBhvr>
                                        <p:cTn id="812" dur="12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813" presetID="8" presetClass="emph" presetSubtype="0" fill="hold" grpId="23" nodeType="withEffect">
                                  <p:stCondLst>
                                    <p:cond delay="1320"/>
                                  </p:stCondLst>
                                  <p:childTnLst>
                                    <p:animRot by="-17280">
                                      <p:cBhvr>
                                        <p:cTn id="814" dur="12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815" presetID="0" presetClass="path" presetSubtype="0" fill="hold" grpId="22" nodeType="withEffect">
                                  <p:stCondLst>
                                    <p:cond delay="1320"/>
                                  </p:stCondLst>
                                  <p:childTnLst>
                                    <p:animMotion origin="layout" path="M 0.106787 -0.004165 L 0.117772 -0.010869 E" pathEditMode="relative" rAng="0" ptsTypes="AA">
                                      <p:cBhvr>
                                        <p:cTn id="816" dur="12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817" presetID="8" presetClass="emph" presetSubtype="0" fill="hold" grpId="23" nodeType="withEffect">
                                  <p:stCondLst>
                                    <p:cond delay="1320"/>
                                  </p:stCondLst>
                                  <p:childTnLst>
                                    <p:animRot by="-17280">
                                      <p:cBhvr>
                                        <p:cTn id="818" dur="12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819" presetID="0" presetClass="path" presetSubtype="0" fill="hold" grpId="22" nodeType="withEffect">
                                  <p:stCondLst>
                                    <p:cond delay="1320"/>
                                  </p:stCondLst>
                                  <p:childTnLst>
                                    <p:animMotion origin="layout" path="M 0.110497 -0.004043 L 0.121033 -0.010775 E" pathEditMode="relative" rAng="0" ptsTypes="AA">
                                      <p:cBhvr>
                                        <p:cTn id="820" dur="12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821" presetID="8" presetClass="emph" presetSubtype="0" fill="hold" grpId="23" nodeType="withEffect">
                                  <p:stCondLst>
                                    <p:cond delay="1320"/>
                                  </p:stCondLst>
                                  <p:childTnLst>
                                    <p:animRot by="159900">
                                      <p:cBhvr>
                                        <p:cTn id="822" dur="12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823" presetID="0" presetClass="path" presetSubtype="0" fill="hold" grpId="22" nodeType="withEffect">
                                  <p:stCondLst>
                                    <p:cond delay="1320"/>
                                  </p:stCondLst>
                                  <p:childTnLst>
                                    <p:animMotion origin="layout" path="M 0.110592 -0.004043 L 0.121974 -0.01075 E" pathEditMode="relative" rAng="0" ptsTypes="AA">
                                      <p:cBhvr>
                                        <p:cTn id="824" dur="12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825" presetID="8" presetClass="emph" presetSubtype="0" fill="hold" grpId="23" nodeType="withEffect">
                                  <p:stCondLst>
                                    <p:cond delay="1320"/>
                                  </p:stCondLst>
                                  <p:childTnLst>
                                    <p:animRot by="159900">
                                      <p:cBhvr>
                                        <p:cTn id="826" dur="12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827" presetID="0" presetClass="path" presetSubtype="0" fill="hold" grpId="22" nodeType="withEffect">
                                  <p:stCondLst>
                                    <p:cond delay="1320"/>
                                  </p:stCondLst>
                                  <p:childTnLst>
                                    <p:animMotion origin="layout" path="M 0.110512 -0.004006 L 0.121168 -0.010405 E" pathEditMode="relative" rAng="0" ptsTypes="AA">
                                      <p:cBhvr>
                                        <p:cTn id="828" dur="12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829" presetID="8" presetClass="emph" presetSubtype="0" fill="hold" grpId="23" nodeType="withEffect">
                                  <p:stCondLst>
                                    <p:cond delay="1320"/>
                                  </p:stCondLst>
                                  <p:childTnLst>
                                    <p:animRot by="159900">
                                      <p:cBhvr>
                                        <p:cTn id="830" dur="12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831" presetID="0" presetClass="path" presetSubtype="0" fill="hold" grpId="18" nodeType="withEffect">
                                  <p:stCondLst>
                                    <p:cond delay="1320"/>
                                  </p:stCondLst>
                                  <p:childTnLst>
                                    <p:animMotion origin="layout" path="M 0.109071 -0.016772 L 0.120186 -0.027847 E" pathEditMode="relative" rAng="0" ptsTypes="AA">
                                      <p:cBhvr>
                                        <p:cTn id="832" dur="12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833" presetID="8" presetClass="emph" presetSubtype="0" fill="hold" grpId="19" nodeType="withEffect">
                                  <p:stCondLst>
                                    <p:cond delay="1320"/>
                                  </p:stCondLst>
                                  <p:childTnLst>
                                    <p:animRot by="398160">
                                      <p:cBhvr>
                                        <p:cTn id="834" dur="12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835" presetID="0" presetClass="path" presetSubtype="0" fill="hold" grpId="20" nodeType="withEffect">
                                  <p:stCondLst>
                                    <p:cond delay="1320"/>
                                  </p:stCondLst>
                                  <p:childTnLst>
                                    <p:animMotion origin="layout" path="M 0.107717 0 L 0.118589 0 E" pathEditMode="relative" rAng="0" ptsTypes="AA">
                                      <p:cBhvr>
                                        <p:cTn id="836" dur="12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837" presetID="6" presetClass="emph" presetSubtype="0" fill="hold" grpId="21" nodeType="withEffect">
                                  <p:stCondLst>
                                    <p:cond delay="1320"/>
                                  </p:stCondLst>
                                  <p:childTnLst>
                                    <p:animScale>
                                      <p:cBhvr>
                                        <p:cTn id="838" dur="120" fill="hold"/>
                                        <p:tgtEl>
                                          <p:spTgt spid="18"/>
                                        </p:tgtEl>
                                      </p:cBhvr>
                                      <p:by x="94200" y="94200"/>
                                    </p:animScale>
                                  </p:childTnLst>
                                </p:cTn>
                              </p:par>
                              <p:par>
                                <p:cTn id="839" presetID="0" presetClass="path" presetSubtype="0" fill="hold" grpId="18" nodeType="withEffect">
                                  <p:stCondLst>
                                    <p:cond delay="1320"/>
                                  </p:stCondLst>
                                  <p:childTnLst>
                                    <p:animMotion origin="layout" path="M 0.116043 -0.00801 L 0.131857 -0.019591 E" pathEditMode="relative" rAng="0" ptsTypes="AA">
                                      <p:cBhvr>
                                        <p:cTn id="840" dur="12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841" presetID="8" presetClass="emph" presetSubtype="0" fill="hold" grpId="19" nodeType="withEffect">
                                  <p:stCondLst>
                                    <p:cond delay="1320"/>
                                  </p:stCondLst>
                                  <p:childTnLst>
                                    <p:animRot by="-755220">
                                      <p:cBhvr>
                                        <p:cTn id="842" dur="12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843" presetID="0" presetClass="path" presetSubtype="0" fill="hold" grpId="18" nodeType="withEffect">
                                  <p:stCondLst>
                                    <p:cond delay="1320"/>
                                  </p:stCondLst>
                                  <p:childTnLst>
                                    <p:animMotion origin="layout" path="M 0.13688 -0.015643 L 0.154201 -0.030758 E" pathEditMode="relative" rAng="0" ptsTypes="AA">
                                      <p:cBhvr>
                                        <p:cTn id="844" dur="12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845" presetID="8" presetClass="emph" presetSubtype="0" fill="hold" grpId="19" nodeType="withEffect">
                                  <p:stCondLst>
                                    <p:cond delay="1320"/>
                                  </p:stCondLst>
                                  <p:childTnLst>
                                    <p:animRot by="633720">
                                      <p:cBhvr>
                                        <p:cTn id="846" dur="12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847" presetID="0" presetClass="path" presetSubtype="0" fill="hold" grpId="18" nodeType="withEffect">
                                  <p:stCondLst>
                                    <p:cond delay="1320"/>
                                  </p:stCondLst>
                                  <p:childTnLst>
                                    <p:animMotion origin="layout" path="M 0.147783 -0.025695 L 0.16039 -0.035141 E" pathEditMode="relative" rAng="0" ptsTypes="AA">
                                      <p:cBhvr>
                                        <p:cTn id="848" dur="12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849" presetID="8" presetClass="emph" presetSubtype="0" fill="hold" grpId="19" nodeType="withEffect">
                                  <p:stCondLst>
                                    <p:cond delay="1320"/>
                                  </p:stCondLst>
                                  <p:childTnLst>
                                    <p:animRot by="965160">
                                      <p:cBhvr>
                                        <p:cTn id="850" dur="12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851" presetID="0" presetClass="path" presetSubtype="0" fill="hold" grpId="18" nodeType="withEffect">
                                  <p:stCondLst>
                                    <p:cond delay="1320"/>
                                  </p:stCondLst>
                                  <p:childTnLst>
                                    <p:animMotion origin="layout" path="M 0.154285 -0.027775 L 0.16411 -0.035777 E" pathEditMode="relative" rAng="0" ptsTypes="AA">
                                      <p:cBhvr>
                                        <p:cTn id="852" dur="12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853" presetID="8" presetClass="emph" presetSubtype="0" fill="hold" grpId="19" nodeType="withEffect">
                                  <p:stCondLst>
                                    <p:cond delay="1320"/>
                                  </p:stCondLst>
                                  <p:childTnLst>
                                    <p:animRot by="965160">
                                      <p:cBhvr>
                                        <p:cTn id="854" dur="12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855" presetID="0" presetClass="path" presetSubtype="0" fill="hold" grpId="18" nodeType="withEffect">
                                  <p:stCondLst>
                                    <p:cond delay="1320"/>
                                  </p:stCondLst>
                                  <p:childTnLst>
                                    <p:animMotion origin="layout" path="M 0.099522 -0.005646 L 0.105974 -0.015444 E" pathEditMode="relative" rAng="0" ptsTypes="AA">
                                      <p:cBhvr>
                                        <p:cTn id="856" dur="12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857" presetID="8" presetClass="emph" presetSubtype="0" fill="hold" grpId="19" nodeType="withEffect">
                                  <p:stCondLst>
                                    <p:cond delay="1320"/>
                                  </p:stCondLst>
                                  <p:childTnLst>
                                    <p:animRot by="683400">
                                      <p:cBhvr>
                                        <p:cTn id="858" dur="12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859" presetID="0" presetClass="path" presetSubtype="0" fill="hold" grpId="18" nodeType="withEffect">
                                  <p:stCondLst>
                                    <p:cond delay="1320"/>
                                  </p:stCondLst>
                                  <p:childTnLst>
                                    <p:animMotion origin="layout" path="M 0.084567 -0.009915 L 0.080607 -0.027834 E" pathEditMode="relative" rAng="0" ptsTypes="AA">
                                      <p:cBhvr>
                                        <p:cTn id="860" dur="12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861" presetID="8" presetClass="emph" presetSubtype="0" fill="hold" grpId="19" nodeType="withEffect">
                                  <p:stCondLst>
                                    <p:cond delay="1320"/>
                                  </p:stCondLst>
                                  <p:childTnLst>
                                    <p:animRot by="817620">
                                      <p:cBhvr>
                                        <p:cTn id="862" dur="12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863" presetID="0" presetClass="path" presetSubtype="0" fill="hold" grpId="18" nodeType="withEffect">
                                  <p:stCondLst>
                                    <p:cond delay="1320"/>
                                  </p:stCondLst>
                                  <p:childTnLst>
                                    <p:animMotion origin="layout" path="M 0.073918 -0.009168 L 0.063962 -0.030973 E" pathEditMode="relative" rAng="0" ptsTypes="AA">
                                      <p:cBhvr>
                                        <p:cTn id="864" dur="12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865" presetID="8" presetClass="emph" presetSubtype="0" fill="hold" grpId="19" nodeType="withEffect">
                                  <p:stCondLst>
                                    <p:cond delay="1320"/>
                                  </p:stCondLst>
                                  <p:childTnLst>
                                    <p:animRot by="486180">
                                      <p:cBhvr>
                                        <p:cTn id="866" dur="12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867" presetID="0" presetClass="path" presetSubtype="0" fill="hold" grpId="17" nodeType="withEffect">
                                  <p:stCondLst>
                                    <p:cond delay="1320"/>
                                  </p:stCondLst>
                                  <p:childTnLst>
                                    <p:animMotion origin="layout" path="M 0.102347 -0.005917 L 0.11075 -0.014192 E" pathEditMode="relative" rAng="0" ptsTypes="AA">
                                      <p:cBhvr>
                                        <p:cTn id="868" dur="12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869" presetID="8" presetClass="emph" presetSubtype="0" fill="hold" grpId="18" nodeType="withEffect">
                                  <p:stCondLst>
                                    <p:cond delay="1320"/>
                                  </p:stCondLst>
                                  <p:childTnLst>
                                    <p:animRot by="384900">
                                      <p:cBhvr>
                                        <p:cTn id="870" dur="12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871" presetID="0" presetClass="path" presetSubtype="0" fill="hold" grpId="18" nodeType="withEffect">
                                  <p:stCondLst>
                                    <p:cond delay="1320"/>
                                  </p:stCondLst>
                                  <p:childTnLst>
                                    <p:animMotion origin="layout" path="M 0.094592 -0.008046 L 0.09834 -0.018408 E" pathEditMode="relative" rAng="0" ptsTypes="AA">
                                      <p:cBhvr>
                                        <p:cTn id="872" dur="12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873" presetID="8" presetClass="emph" presetSubtype="0" fill="hold" grpId="19" nodeType="withEffect">
                                  <p:stCondLst>
                                    <p:cond delay="1320"/>
                                  </p:stCondLst>
                                  <p:childTnLst>
                                    <p:animRot by="384900">
                                      <p:cBhvr>
                                        <p:cTn id="874" dur="12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875" presetID="0" presetClass="path" presetSubtype="0" fill="hold" grpId="17" nodeType="withEffect">
                                  <p:stCondLst>
                                    <p:cond delay="1320"/>
                                  </p:stCondLst>
                                  <p:childTnLst>
                                    <p:animMotion origin="layout" path="M 0.114875 -0.005514 L 0.130551 -0.015863 E" pathEditMode="relative" rAng="0" ptsTypes="AA">
                                      <p:cBhvr>
                                        <p:cTn id="876" dur="12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877" presetID="8" presetClass="emph" presetSubtype="0" fill="hold" grpId="18" nodeType="withEffect">
                                  <p:stCondLst>
                                    <p:cond delay="1320"/>
                                  </p:stCondLst>
                                  <p:childTnLst>
                                    <p:animRot by="-835680">
                                      <p:cBhvr>
                                        <p:cTn id="878" dur="12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879" presetID="0" presetClass="path" presetSubtype="0" fill="hold" grpId="17" nodeType="withEffect">
                                  <p:stCondLst>
                                    <p:cond delay="1320"/>
                                  </p:stCondLst>
                                  <p:childTnLst>
                                    <p:animMotion origin="layout" path="M 0.134635 -0.016321 L 0.160796 -0.044211 E" pathEditMode="relative" rAng="0" ptsTypes="AA">
                                      <p:cBhvr>
                                        <p:cTn id="880" dur="12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881" presetID="8" presetClass="emph" presetSubtype="0" fill="hold" grpId="18" nodeType="withEffect">
                                  <p:stCondLst>
                                    <p:cond delay="1320"/>
                                  </p:stCondLst>
                                  <p:childTnLst>
                                    <p:animRot by="-1600740">
                                      <p:cBhvr>
                                        <p:cTn id="882" dur="12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883" presetID="0" presetClass="path" presetSubtype="0" fill="hold" grpId="18" nodeType="withEffect">
                                  <p:stCondLst>
                                    <p:cond delay="1320"/>
                                  </p:stCondLst>
                                  <p:childTnLst>
                                    <p:animMotion origin="layout" path="M 0.155628 -0.030348 L 0.190134 -0.078455 E" pathEditMode="relative" rAng="0" ptsTypes="AA">
                                      <p:cBhvr>
                                        <p:cTn id="884" dur="12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885" presetID="8" presetClass="emph" presetSubtype="0" fill="hold" grpId="19" nodeType="withEffect">
                                  <p:stCondLst>
                                    <p:cond delay="1320"/>
                                  </p:stCondLst>
                                  <p:childTnLst>
                                    <p:animRot by="-1346640">
                                      <p:cBhvr>
                                        <p:cTn id="886" dur="12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887" presetID="0" presetClass="path" presetSubtype="0" fill="hold" grpId="18" nodeType="withEffect">
                                  <p:stCondLst>
                                    <p:cond delay="1320"/>
                                  </p:stCondLst>
                                  <p:childTnLst>
                                    <p:animMotion origin="layout" path="M 0.140706 -0.024882 L 0.16961 -0.065956 E" pathEditMode="relative" rAng="0" ptsTypes="AA">
                                      <p:cBhvr>
                                        <p:cTn id="888" dur="12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889" presetID="8" presetClass="emph" presetSubtype="0" fill="hold" grpId="19" nodeType="withEffect">
                                  <p:stCondLst>
                                    <p:cond delay="1320"/>
                                  </p:stCondLst>
                                  <p:childTnLst>
                                    <p:animRot by="-1346640">
                                      <p:cBhvr>
                                        <p:cTn id="890" dur="12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891" presetID="0" presetClass="path" presetSubtype="0" fill="hold" grpId="24" nodeType="withEffect">
                                  <p:stCondLst>
                                    <p:cond delay="1440"/>
                                  </p:stCondLst>
                                  <p:childTnLst>
                                    <p:animMotion origin="layout" path="M 0.118589 -0.010854 L 0.131411 -0.010854 E" pathEditMode="relative" rAng="0" ptsTypes="AA">
                                      <p:cBhvr>
                                        <p:cTn id="892" dur="12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893" presetID="0" presetClass="path" presetSubtype="0" fill="hold" grpId="24" nodeType="withEffect">
                                  <p:stCondLst>
                                    <p:cond delay="1440"/>
                                  </p:stCondLst>
                                  <p:childTnLst>
                                    <p:animMotion origin="layout" path="M 0.120787 -0.010814 L 0.133608 -0.010814 E" pathEditMode="relative" rAng="0" ptsTypes="AA">
                                      <p:cBhvr>
                                        <p:cTn id="894" dur="12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895" presetID="0" presetClass="path" presetSubtype="0" fill="hold" grpId="24" nodeType="withEffect">
                                  <p:stCondLst>
                                    <p:cond delay="1440"/>
                                  </p:stCondLst>
                                  <p:childTnLst>
                                    <p:animMotion origin="layout" path="M 0.117772 -0.010869 L 0.130593 -0.010869 E" pathEditMode="relative" rAng="0" ptsTypes="AA">
                                      <p:cBhvr>
                                        <p:cTn id="896" dur="12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897" presetID="0" presetClass="path" presetSubtype="0" fill="hold" grpId="24" nodeType="withEffect">
                                  <p:stCondLst>
                                    <p:cond delay="1440"/>
                                  </p:stCondLst>
                                  <p:childTnLst>
                                    <p:animMotion origin="layout" path="M 0.121033 -0.010775 L 0.133855 -0.010775 E" pathEditMode="relative" rAng="0" ptsTypes="AA">
                                      <p:cBhvr>
                                        <p:cTn id="898" dur="12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899" presetID="0" presetClass="path" presetSubtype="0" fill="hold" grpId="24" nodeType="withEffect">
                                  <p:stCondLst>
                                    <p:cond delay="1440"/>
                                  </p:stCondLst>
                                  <p:childTnLst>
                                    <p:animMotion origin="layout" path="M 0.121974 -0.01075 L 0.134796 -0.01075 E" pathEditMode="relative" rAng="0" ptsTypes="AA">
                                      <p:cBhvr>
                                        <p:cTn id="900" dur="12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901" presetID="0" presetClass="path" presetSubtype="0" fill="hold" grpId="24" nodeType="withEffect">
                                  <p:stCondLst>
                                    <p:cond delay="1440"/>
                                  </p:stCondLst>
                                  <p:childTnLst>
                                    <p:animMotion origin="layout" path="M 0.121168 -0.010405 L 0.13399 -0.010405 E" pathEditMode="relative" rAng="0" ptsTypes="AA">
                                      <p:cBhvr>
                                        <p:cTn id="902" dur="12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903" presetID="0" presetClass="path" presetSubtype="0" fill="hold" grpId="20" nodeType="withEffect">
                                  <p:stCondLst>
                                    <p:cond delay="1440"/>
                                  </p:stCondLst>
                                  <p:childTnLst>
                                    <p:animMotion origin="layout" path="M 0.120186 -0.027847 L 0.132418 -0.01879 E" pathEditMode="relative" rAng="0" ptsTypes="AA">
                                      <p:cBhvr>
                                        <p:cTn id="904" dur="12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905" presetID="8" presetClass="emph" presetSubtype="0" fill="hold" grpId="21" nodeType="withEffect">
                                  <p:stCondLst>
                                    <p:cond delay="1440"/>
                                  </p:stCondLst>
                                  <p:childTnLst>
                                    <p:animRot by="-809220">
                                      <p:cBhvr>
                                        <p:cTn id="906" dur="12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907" presetID="0" presetClass="path" presetSubtype="0" fill="hold" grpId="22" nodeType="withEffect">
                                  <p:stCondLst>
                                    <p:cond delay="1440"/>
                                  </p:stCondLst>
                                  <p:childTnLst>
                                    <p:animMotion origin="layout" path="M 0.118589 0 L 0.131411 0 E" pathEditMode="relative" rAng="0" ptsTypes="AA">
                                      <p:cBhvr>
                                        <p:cTn id="908" dur="12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909" presetID="0" presetClass="path" presetSubtype="0" fill="hold" grpId="20" nodeType="withEffect">
                                  <p:stCondLst>
                                    <p:cond delay="1440"/>
                                  </p:stCondLst>
                                  <p:childTnLst>
                                    <p:animMotion origin="layout" path="M 0.131857 -0.019591 L 0.142338 -0.016862 E" pathEditMode="relative" rAng="0" ptsTypes="AA">
                                      <p:cBhvr>
                                        <p:cTn id="910" dur="12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911" presetID="8" presetClass="emph" presetSubtype="0" fill="hold" grpId="21" nodeType="withEffect">
                                  <p:stCondLst>
                                    <p:cond delay="1440"/>
                                  </p:stCondLst>
                                  <p:childTnLst>
                                    <p:animRot by="385920">
                                      <p:cBhvr>
                                        <p:cTn id="912" dur="12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913" presetID="0" presetClass="path" presetSubtype="0" fill="hold" grpId="20" nodeType="withEffect">
                                  <p:stCondLst>
                                    <p:cond delay="1440"/>
                                  </p:stCondLst>
                                  <p:childTnLst>
                                    <p:animMotion origin="layout" path="M 0.154201 -0.030758 L 0.152152 -0.024863 E" pathEditMode="relative" rAng="0" ptsTypes="AA">
                                      <p:cBhvr>
                                        <p:cTn id="914" dur="12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915" presetID="8" presetClass="emph" presetSubtype="0" fill="hold" grpId="21" nodeType="withEffect">
                                  <p:stCondLst>
                                    <p:cond delay="1440"/>
                                  </p:stCondLst>
                                  <p:childTnLst>
                                    <p:animRot by="1454100">
                                      <p:cBhvr>
                                        <p:cTn id="916" dur="12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917" presetID="0" presetClass="path" presetSubtype="0" fill="hold" grpId="20" nodeType="withEffect">
                                  <p:stCondLst>
                                    <p:cond delay="1440"/>
                                  </p:stCondLst>
                                  <p:childTnLst>
                                    <p:animMotion origin="layout" path="M 0.16039 -0.035141 L 0.145885 -0.023845 E" pathEditMode="relative" rAng="0" ptsTypes="AA">
                                      <p:cBhvr>
                                        <p:cTn id="918" dur="12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919" presetID="8" presetClass="emph" presetSubtype="0" fill="hold" grpId="21" nodeType="withEffect">
                                  <p:stCondLst>
                                    <p:cond delay="1440"/>
                                  </p:stCondLst>
                                  <p:childTnLst>
                                    <p:animRot by="1957140">
                                      <p:cBhvr>
                                        <p:cTn id="920" dur="12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921" presetID="0" presetClass="path" presetSubtype="0" fill="hold" grpId="20" nodeType="withEffect">
                                  <p:stCondLst>
                                    <p:cond delay="1440"/>
                                  </p:stCondLst>
                                  <p:childTnLst>
                                    <p:animMotion origin="layout" path="M 0.16411 -0.035777 L 0.143324 -0.024142 E" pathEditMode="relative" rAng="0" ptsTypes="AA">
                                      <p:cBhvr>
                                        <p:cTn id="922" dur="12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923" presetID="8" presetClass="emph" presetSubtype="0" fill="hold" grpId="21" nodeType="withEffect">
                                  <p:stCondLst>
                                    <p:cond delay="1440"/>
                                  </p:stCondLst>
                                  <p:childTnLst>
                                    <p:animRot by="1957140">
                                      <p:cBhvr>
                                        <p:cTn id="924" dur="12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925" presetID="0" presetClass="path" presetSubtype="0" fill="hold" grpId="20" nodeType="withEffect">
                                  <p:stCondLst>
                                    <p:cond delay="1440"/>
                                  </p:stCondLst>
                                  <p:childTnLst>
                                    <p:animMotion origin="layout" path="M 0.105974 -0.015444 L 0.11636 -0.017895 E" pathEditMode="relative" rAng="0" ptsTypes="AA">
                                      <p:cBhvr>
                                        <p:cTn id="926" dur="12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927" presetID="8" presetClass="emph" presetSubtype="0" fill="hold" grpId="21" nodeType="withEffect">
                                  <p:stCondLst>
                                    <p:cond delay="1440"/>
                                  </p:stCondLst>
                                  <p:childTnLst>
                                    <p:animRot by="385860">
                                      <p:cBhvr>
                                        <p:cTn id="928" dur="12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929" presetID="0" presetClass="path" presetSubtype="0" fill="hold" grpId="20" nodeType="withEffect">
                                  <p:stCondLst>
                                    <p:cond delay="1440"/>
                                  </p:stCondLst>
                                  <p:childTnLst>
                                    <p:animMotion origin="layout" path="M 0.080607 -0.027834 L 0.086027 -0.036007 E" pathEditMode="relative" rAng="0" ptsTypes="AA">
                                      <p:cBhvr>
                                        <p:cTn id="930" dur="12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931" presetID="8" presetClass="emph" presetSubtype="0" fill="hold" grpId="21" nodeType="withEffect">
                                  <p:stCondLst>
                                    <p:cond delay="1440"/>
                                  </p:stCondLst>
                                  <p:childTnLst>
                                    <p:animRot by="385920">
                                      <p:cBhvr>
                                        <p:cTn id="932" dur="12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933" presetID="0" presetClass="path" presetSubtype="0" fill="hold" grpId="20" nodeType="withEffect">
                                  <p:stCondLst>
                                    <p:cond delay="1440"/>
                                  </p:stCondLst>
                                  <p:childTnLst>
                                    <p:animMotion origin="layout" path="M 0.063962 -0.030973 L 0.067413 -0.04178 E" pathEditMode="relative" rAng="0" ptsTypes="AA">
                                      <p:cBhvr>
                                        <p:cTn id="934" dur="12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935" presetID="8" presetClass="emph" presetSubtype="0" fill="hold" grpId="21" nodeType="withEffect">
                                  <p:stCondLst>
                                    <p:cond delay="1440"/>
                                  </p:stCondLst>
                                  <p:childTnLst>
                                    <p:animRot by="-117120">
                                      <p:cBhvr>
                                        <p:cTn id="936" dur="12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937" presetID="0" presetClass="path" presetSubtype="0" fill="hold" grpId="19" nodeType="withEffect">
                                  <p:stCondLst>
                                    <p:cond delay="1440"/>
                                  </p:stCondLst>
                                  <p:childTnLst>
                                    <p:animMotion origin="layout" path="M 0.11075 -0.014192 L 0.123571 -0.014192 E" pathEditMode="relative" rAng="0" ptsTypes="AA">
                                      <p:cBhvr>
                                        <p:cTn id="938" dur="12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939" presetID="0" presetClass="path" presetSubtype="0" fill="hold" grpId="20" nodeType="withEffect">
                                  <p:stCondLst>
                                    <p:cond delay="1440"/>
                                  </p:stCondLst>
                                  <p:childTnLst>
                                    <p:animMotion origin="layout" path="M 0.09834 -0.018408 L 0.111161 -0.018408 E" pathEditMode="relative" rAng="0" ptsTypes="AA">
                                      <p:cBhvr>
                                        <p:cTn id="940" dur="12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941" presetID="0" presetClass="path" presetSubtype="0" fill="hold" grpId="19" nodeType="withEffect">
                                  <p:stCondLst>
                                    <p:cond delay="1440"/>
                                  </p:stCondLst>
                                  <p:childTnLst>
                                    <p:animMotion origin="layout" path="M 0.130551 -0.015863 L 0.143372 -0.015863 E" pathEditMode="relative" rAng="0" ptsTypes="AA">
                                      <p:cBhvr>
                                        <p:cTn id="942" dur="12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943" presetID="0" presetClass="path" presetSubtype="0" fill="hold" grpId="19" nodeType="withEffect">
                                  <p:stCondLst>
                                    <p:cond delay="1440"/>
                                  </p:stCondLst>
                                  <p:childTnLst>
                                    <p:animMotion origin="layout" path="M 0.160796 -0.044211 L 0.174027 -0.046262 E" pathEditMode="relative" rAng="0" ptsTypes="AA">
                                      <p:cBhvr>
                                        <p:cTn id="944" dur="12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945" presetID="8" presetClass="emph" presetSubtype="0" fill="hold" grpId="20" nodeType="withEffect">
                                  <p:stCondLst>
                                    <p:cond delay="1440"/>
                                  </p:stCondLst>
                                  <p:childTnLst>
                                    <p:animRot by="-206280">
                                      <p:cBhvr>
                                        <p:cTn id="946" dur="12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947" presetID="0" presetClass="path" presetSubtype="0" fill="hold" grpId="20" nodeType="withEffect">
                                  <p:stCondLst>
                                    <p:cond delay="1440"/>
                                  </p:stCondLst>
                                  <p:childTnLst>
                                    <p:animMotion origin="layout" path="M 0.190134 -0.078455 L 0.204039 -0.083215 E" pathEditMode="relative" rAng="0" ptsTypes="AA">
                                      <p:cBhvr>
                                        <p:cTn id="948" dur="12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949" presetID="8" presetClass="emph" presetSubtype="0" fill="hold" grpId="21" nodeType="withEffect">
                                  <p:stCondLst>
                                    <p:cond delay="1440"/>
                                  </p:stCondLst>
                                  <p:childTnLst>
                                    <p:animRot by="-90720">
                                      <p:cBhvr>
                                        <p:cTn id="950" dur="12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951" presetID="0" presetClass="path" presetSubtype="0" fill="hold" grpId="20" nodeType="withEffect">
                                  <p:stCondLst>
                                    <p:cond delay="1440"/>
                                  </p:stCondLst>
                                  <p:childTnLst>
                                    <p:animMotion origin="layout" path="M 0.16961 -0.065956 L 0.183243 -0.07017 E" pathEditMode="relative" rAng="0" ptsTypes="AA">
                                      <p:cBhvr>
                                        <p:cTn id="952" dur="12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953" presetID="8" presetClass="emph" presetSubtype="0" fill="hold" grpId="21" nodeType="withEffect">
                                  <p:stCondLst>
                                    <p:cond delay="1440"/>
                                  </p:stCondLst>
                                  <p:childTnLst>
                                    <p:animRot by="-90720">
                                      <p:cBhvr>
                                        <p:cTn id="954" dur="12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955" presetID="0" presetClass="path" presetSubtype="0" fill="hold" grpId="25" nodeType="withEffect">
                                  <p:stCondLst>
                                    <p:cond delay="1560"/>
                                  </p:stCondLst>
                                  <p:childTnLst>
                                    <p:animMotion origin="layout" path="M 0.131411 -0.010854 L 0.142283 -0.004146 E" pathEditMode="relative" rAng="0" ptsTypes="AA">
                                      <p:cBhvr>
                                        <p:cTn id="956" dur="12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957" presetID="8" presetClass="emph" presetSubtype="0" fill="hold" grpId="26" nodeType="withEffect">
                                  <p:stCondLst>
                                    <p:cond delay="1560"/>
                                  </p:stCondLst>
                                  <p:childTnLst>
                                    <p:animRot by="-47940">
                                      <p:cBhvr>
                                        <p:cTn id="958" dur="12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959" presetID="0" presetClass="path" presetSubtype="0" fill="hold" grpId="25" nodeType="withEffect">
                                  <p:stCondLst>
                                    <p:cond delay="1560"/>
                                  </p:stCondLst>
                                  <p:childTnLst>
                                    <p:animMotion origin="layout" path="M 0.133608 -0.010814 L 0.143641 -0.004131 E" pathEditMode="relative" rAng="0" ptsTypes="AA">
                                      <p:cBhvr>
                                        <p:cTn id="960" dur="12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961" presetID="8" presetClass="emph" presetSubtype="0" fill="hold" grpId="26" nodeType="withEffect">
                                  <p:stCondLst>
                                    <p:cond delay="1560"/>
                                  </p:stCondLst>
                                  <p:childTnLst>
                                    <p:animRot by="-47940">
                                      <p:cBhvr>
                                        <p:cTn id="962" dur="12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963" presetID="0" presetClass="path" presetSubtype="0" fill="hold" grpId="25" nodeType="withEffect">
                                  <p:stCondLst>
                                    <p:cond delay="1560"/>
                                  </p:stCondLst>
                                  <p:childTnLst>
                                    <p:animMotion origin="layout" path="M 0.130593 -0.010869 L 0.141777 -0.004152 E" pathEditMode="relative" rAng="0" ptsTypes="AA">
                                      <p:cBhvr>
                                        <p:cTn id="964" dur="12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965" presetID="8" presetClass="emph" presetSubtype="0" fill="hold" grpId="26" nodeType="withEffect">
                                  <p:stCondLst>
                                    <p:cond delay="1560"/>
                                  </p:stCondLst>
                                  <p:childTnLst>
                                    <p:animRot by="-47940">
                                      <p:cBhvr>
                                        <p:cTn id="966" dur="12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967" presetID="0" presetClass="path" presetSubtype="0" fill="hold" grpId="25" nodeType="withEffect">
                                  <p:stCondLst>
                                    <p:cond delay="1560"/>
                                  </p:stCondLst>
                                  <p:childTnLst>
                                    <p:animMotion origin="layout" path="M 0.133855 -0.010775 L 0.143793 -0.004116 E" pathEditMode="relative" rAng="0" ptsTypes="AA">
                                      <p:cBhvr>
                                        <p:cTn id="968" dur="12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969" presetID="8" presetClass="emph" presetSubtype="0" fill="hold" grpId="26" nodeType="withEffect">
                                  <p:stCondLst>
                                    <p:cond delay="1560"/>
                                  </p:stCondLst>
                                  <p:childTnLst>
                                    <p:animRot by="-189300">
                                      <p:cBhvr>
                                        <p:cTn id="970" dur="12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971" presetID="0" presetClass="path" presetSubtype="0" fill="hold" grpId="25" nodeType="withEffect">
                                  <p:stCondLst>
                                    <p:cond delay="1560"/>
                                  </p:stCondLst>
                                  <p:childTnLst>
                                    <p:animMotion origin="layout" path="M 0.134796 -0.01075 L 0.143732 -0.004115 E" pathEditMode="relative" rAng="0" ptsTypes="AA">
                                      <p:cBhvr>
                                        <p:cTn id="972" dur="12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973" presetID="8" presetClass="emph" presetSubtype="0" fill="hold" grpId="26" nodeType="withEffect">
                                  <p:stCondLst>
                                    <p:cond delay="1560"/>
                                  </p:stCondLst>
                                  <p:childTnLst>
                                    <p:animRot by="-189300">
                                      <p:cBhvr>
                                        <p:cTn id="974" dur="12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975" presetID="0" presetClass="path" presetSubtype="0" fill="hold" grpId="25" nodeType="withEffect">
                                  <p:stCondLst>
                                    <p:cond delay="1560"/>
                                  </p:stCondLst>
                                  <p:childTnLst>
                                    <p:animMotion origin="layout" path="M 0.13399 -0.010405 L 0.143784 -0.004139 E" pathEditMode="relative" rAng="0" ptsTypes="AA">
                                      <p:cBhvr>
                                        <p:cTn id="976" dur="12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977" presetID="8" presetClass="emph" presetSubtype="0" fill="hold" grpId="26" nodeType="withEffect">
                                  <p:stCondLst>
                                    <p:cond delay="1560"/>
                                  </p:stCondLst>
                                  <p:childTnLst>
                                    <p:animRot by="-189300">
                                      <p:cBhvr>
                                        <p:cTn id="978" dur="12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979" presetID="0" presetClass="path" presetSubtype="0" fill="hold" grpId="22" nodeType="withEffect">
                                  <p:stCondLst>
                                    <p:cond delay="1560"/>
                                  </p:stCondLst>
                                  <p:childTnLst>
                                    <p:animMotion origin="layout" path="M 0.132418 -0.01879 L 0.143501 -0.001883 E" pathEditMode="relative" rAng="0" ptsTypes="AA">
                                      <p:cBhvr>
                                        <p:cTn id="980" dur="12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981" presetID="8" presetClass="emph" presetSubtype="0" fill="hold" grpId="23" nodeType="withEffect">
                                  <p:stCondLst>
                                    <p:cond delay="1560"/>
                                  </p:stCondLst>
                                  <p:childTnLst>
                                    <p:animRot by="-898260">
                                      <p:cBhvr>
                                        <p:cTn id="982" dur="12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983" presetID="0" presetClass="path" presetSubtype="0" fill="hold" grpId="23" nodeType="withEffect">
                                  <p:stCondLst>
                                    <p:cond delay="1560"/>
                                  </p:stCondLst>
                                  <p:childTnLst>
                                    <p:animMotion origin="layout" path="M 0.131411 0 L 0.142283 0 E" pathEditMode="relative" rAng="0" ptsTypes="AA">
                                      <p:cBhvr>
                                        <p:cTn id="984" dur="12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985" presetID="6" presetClass="emph" presetSubtype="0" fill="hold" grpId="24" nodeType="withEffect">
                                  <p:stCondLst>
                                    <p:cond delay="1560"/>
                                  </p:stCondLst>
                                  <p:childTnLst>
                                    <p:animScale>
                                      <p:cBhvr>
                                        <p:cTn id="986" dur="120" fill="hold"/>
                                        <p:tgtEl>
                                          <p:spTgt spid="18"/>
                                        </p:tgtEl>
                                      </p:cBhvr>
                                      <p:by x="106157" y="106157"/>
                                    </p:animScale>
                                  </p:childTnLst>
                                </p:cTn>
                              </p:par>
                              <p:par>
                                <p:cTn id="987" presetID="0" presetClass="path" presetSubtype="0" fill="hold" grpId="22" nodeType="withEffect">
                                  <p:stCondLst>
                                    <p:cond delay="1560"/>
                                  </p:stCondLst>
                                  <p:childTnLst>
                                    <p:animMotion origin="layout" path="M 0.142338 -0.016862 L 0.147132 -0.005387 E" pathEditMode="relative" rAng="0" ptsTypes="AA">
                                      <p:cBhvr>
                                        <p:cTn id="988" dur="12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989" presetID="8" presetClass="emph" presetSubtype="0" fill="hold" grpId="23" nodeType="withEffect">
                                  <p:stCondLst>
                                    <p:cond delay="1560"/>
                                  </p:stCondLst>
                                  <p:childTnLst>
                                    <p:animRot by="993660">
                                      <p:cBhvr>
                                        <p:cTn id="990" dur="12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991" presetID="0" presetClass="path" presetSubtype="0" fill="hold" grpId="22" nodeType="withEffect">
                                  <p:stCondLst>
                                    <p:cond delay="1560"/>
                                  </p:stCondLst>
                                  <p:childTnLst>
                                    <p:animMotion origin="layout" path="M 0.152152 -0.024863 L 0.143797 -0.011036 E" pathEditMode="relative" rAng="0" ptsTypes="AA">
                                      <p:cBhvr>
                                        <p:cTn id="992" dur="12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993" presetID="8" presetClass="emph" presetSubtype="0" fill="hold" grpId="23" nodeType="withEffect">
                                  <p:stCondLst>
                                    <p:cond delay="1560"/>
                                  </p:stCondLst>
                                  <p:childTnLst>
                                    <p:animRot by="824580">
                                      <p:cBhvr>
                                        <p:cTn id="994" dur="12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995" presetID="0" presetClass="path" presetSubtype="0" fill="hold" grpId="22" nodeType="withEffect">
                                  <p:stCondLst>
                                    <p:cond delay="1560"/>
                                  </p:stCondLst>
                                  <p:childTnLst>
                                    <p:animMotion origin="layout" path="M 0.145885 -0.023845 L 0.129784 -0.011501 E" pathEditMode="relative" rAng="0" ptsTypes="AA">
                                      <p:cBhvr>
                                        <p:cTn id="996" dur="12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997" presetID="8" presetClass="emph" presetSubtype="0" fill="hold" grpId="23" nodeType="withEffect">
                                  <p:stCondLst>
                                    <p:cond delay="1560"/>
                                  </p:stCondLst>
                                  <p:childTnLst>
                                    <p:animRot by="1306980">
                                      <p:cBhvr>
                                        <p:cTn id="998" dur="12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999" presetID="0" presetClass="path" presetSubtype="0" fill="hold" grpId="22" nodeType="withEffect">
                                  <p:stCondLst>
                                    <p:cond delay="1560"/>
                                  </p:stCondLst>
                                  <p:childTnLst>
                                    <p:animMotion origin="layout" path="M 0.143324 -0.024142 L 0.123359 -0.013527 E" pathEditMode="relative" rAng="0" ptsTypes="AA">
                                      <p:cBhvr>
                                        <p:cTn id="1000" dur="12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1001" presetID="8" presetClass="emph" presetSubtype="0" fill="hold" grpId="23" nodeType="withEffect">
                                  <p:stCondLst>
                                    <p:cond delay="1560"/>
                                  </p:stCondLst>
                                  <p:childTnLst>
                                    <p:animRot by="1306980">
                                      <p:cBhvr>
                                        <p:cTn id="1002" dur="12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003" presetID="0" presetClass="path" presetSubtype="0" fill="hold" grpId="22" nodeType="withEffect">
                                  <p:stCondLst>
                                    <p:cond delay="1560"/>
                                  </p:stCondLst>
                                  <p:childTnLst>
                                    <p:animMotion origin="layout" path="M 0.11636 -0.017895 L 0.130649 -0.008393 E" pathEditMode="relative" rAng="0" ptsTypes="AA">
                                      <p:cBhvr>
                                        <p:cTn id="1004" dur="12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1005" presetID="8" presetClass="emph" presetSubtype="0" fill="hold" grpId="23" nodeType="withEffect">
                                  <p:stCondLst>
                                    <p:cond delay="1560"/>
                                  </p:stCondLst>
                                  <p:childTnLst>
                                    <p:animRot by="-444840">
                                      <p:cBhvr>
                                        <p:cTn id="1006" dur="12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007" presetID="0" presetClass="path" presetSubtype="0" fill="hold" grpId="22" nodeType="withEffect">
                                  <p:stCondLst>
                                    <p:cond delay="1560"/>
                                  </p:stCondLst>
                                  <p:childTnLst>
                                    <p:animMotion origin="layout" path="M 0.086027 -0.036007 L 0.106857 -0.01919 E" pathEditMode="relative" rAng="0" ptsTypes="AA">
                                      <p:cBhvr>
                                        <p:cTn id="1008" dur="12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1009" presetID="8" presetClass="emph" presetSubtype="0" fill="hold" grpId="23" nodeType="withEffect">
                                  <p:stCondLst>
                                    <p:cond delay="1560"/>
                                  </p:stCondLst>
                                  <p:childTnLst>
                                    <p:animRot by="-579120">
                                      <p:cBhvr>
                                        <p:cTn id="1010" dur="12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011" presetID="0" presetClass="path" presetSubtype="0" fill="hold" grpId="22" nodeType="withEffect">
                                  <p:stCondLst>
                                    <p:cond delay="1560"/>
                                  </p:stCondLst>
                                  <p:childTnLst>
                                    <p:animMotion origin="layout" path="M 0.067413 -0.04178 L 0.093507 -0.021909 E" pathEditMode="relative" rAng="0" ptsTypes="AA">
                                      <p:cBhvr>
                                        <p:cTn id="1012" dur="12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1013" presetID="8" presetClass="emph" presetSubtype="0" fill="hold" grpId="23" nodeType="withEffect">
                                  <p:stCondLst>
                                    <p:cond delay="1560"/>
                                  </p:stCondLst>
                                  <p:childTnLst>
                                    <p:animRot by="-1061520">
                                      <p:cBhvr>
                                        <p:cTn id="1014" dur="12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015" presetID="0" presetClass="path" presetSubtype="0" fill="hold" grpId="20" nodeType="withEffect">
                                  <p:stCondLst>
                                    <p:cond delay="1560"/>
                                  </p:stCondLst>
                                  <p:childTnLst>
                                    <p:animMotion origin="layout" path="M 0.123571 -0.014192 L 0.136329 -0.005951 E" pathEditMode="relative" rAng="0" ptsTypes="AA">
                                      <p:cBhvr>
                                        <p:cTn id="1016" dur="12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1017" presetID="8" presetClass="emph" presetSubtype="0" fill="hold" grpId="21" nodeType="withEffect">
                                  <p:stCondLst>
                                    <p:cond delay="1560"/>
                                  </p:stCondLst>
                                  <p:childTnLst>
                                    <p:animRot by="-384900">
                                      <p:cBhvr>
                                        <p:cTn id="1018" dur="12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019" presetID="0" presetClass="path" presetSubtype="0" fill="hold" grpId="21" nodeType="withEffect">
                                  <p:stCondLst>
                                    <p:cond delay="1560"/>
                                  </p:stCondLst>
                                  <p:childTnLst>
                                    <p:animMotion origin="layout" path="M 0.111161 -0.018408 L 0.128573 -0.008079 E" pathEditMode="relative" rAng="0" ptsTypes="AA">
                                      <p:cBhvr>
                                        <p:cTn id="1020" dur="12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1021" presetID="8" presetClass="emph" presetSubtype="0" fill="hold" grpId="22" nodeType="withEffect">
                                  <p:stCondLst>
                                    <p:cond delay="1560"/>
                                  </p:stCondLst>
                                  <p:childTnLst>
                                    <p:animRot by="-384900">
                                      <p:cBhvr>
                                        <p:cTn id="1022" dur="12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023" presetID="0" presetClass="path" presetSubtype="0" fill="hold" grpId="20" nodeType="withEffect">
                                  <p:stCondLst>
                                    <p:cond delay="1560"/>
                                  </p:stCondLst>
                                  <p:childTnLst>
                                    <p:animMotion origin="layout" path="M 0.143372 -0.015863 L 0.148857 -0.005547 E" pathEditMode="relative" rAng="0" ptsTypes="AA">
                                      <p:cBhvr>
                                        <p:cTn id="1024" dur="12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1025" presetID="8" presetClass="emph" presetSubtype="0" fill="hold" grpId="21" nodeType="withEffect">
                                  <p:stCondLst>
                                    <p:cond delay="1560"/>
                                  </p:stCondLst>
                                  <p:childTnLst>
                                    <p:animRot by="835680">
                                      <p:cBhvr>
                                        <p:cTn id="1026" dur="12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027" presetID="0" presetClass="path" presetSubtype="0" fill="hold" grpId="21" nodeType="withEffect">
                                  <p:stCondLst>
                                    <p:cond delay="1560"/>
                                  </p:stCondLst>
                                  <p:childTnLst>
                                    <p:animMotion origin="layout" path="M 0.174027 -0.046262 L 0.17082 -0.020488 E" pathEditMode="relative" rAng="0" ptsTypes="AA">
                                      <p:cBhvr>
                                        <p:cTn id="1028" dur="12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1029" presetID="8" presetClass="emph" presetSubtype="0" fill="hold" grpId="22" nodeType="withEffect">
                                  <p:stCondLst>
                                    <p:cond delay="1560"/>
                                  </p:stCondLst>
                                  <p:childTnLst>
                                    <p:animRot by="1266960">
                                      <p:cBhvr>
                                        <p:cTn id="1030" dur="12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031" presetID="0" presetClass="path" presetSubtype="0" fill="hold" grpId="22" nodeType="withEffect">
                                  <p:stCondLst>
                                    <p:cond delay="1560"/>
                                  </p:stCondLst>
                                  <p:childTnLst>
                                    <p:animMotion origin="layout" path="M 0.204039 -0.083215 L 0.195016 -0.039744 E" pathEditMode="relative" rAng="0" ptsTypes="AA">
                                      <p:cBhvr>
                                        <p:cTn id="1032" dur="12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1033" presetID="8" presetClass="emph" presetSubtype="0" fill="hold" grpId="23" nodeType="withEffect">
                                  <p:stCondLst>
                                    <p:cond delay="1560"/>
                                  </p:stCondLst>
                                  <p:childTnLst>
                                    <p:animRot by="1199760">
                                      <p:cBhvr>
                                        <p:cTn id="1034" dur="12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035" presetID="0" presetClass="path" presetSubtype="0" fill="hold" grpId="22" nodeType="withEffect">
                                  <p:stCondLst>
                                    <p:cond delay="1560"/>
                                  </p:stCondLst>
                                  <p:childTnLst>
                                    <p:animMotion origin="layout" path="M 0.183243 -0.07017 L 0.178912 -0.033205 E" pathEditMode="relative" rAng="0" ptsTypes="AA">
                                      <p:cBhvr>
                                        <p:cTn id="1036" dur="12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1037" presetID="8" presetClass="emph" presetSubtype="0" fill="hold" grpId="23" nodeType="withEffect">
                                  <p:stCondLst>
                                    <p:cond delay="1560"/>
                                  </p:stCondLst>
                                  <p:childTnLst>
                                    <p:animRot by="1199760">
                                      <p:cBhvr>
                                        <p:cTn id="1038" dur="12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039" presetID="0" presetClass="path" presetSubtype="0" fill="hold" grpId="27" nodeType="withEffect">
                                  <p:stCondLst>
                                    <p:cond delay="1680"/>
                                  </p:stCondLst>
                                  <p:childTnLst>
                                    <p:animMotion origin="layout" path="M 0.142283 -0.004146 L 0.15 0 E" pathEditMode="relative" rAng="0" ptsTypes="AA">
                                      <p:cBhvr>
                                        <p:cTn id="1040" dur="12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1041" presetID="8" presetClass="emph" presetSubtype="0" fill="hold" grpId="28" nodeType="withEffect">
                                  <p:stCondLst>
                                    <p:cond delay="1680"/>
                                  </p:stCondLst>
                                  <p:childTnLst>
                                    <p:animRot by="-77580">
                                      <p:cBhvr>
                                        <p:cTn id="1042" dur="12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043" presetID="0" presetClass="path" presetSubtype="0" fill="hold" grpId="27" nodeType="withEffect">
                                  <p:stCondLst>
                                    <p:cond delay="1680"/>
                                  </p:stCondLst>
                                  <p:childTnLst>
                                    <p:animMotion origin="layout" path="M 0.143641 -0.004131 L 0.15 0 E" pathEditMode="relative" rAng="0" ptsTypes="AA">
                                      <p:cBhvr>
                                        <p:cTn id="1044" dur="12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1045" presetID="8" presetClass="emph" presetSubtype="0" fill="hold" grpId="28" nodeType="withEffect">
                                  <p:stCondLst>
                                    <p:cond delay="1680"/>
                                  </p:stCondLst>
                                  <p:childTnLst>
                                    <p:animRot by="-77580">
                                      <p:cBhvr>
                                        <p:cTn id="1046" dur="12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047" presetID="0" presetClass="path" presetSubtype="0" fill="hold" grpId="27" nodeType="withEffect">
                                  <p:stCondLst>
                                    <p:cond delay="1680"/>
                                  </p:stCondLst>
                                  <p:childTnLst>
                                    <p:animMotion origin="layout" path="M 0.141777 -0.004152 L 0.15 0 E" pathEditMode="relative" rAng="0" ptsTypes="AA">
                                      <p:cBhvr>
                                        <p:cTn id="1048" dur="12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1049" presetID="8" presetClass="emph" presetSubtype="0" fill="hold" grpId="28" nodeType="withEffect">
                                  <p:stCondLst>
                                    <p:cond delay="1680"/>
                                  </p:stCondLst>
                                  <p:childTnLst>
                                    <p:animRot by="-77580">
                                      <p:cBhvr>
                                        <p:cTn id="1050" dur="12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051" presetID="0" presetClass="path" presetSubtype="0" fill="hold" grpId="27" nodeType="withEffect">
                                  <p:stCondLst>
                                    <p:cond delay="1680"/>
                                  </p:stCondLst>
                                  <p:childTnLst>
                                    <p:animMotion origin="layout" path="M 0.143793 -0.004116 L 0.15 0 E" pathEditMode="relative" rAng="0" ptsTypes="AA">
                                      <p:cBhvr>
                                        <p:cTn id="1052" dur="12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1053" presetID="8" presetClass="emph" presetSubtype="0" fill="hold" grpId="28" nodeType="withEffect">
                                  <p:stCondLst>
                                    <p:cond delay="1680"/>
                                  </p:stCondLst>
                                  <p:childTnLst>
                                    <p:animRot by="-138540">
                                      <p:cBhvr>
                                        <p:cTn id="1054" dur="12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055" presetID="0" presetClass="path" presetSubtype="0" fill="hold" grpId="27" nodeType="withEffect">
                                  <p:stCondLst>
                                    <p:cond delay="1680"/>
                                  </p:stCondLst>
                                  <p:childTnLst>
                                    <p:animMotion origin="layout" path="M 0.143732 -0.004115 L 0.149206 1.7e-05 E" pathEditMode="relative" rAng="0" ptsTypes="AA">
                                      <p:cBhvr>
                                        <p:cTn id="1056" dur="12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1057" presetID="8" presetClass="emph" presetSubtype="0" fill="hold" grpId="28" nodeType="withEffect">
                                  <p:stCondLst>
                                    <p:cond delay="1680"/>
                                  </p:stCondLst>
                                  <p:childTnLst>
                                    <p:animRot by="-138540">
                                      <p:cBhvr>
                                        <p:cTn id="1058" dur="12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059" presetID="0" presetClass="path" presetSubtype="0" fill="hold" grpId="27" nodeType="withEffect">
                                  <p:stCondLst>
                                    <p:cond delay="1680"/>
                                  </p:stCondLst>
                                  <p:childTnLst>
                                    <p:animMotion origin="layout" path="M 0.143784 -0.004139 L 0.149871 -0.000306 E" pathEditMode="relative" rAng="0" ptsTypes="AA">
                                      <p:cBhvr>
                                        <p:cTn id="1060" dur="12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1061" presetID="8" presetClass="emph" presetSubtype="0" fill="hold" grpId="28" nodeType="withEffect">
                                  <p:stCondLst>
                                    <p:cond delay="1680"/>
                                  </p:stCondLst>
                                  <p:childTnLst>
                                    <p:animRot by="-138540">
                                      <p:cBhvr>
                                        <p:cTn id="1062" dur="12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063" presetID="0" presetClass="path" presetSubtype="0" fill="hold" grpId="24" nodeType="withEffect">
                                  <p:stCondLst>
                                    <p:cond delay="1680"/>
                                  </p:stCondLst>
                                  <p:childTnLst>
                                    <p:animMotion origin="layout" path="M 0.143501 -0.001883 L 0.149975 -0.000224 E" pathEditMode="relative" rAng="0" ptsTypes="AA">
                                      <p:cBhvr>
                                        <p:cTn id="1064" dur="12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1065" presetID="8" presetClass="emph" presetSubtype="0" fill="hold" grpId="25" nodeType="withEffect">
                                  <p:stCondLst>
                                    <p:cond delay="1680"/>
                                  </p:stCondLst>
                                  <p:childTnLst>
                                    <p:animRot by="254040">
                                      <p:cBhvr>
                                        <p:cTn id="1066" dur="12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067" presetID="0" presetClass="path" presetSubtype="0" fill="hold" grpId="25" nodeType="withEffect">
                                  <p:stCondLst>
                                    <p:cond delay="1680"/>
                                  </p:stCondLst>
                                  <p:childTnLst>
                                    <p:animMotion origin="layout" path="M 0.142283 0 L 0.15 0 E" pathEditMode="relative" rAng="0" ptsTypes="AA">
                                      <p:cBhvr>
                                        <p:cTn id="1068" dur="12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1069" presetID="6" presetClass="emph" presetSubtype="0" fill="hold" grpId="26" nodeType="withEffect">
                                  <p:stCondLst>
                                    <p:cond delay="1680"/>
                                  </p:stCondLst>
                                  <p:childTnLst>
                                    <p:animScale>
                                      <p:cBhvr>
                                        <p:cTn id="1070" dur="120" fill="hold"/>
                                        <p:tgtEl>
                                          <p:spTgt spid="18"/>
                                        </p:tgtEl>
                                      </p:cBhvr>
                                      <p:by x="103573" y="103573"/>
                                    </p:animScale>
                                  </p:childTnLst>
                                </p:cTn>
                              </p:par>
                              <p:par>
                                <p:cTn id="1071" presetID="0" presetClass="path" presetSubtype="0" fill="hold" grpId="24" nodeType="withEffect">
                                  <p:stCondLst>
                                    <p:cond delay="1680"/>
                                  </p:stCondLst>
                                  <p:childTnLst>
                                    <p:animMotion origin="layout" path="M 0.147132 -0.005387 L 0.148993 -3.6e-05 E" pathEditMode="relative" rAng="0" ptsTypes="AA">
                                      <p:cBhvr>
                                        <p:cTn id="1072" dur="12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1073" presetID="8" presetClass="emph" presetSubtype="0" fill="hold" grpId="25" nodeType="withEffect">
                                  <p:stCondLst>
                                    <p:cond delay="1680"/>
                                  </p:stCondLst>
                                  <p:childTnLst>
                                    <p:animRot by="947520">
                                      <p:cBhvr>
                                        <p:cTn id="1074" dur="12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075" presetID="0" presetClass="path" presetSubtype="0" fill="hold" grpId="24" nodeType="withEffect">
                                  <p:stCondLst>
                                    <p:cond delay="1680"/>
                                  </p:stCondLst>
                                  <p:childTnLst>
                                    <p:animMotion origin="layout" path="M 0.143797 -0.011036 L 0.139607 -0.002731 E" pathEditMode="relative" rAng="0" ptsTypes="AA">
                                      <p:cBhvr>
                                        <p:cTn id="1076" dur="12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1077" presetID="8" presetClass="emph" presetSubtype="0" fill="hold" grpId="25" nodeType="withEffect">
                                  <p:stCondLst>
                                    <p:cond delay="1680"/>
                                  </p:stCondLst>
                                  <p:childTnLst>
                                    <p:animRot by="-325560">
                                      <p:cBhvr>
                                        <p:cTn id="1078" dur="12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079" presetID="0" presetClass="path" presetSubtype="0" fill="hold" grpId="24" nodeType="withEffect">
                                  <p:stCondLst>
                                    <p:cond delay="1680"/>
                                  </p:stCondLst>
                                  <p:childTnLst>
                                    <p:animMotion origin="layout" path="M 0.129784 -0.011501 L 0.127771 -0.00183 E" pathEditMode="relative" rAng="0" ptsTypes="AA">
                                      <p:cBhvr>
                                        <p:cTn id="1080" dur="12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1081" presetID="8" presetClass="emph" presetSubtype="0" fill="hold" grpId="25" nodeType="withEffect">
                                  <p:stCondLst>
                                    <p:cond delay="1680"/>
                                  </p:stCondLst>
                                  <p:childTnLst>
                                    <p:animRot by="-48000">
                                      <p:cBhvr>
                                        <p:cTn id="1082" dur="12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083" presetID="0" presetClass="path" presetSubtype="0" fill="hold" grpId="24" nodeType="withEffect">
                                  <p:stCondLst>
                                    <p:cond delay="1680"/>
                                  </p:stCondLst>
                                  <p:childTnLst>
                                    <p:animMotion origin="layout" path="M 0.123359 -0.013527 L 0.121475 -0.003767 E" pathEditMode="relative" rAng="0" ptsTypes="AA">
                                      <p:cBhvr>
                                        <p:cTn id="1084" dur="12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1085" presetID="8" presetClass="emph" presetSubtype="0" fill="hold" grpId="25" nodeType="withEffect">
                                  <p:stCondLst>
                                    <p:cond delay="1680"/>
                                  </p:stCondLst>
                                  <p:childTnLst>
                                    <p:animRot by="-48000">
                                      <p:cBhvr>
                                        <p:cTn id="1086" dur="12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087" presetID="0" presetClass="path" presetSubtype="0" fill="hold" grpId="24" nodeType="withEffect">
                                  <p:stCondLst>
                                    <p:cond delay="1680"/>
                                  </p:stCondLst>
                                  <p:childTnLst>
                                    <p:animMotion origin="layout" path="M 0.130649 -0.008393 L 0.148993 -3.6e-05 E" pathEditMode="relative" rAng="0" ptsTypes="AA">
                                      <p:cBhvr>
                                        <p:cTn id="1088" dur="12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1089" presetID="8" presetClass="emph" presetSubtype="0" fill="hold" grpId="25" nodeType="withEffect">
                                  <p:stCondLst>
                                    <p:cond delay="1680"/>
                                  </p:stCondLst>
                                  <p:childTnLst>
                                    <p:animRot by="-1380120">
                                      <p:cBhvr>
                                        <p:cTn id="1090" dur="12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091" presetID="0" presetClass="path" presetSubtype="0" fill="hold" grpId="24" nodeType="withEffect">
                                  <p:stCondLst>
                                    <p:cond delay="1680"/>
                                  </p:stCondLst>
                                  <p:childTnLst>
                                    <p:animMotion origin="layout" path="M 0.106857 -0.01919 L 0.146864 -0.000169 E" pathEditMode="relative" rAng="0" ptsTypes="AA">
                                      <p:cBhvr>
                                        <p:cTn id="1092" dur="12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1093" presetID="8" presetClass="emph" presetSubtype="0" fill="hold" grpId="25" nodeType="withEffect">
                                  <p:stCondLst>
                                    <p:cond delay="1680"/>
                                  </p:stCondLst>
                                  <p:childTnLst>
                                    <p:animRot by="-1597380">
                                      <p:cBhvr>
                                        <p:cTn id="1094" dur="12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095" presetID="0" presetClass="path" presetSubtype="0" fill="hold" grpId="24" nodeType="withEffect">
                                  <p:stCondLst>
                                    <p:cond delay="1680"/>
                                  </p:stCondLst>
                                  <p:childTnLst>
                                    <p:animMotion origin="layout" path="M 0.093507 -0.021909 L 0.146782 -0.001771 E" pathEditMode="relative" rAng="0" ptsTypes="AA">
                                      <p:cBhvr>
                                        <p:cTn id="1096" dur="12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1097" presetID="8" presetClass="emph" presetSubtype="0" fill="hold" grpId="25" nodeType="withEffect">
                                  <p:stCondLst>
                                    <p:cond delay="1680"/>
                                  </p:stCondLst>
                                  <p:childTnLst>
                                    <p:animRot by="-1875000">
                                      <p:cBhvr>
                                        <p:cTn id="1098" dur="12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099" presetID="0" presetClass="path" presetSubtype="0" fill="hold" grpId="22" nodeType="withEffect">
                                  <p:stCondLst>
                                    <p:cond delay="1680"/>
                                  </p:stCondLst>
                                  <p:childTnLst>
                                    <p:animMotion origin="layout" path="M 0.136329 -0.005951 L 0.148704 -6.8e-05 E" pathEditMode="relative" rAng="0" ptsTypes="AA">
                                      <p:cBhvr>
                                        <p:cTn id="1100" dur="12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1101" presetID="8" presetClass="emph" presetSubtype="0" fill="hold" grpId="23" nodeType="withEffect">
                                  <p:stCondLst>
                                    <p:cond delay="1680"/>
                                  </p:stCondLst>
                                  <p:childTnLst>
                                    <p:animRot by="-848160">
                                      <p:cBhvr>
                                        <p:cTn id="1102" dur="12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103" presetID="0" presetClass="path" presetSubtype="0" fill="hold" grpId="23" nodeType="withEffect">
                                  <p:stCondLst>
                                    <p:cond delay="1680"/>
                                  </p:stCondLst>
                                  <p:childTnLst>
                                    <p:animMotion origin="layout" path="M 0.128573 -0.008079 L 0.151481 -0.000925 E" pathEditMode="relative" rAng="0" ptsTypes="AA">
                                      <p:cBhvr>
                                        <p:cTn id="1104" dur="12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1105" presetID="8" presetClass="emph" presetSubtype="0" fill="hold" grpId="24" nodeType="withEffect">
                                  <p:stCondLst>
                                    <p:cond delay="1680"/>
                                  </p:stCondLst>
                                  <p:childTnLst>
                                    <p:animRot by="-848160">
                                      <p:cBhvr>
                                        <p:cTn id="1106" dur="12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107" presetID="0" presetClass="path" presetSubtype="0" fill="hold" grpId="22" nodeType="withEffect">
                                  <p:stCondLst>
                                    <p:cond delay="1680"/>
                                  </p:stCondLst>
                                  <p:childTnLst>
                                    <p:animMotion origin="layout" path="M 0.148857 -0.005547 L 0.148704 -6.8e-05 E" pathEditMode="relative" rAng="0" ptsTypes="AA">
                                      <p:cBhvr>
                                        <p:cTn id="1108" dur="12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1109" presetID="8" presetClass="emph" presetSubtype="0" fill="hold" grpId="23" nodeType="withEffect">
                                  <p:stCondLst>
                                    <p:cond delay="1680"/>
                                  </p:stCondLst>
                                  <p:childTnLst>
                                    <p:animRot by="1126800">
                                      <p:cBhvr>
                                        <p:cTn id="1110" dur="12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111" presetID="0" presetClass="path" presetSubtype="0" fill="hold" grpId="23" nodeType="withEffect">
                                  <p:stCondLst>
                                    <p:cond delay="1680"/>
                                  </p:stCondLst>
                                  <p:childTnLst>
                                    <p:animMotion origin="layout" path="M 0.17082 -0.020488 L 0.153399 -0.001761 E" pathEditMode="relative" rAng="0" ptsTypes="AA">
                                      <p:cBhvr>
                                        <p:cTn id="1112" dur="12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1113" presetID="8" presetClass="emph" presetSubtype="0" fill="hold" grpId="24" nodeType="withEffect">
                                  <p:stCondLst>
                                    <p:cond delay="1680"/>
                                  </p:stCondLst>
                                  <p:childTnLst>
                                    <p:animRot by="2030820">
                                      <p:cBhvr>
                                        <p:cTn id="1114" dur="12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115" presetID="0" presetClass="path" presetSubtype="0" fill="hold" grpId="24" nodeType="withEffect">
                                  <p:stCondLst>
                                    <p:cond delay="1680"/>
                                  </p:stCondLst>
                                  <p:childTnLst>
                                    <p:animMotion origin="layout" path="M 0.195016 -0.039744 L 0.16239 -0.003801 E" pathEditMode="relative" rAng="0" ptsTypes="AA">
                                      <p:cBhvr>
                                        <p:cTn id="1116" dur="12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1117" presetID="8" presetClass="emph" presetSubtype="0" fill="hold" grpId="25" nodeType="withEffect">
                                  <p:stCondLst>
                                    <p:cond delay="1680"/>
                                  </p:stCondLst>
                                  <p:childTnLst>
                                    <p:animRot by="1806720">
                                      <p:cBhvr>
                                        <p:cTn id="1118" dur="12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119" presetID="0" presetClass="path" presetSubtype="0" fill="hold" grpId="24" nodeType="withEffect">
                                  <p:stCondLst>
                                    <p:cond delay="1680"/>
                                  </p:stCondLst>
                                  <p:childTnLst>
                                    <p:animMotion origin="layout" path="M 0.178912 -0.033205 L 0.156767 -0.003106 E" pathEditMode="relative" rAng="0" ptsTypes="AA">
                                      <p:cBhvr>
                                        <p:cTn id="1120" dur="12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1121" presetID="8" presetClass="emph" presetSubtype="0" fill="hold" grpId="25" nodeType="withEffect">
                                  <p:stCondLst>
                                    <p:cond delay="1680"/>
                                  </p:stCondLst>
                                  <p:childTnLst>
                                    <p:animRot by="1806720">
                                      <p:cBhvr>
                                        <p:cTn id="1122" dur="12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123" presetID="0" presetClass="path" presetSubtype="0" fill="hold" grpId="29" nodeType="withEffect">
                                  <p:stCondLst>
                                    <p:cond delay="1800"/>
                                  </p:stCondLst>
                                  <p:childTnLst>
                                    <p:animMotion origin="layout" path="M 0.15 0 L 0.157717 -0.004146 E" pathEditMode="relative" rAng="0" ptsTypes="AA">
                                      <p:cBhvr>
                                        <p:cTn id="1124" dur="12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1125" presetID="8" presetClass="emph" presetSubtype="0" fill="hold" grpId="30" nodeType="withEffect">
                                  <p:stCondLst>
                                    <p:cond delay="1800"/>
                                  </p:stCondLst>
                                  <p:childTnLst>
                                    <p:animRot by="-77580">
                                      <p:cBhvr>
                                        <p:cTn id="1126" dur="12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127" presetID="0" presetClass="path" presetSubtype="0" fill="hold" grpId="29" nodeType="withEffect">
                                  <p:stCondLst>
                                    <p:cond delay="1800"/>
                                  </p:stCondLst>
                                  <p:childTnLst>
                                    <p:animMotion origin="layout" path="M 0.15 0 L 0.156359 -0.004131 E" pathEditMode="relative" rAng="0" ptsTypes="AA">
                                      <p:cBhvr>
                                        <p:cTn id="1128" dur="12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1129" presetID="8" presetClass="emph" presetSubtype="0" fill="hold" grpId="30" nodeType="withEffect">
                                  <p:stCondLst>
                                    <p:cond delay="1800"/>
                                  </p:stCondLst>
                                  <p:childTnLst>
                                    <p:animRot by="-77580">
                                      <p:cBhvr>
                                        <p:cTn id="1130" dur="12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131" presetID="0" presetClass="path" presetSubtype="0" fill="hold" grpId="29" nodeType="withEffect">
                                  <p:stCondLst>
                                    <p:cond delay="1800"/>
                                  </p:stCondLst>
                                  <p:childTnLst>
                                    <p:animMotion origin="layout" path="M 0.15 0 L 0.158223 -0.004152 E" pathEditMode="relative" rAng="0" ptsTypes="AA">
                                      <p:cBhvr>
                                        <p:cTn id="1132" dur="12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1133" presetID="8" presetClass="emph" presetSubtype="0" fill="hold" grpId="30" nodeType="withEffect">
                                  <p:stCondLst>
                                    <p:cond delay="1800"/>
                                  </p:stCondLst>
                                  <p:childTnLst>
                                    <p:animRot by="-77580">
                                      <p:cBhvr>
                                        <p:cTn id="1134" dur="12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135" presetID="0" presetClass="path" presetSubtype="0" fill="hold" grpId="29" nodeType="withEffect">
                                  <p:stCondLst>
                                    <p:cond delay="1800"/>
                                  </p:stCondLst>
                                  <p:childTnLst>
                                    <p:animMotion origin="layout" path="M 0.15 0 L 0.156207 -0.004116 E" pathEditMode="relative" rAng="0" ptsTypes="AA">
                                      <p:cBhvr>
                                        <p:cTn id="1136" dur="12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1137" presetID="8" presetClass="emph" presetSubtype="0" fill="hold" grpId="30" nodeType="withEffect">
                                  <p:stCondLst>
                                    <p:cond delay="1800"/>
                                  </p:stCondLst>
                                  <p:childTnLst>
                                    <p:animRot by="68760">
                                      <p:cBhvr>
                                        <p:cTn id="1138" dur="12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139" presetID="0" presetClass="path" presetSubtype="0" fill="hold" grpId="29" nodeType="withEffect">
                                  <p:stCondLst>
                                    <p:cond delay="1800"/>
                                  </p:stCondLst>
                                  <p:childTnLst>
                                    <p:animMotion origin="layout" path="M 0.149206 1.7e-05 L 0.155777 -0.004111 E" pathEditMode="relative" rAng="0" ptsTypes="AA">
                                      <p:cBhvr>
                                        <p:cTn id="1140" dur="12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1141" presetID="8" presetClass="emph" presetSubtype="0" fill="hold" grpId="30" nodeType="withEffect">
                                  <p:stCondLst>
                                    <p:cond delay="1800"/>
                                  </p:stCondLst>
                                  <p:childTnLst>
                                    <p:animRot by="68760">
                                      <p:cBhvr>
                                        <p:cTn id="1142" dur="12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143" presetID="0" presetClass="path" presetSubtype="0" fill="hold" grpId="29" nodeType="withEffect">
                                  <p:stCondLst>
                                    <p:cond delay="1800"/>
                                  </p:stCondLst>
                                  <p:childTnLst>
                                    <p:animMotion origin="layout" path="M 0.149871 -0.000306 L 0.156139 -0.004282 E" pathEditMode="relative" rAng="0" ptsTypes="AA">
                                      <p:cBhvr>
                                        <p:cTn id="1144" dur="12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1145" presetID="8" presetClass="emph" presetSubtype="0" fill="hold" grpId="30" nodeType="withEffect">
                                  <p:stCondLst>
                                    <p:cond delay="1800"/>
                                  </p:stCondLst>
                                  <p:childTnLst>
                                    <p:animRot by="68760">
                                      <p:cBhvr>
                                        <p:cTn id="1146" dur="12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147" presetID="0" presetClass="path" presetSubtype="0" fill="hold" grpId="26" nodeType="withEffect">
                                  <p:stCondLst>
                                    <p:cond delay="1800"/>
                                  </p:stCondLst>
                                  <p:childTnLst>
                                    <p:animMotion origin="layout" path="M 0.149975 -0.000224 L 0.156573 -0.01589 E" pathEditMode="relative" rAng="0" ptsTypes="AA">
                                      <p:cBhvr>
                                        <p:cTn id="1148" dur="12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1149" presetID="8" presetClass="emph" presetSubtype="0" fill="hold" grpId="27" nodeType="withEffect">
                                  <p:stCondLst>
                                    <p:cond delay="1800"/>
                                  </p:stCondLst>
                                  <p:childTnLst>
                                    <p:animRot by="1055280">
                                      <p:cBhvr>
                                        <p:cTn id="1150" dur="12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151" presetID="0" presetClass="path" presetSubtype="0" fill="hold" grpId="27" nodeType="withEffect">
                                  <p:stCondLst>
                                    <p:cond delay="1800"/>
                                  </p:stCondLst>
                                  <p:childTnLst>
                                    <p:animMotion origin="layout" path="M 0.15 0 L 0.157717 0 E" pathEditMode="relative" rAng="0" ptsTypes="AA">
                                      <p:cBhvr>
                                        <p:cTn id="1152" dur="12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1153" presetID="6" presetClass="emph" presetSubtype="0" fill="hold" grpId="28" nodeType="withEffect">
                                  <p:stCondLst>
                                    <p:cond delay="1800"/>
                                  </p:stCondLst>
                                  <p:childTnLst>
                                    <p:animScale>
                                      <p:cBhvr>
                                        <p:cTn id="1154" dur="120" fill="hold"/>
                                        <p:tgtEl>
                                          <p:spTgt spid="18"/>
                                        </p:tgtEl>
                                      </p:cBhvr>
                                      <p:by x="96550" y="96550"/>
                                    </p:animScale>
                                  </p:childTnLst>
                                </p:cTn>
                              </p:par>
                              <p:par>
                                <p:cTn id="1155" presetID="0" presetClass="path" presetSubtype="0" fill="hold" grpId="26" nodeType="withEffect">
                                  <p:stCondLst>
                                    <p:cond delay="1800"/>
                                  </p:stCondLst>
                                  <p:childTnLst>
                                    <p:animMotion origin="layout" path="M 0.148993 -3.6e-05 L 0.152264 -0.005658 E" pathEditMode="relative" rAng="0" ptsTypes="AA">
                                      <p:cBhvr>
                                        <p:cTn id="1156" dur="12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1157" presetID="8" presetClass="emph" presetSubtype="0" fill="hold" grpId="27" nodeType="withEffect">
                                  <p:stCondLst>
                                    <p:cond delay="1800"/>
                                  </p:stCondLst>
                                  <p:childTnLst>
                                    <p:animRot by="755700">
                                      <p:cBhvr>
                                        <p:cTn id="1158" dur="12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159" presetID="0" presetClass="path" presetSubtype="0" fill="hold" grpId="26" nodeType="withEffect">
                                  <p:stCondLst>
                                    <p:cond delay="1800"/>
                                  </p:stCondLst>
                                  <p:childTnLst>
                                    <p:animMotion origin="layout" path="M 0.139607 -0.002731 L 0.137283 -0.009567 E" pathEditMode="relative" rAng="0" ptsTypes="AA">
                                      <p:cBhvr>
                                        <p:cTn id="1160" dur="12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1161" presetID="8" presetClass="emph" presetSubtype="0" fill="hold" grpId="27" nodeType="withEffect">
                                  <p:stCondLst>
                                    <p:cond delay="1800"/>
                                  </p:stCondLst>
                                  <p:childTnLst>
                                    <p:animRot by="-126660">
                                      <p:cBhvr>
                                        <p:cTn id="1162" dur="12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163" presetID="0" presetClass="path" presetSubtype="0" fill="hold" grpId="26" nodeType="withEffect">
                                  <p:stCondLst>
                                    <p:cond delay="1800"/>
                                  </p:stCondLst>
                                  <p:childTnLst>
                                    <p:animMotion origin="layout" path="M 0.127771 -0.00183 L 0.126575 -0.008305 E" pathEditMode="relative" rAng="0" ptsTypes="AA">
                                      <p:cBhvr>
                                        <p:cTn id="1164" dur="12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1165" presetID="8" presetClass="emph" presetSubtype="0" fill="hold" grpId="27" nodeType="withEffect">
                                  <p:stCondLst>
                                    <p:cond delay="1800"/>
                                  </p:stCondLst>
                                  <p:childTnLst>
                                    <p:animRot by="-159900">
                                      <p:cBhvr>
                                        <p:cTn id="1166" dur="12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167" presetID="0" presetClass="path" presetSubtype="0" fill="hold" grpId="26" nodeType="withEffect">
                                  <p:stCondLst>
                                    <p:cond delay="1800"/>
                                  </p:stCondLst>
                                  <p:childTnLst>
                                    <p:animMotion origin="layout" path="M 0.121475 -0.003767 L 0.120717 -0.00996 E" pathEditMode="relative" rAng="0" ptsTypes="AA">
                                      <p:cBhvr>
                                        <p:cTn id="1168" dur="12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1169" presetID="8" presetClass="emph" presetSubtype="0" fill="hold" grpId="27" nodeType="withEffect">
                                  <p:stCondLst>
                                    <p:cond delay="1800"/>
                                  </p:stCondLst>
                                  <p:childTnLst>
                                    <p:animRot by="-159900">
                                      <p:cBhvr>
                                        <p:cTn id="1170" dur="12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171" presetID="0" presetClass="path" presetSubtype="0" fill="hold" grpId="26" nodeType="withEffect">
                                  <p:stCondLst>
                                    <p:cond delay="1800"/>
                                  </p:stCondLst>
                                  <p:childTnLst>
                                    <p:animMotion origin="layout" path="M 0.148993 -3.6e-05 L 0.168784 -0.007995 E" pathEditMode="relative" rAng="0" ptsTypes="AA">
                                      <p:cBhvr>
                                        <p:cTn id="1172" dur="12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1173" presetID="8" presetClass="emph" presetSubtype="0" fill="hold" grpId="27" nodeType="withEffect">
                                  <p:stCondLst>
                                    <p:cond delay="1800"/>
                                  </p:stCondLst>
                                  <p:childTnLst>
                                    <p:animRot by="-1571880">
                                      <p:cBhvr>
                                        <p:cTn id="1174" dur="12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175" presetID="0" presetClass="path" presetSubtype="0" fill="hold" grpId="26" nodeType="withEffect">
                                  <p:stCondLst>
                                    <p:cond delay="1800"/>
                                  </p:stCondLst>
                                  <p:childTnLst>
                                    <p:animMotion origin="layout" path="M 0.146864 -0.000169 L 0.189689 -0.015061 E" pathEditMode="relative" rAng="0" ptsTypes="AA">
                                      <p:cBhvr>
                                        <p:cTn id="1176" dur="12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1177" presetID="8" presetClass="emph" presetSubtype="0" fill="hold" grpId="27" nodeType="withEffect">
                                  <p:stCondLst>
                                    <p:cond delay="1800"/>
                                  </p:stCondLst>
                                  <p:childTnLst>
                                    <p:animRot by="-1487220">
                                      <p:cBhvr>
                                        <p:cTn id="1178" dur="12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179" presetID="0" presetClass="path" presetSubtype="0" fill="hold" grpId="26" nodeType="withEffect">
                                  <p:stCondLst>
                                    <p:cond delay="1800"/>
                                  </p:stCondLst>
                                  <p:childTnLst>
                                    <p:animMotion origin="layout" path="M 0.146782 -0.001771 L 0.200673 -0.024512 E" pathEditMode="relative" rAng="0" ptsTypes="AA">
                                      <p:cBhvr>
                                        <p:cTn id="1180" dur="12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1181" presetID="8" presetClass="emph" presetSubtype="0" fill="hold" grpId="27" nodeType="withEffect">
                                  <p:stCondLst>
                                    <p:cond delay="1800"/>
                                  </p:stCondLst>
                                  <p:childTnLst>
                                    <p:animRot by="-1453920">
                                      <p:cBhvr>
                                        <p:cTn id="1182" dur="12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183" presetID="0" presetClass="path" presetSubtype="0" fill="hold" grpId="24" nodeType="withEffect">
                                  <p:stCondLst>
                                    <p:cond delay="1800"/>
                                  </p:stCondLst>
                                  <p:childTnLst>
                                    <p:animMotion origin="layout" path="M 0.148704 -6.8e-05 L 0.162903 -0.005547 E" pathEditMode="relative" rAng="0" ptsTypes="AA">
                                      <p:cBhvr>
                                        <p:cTn id="1184" dur="12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1185" presetID="8" presetClass="emph" presetSubtype="0" fill="hold" grpId="25" nodeType="withEffect">
                                  <p:stCondLst>
                                    <p:cond delay="1800"/>
                                  </p:stCondLst>
                                  <p:childTnLst>
                                    <p:animRot by="-1126800">
                                      <p:cBhvr>
                                        <p:cTn id="1186" dur="12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187" presetID="0" presetClass="path" presetSubtype="0" fill="hold" grpId="25" nodeType="withEffect">
                                  <p:stCondLst>
                                    <p:cond delay="1800"/>
                                  </p:stCondLst>
                                  <p:childTnLst>
                                    <p:animMotion origin="layout" path="M 0.151481 -0.000925 L 0.182677 -0.016168 E" pathEditMode="relative" rAng="0" ptsTypes="AA">
                                      <p:cBhvr>
                                        <p:cTn id="1188" dur="12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1189" presetID="8" presetClass="emph" presetSubtype="0" fill="hold" grpId="26" nodeType="withEffect">
                                  <p:stCondLst>
                                    <p:cond delay="1800"/>
                                  </p:stCondLst>
                                  <p:childTnLst>
                                    <p:animRot by="-1824540">
                                      <p:cBhvr>
                                        <p:cTn id="1190" dur="12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191" presetID="0" presetClass="path" presetSubtype="0" fill="hold" grpId="24" nodeType="withEffect">
                                  <p:stCondLst>
                                    <p:cond delay="1800"/>
                                  </p:stCondLst>
                                  <p:childTnLst>
                                    <p:animMotion origin="layout" path="M 0.148704 -6.8e-05 L 0.150375 -0.005951 E" pathEditMode="relative" rAng="0" ptsTypes="AA">
                                      <p:cBhvr>
                                        <p:cTn id="1192" dur="12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1193" presetID="8" presetClass="emph" presetSubtype="0" fill="hold" grpId="25" nodeType="withEffect">
                                  <p:stCondLst>
                                    <p:cond delay="1800"/>
                                  </p:stCondLst>
                                  <p:childTnLst>
                                    <p:animRot by="848160">
                                      <p:cBhvr>
                                        <p:cTn id="1194" dur="12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195" presetID="0" presetClass="path" presetSubtype="0" fill="hold" grpId="25" nodeType="withEffect">
                                  <p:stCondLst>
                                    <p:cond delay="1800"/>
                                  </p:stCondLst>
                                  <p:childTnLst>
                                    <p:animMotion origin="layout" path="M 0.153399 -0.001761 L 0.142601 -0.007869 E" pathEditMode="relative" rAng="0" ptsTypes="AA">
                                      <p:cBhvr>
                                        <p:cTn id="1196" dur="12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1197" presetID="8" presetClass="emph" presetSubtype="0" fill="hold" grpId="26" nodeType="withEffect">
                                  <p:stCondLst>
                                    <p:cond delay="1800"/>
                                  </p:stCondLst>
                                  <p:childTnLst>
                                    <p:animRot by="1181940">
                                      <p:cBhvr>
                                        <p:cTn id="1198" dur="12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199" presetID="0" presetClass="path" presetSubtype="0" fill="hold" grpId="26" nodeType="withEffect">
                                  <p:stCondLst>
                                    <p:cond delay="1800"/>
                                  </p:stCondLst>
                                  <p:childTnLst>
                                    <p:animMotion origin="layout" path="M 0.16239 -0.003801 L 0.141454 -0.008081 E" pathEditMode="relative" rAng="0" ptsTypes="AA">
                                      <p:cBhvr>
                                        <p:cTn id="1200" dur="12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1201" presetID="8" presetClass="emph" presetSubtype="0" fill="hold" grpId="27" nodeType="withEffect">
                                  <p:stCondLst>
                                    <p:cond delay="1800"/>
                                  </p:stCondLst>
                                  <p:childTnLst>
                                    <p:animRot by="886380">
                                      <p:cBhvr>
                                        <p:cTn id="1202" dur="12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203" presetID="0" presetClass="path" presetSubtype="0" fill="hold" grpId="26" nodeType="withEffect">
                                  <p:stCondLst>
                                    <p:cond delay="1800"/>
                                  </p:stCondLst>
                                  <p:childTnLst>
                                    <p:animMotion origin="layout" path="M 0.156767 -0.003106 L 0.141731 -0.008079 E" pathEditMode="relative" rAng="0" ptsTypes="AA">
                                      <p:cBhvr>
                                        <p:cTn id="1204" dur="12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1205" presetID="8" presetClass="emph" presetSubtype="0" fill="hold" grpId="27" nodeType="withEffect">
                                  <p:stCondLst>
                                    <p:cond delay="1800"/>
                                  </p:stCondLst>
                                  <p:childTnLst>
                                    <p:animRot by="886380">
                                      <p:cBhvr>
                                        <p:cTn id="1206" dur="12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207" presetID="0" presetClass="path" presetSubtype="0" fill="hold" grpId="31" nodeType="withEffect">
                                  <p:stCondLst>
                                    <p:cond delay="1920"/>
                                  </p:stCondLst>
                                  <p:childTnLst>
                                    <p:animMotion origin="layout" path="M 0.157717 -0.004146 L 0.168589 -0.010854 E" pathEditMode="relative" rAng="0" ptsTypes="AA">
                                      <p:cBhvr>
                                        <p:cTn id="1208" dur="12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1209" presetID="8" presetClass="emph" presetSubtype="0" fill="hold" grpId="32" nodeType="withEffect">
                                  <p:stCondLst>
                                    <p:cond delay="1920"/>
                                  </p:stCondLst>
                                  <p:childTnLst>
                                    <p:animRot by="-47940">
                                      <p:cBhvr>
                                        <p:cTn id="1210" dur="12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211" presetID="0" presetClass="path" presetSubtype="0" fill="hold" grpId="31" nodeType="withEffect">
                                  <p:stCondLst>
                                    <p:cond delay="1920"/>
                                  </p:stCondLst>
                                  <p:childTnLst>
                                    <p:animMotion origin="layout" path="M 0.156359 -0.004131 L 0.166392 -0.010814 E" pathEditMode="relative" rAng="0" ptsTypes="AA">
                                      <p:cBhvr>
                                        <p:cTn id="1212" dur="12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1213" presetID="8" presetClass="emph" presetSubtype="0" fill="hold" grpId="32" nodeType="withEffect">
                                  <p:stCondLst>
                                    <p:cond delay="1920"/>
                                  </p:stCondLst>
                                  <p:childTnLst>
                                    <p:animRot by="-47940">
                                      <p:cBhvr>
                                        <p:cTn id="1214" dur="12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215" presetID="0" presetClass="path" presetSubtype="0" fill="hold" grpId="31" nodeType="withEffect">
                                  <p:stCondLst>
                                    <p:cond delay="1920"/>
                                  </p:stCondLst>
                                  <p:childTnLst>
                                    <p:animMotion origin="layout" path="M 0.158223 -0.004152 L 0.169407 -0.010869 E" pathEditMode="relative" rAng="0" ptsTypes="AA">
                                      <p:cBhvr>
                                        <p:cTn id="1216" dur="12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1217" presetID="8" presetClass="emph" presetSubtype="0" fill="hold" grpId="32" nodeType="withEffect">
                                  <p:stCondLst>
                                    <p:cond delay="1920"/>
                                  </p:stCondLst>
                                  <p:childTnLst>
                                    <p:animRot by="-47940">
                                      <p:cBhvr>
                                        <p:cTn id="1218" dur="12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219" presetID="0" presetClass="path" presetSubtype="0" fill="hold" grpId="31" nodeType="withEffect">
                                  <p:stCondLst>
                                    <p:cond delay="1920"/>
                                  </p:stCondLst>
                                  <p:childTnLst>
                                    <p:animMotion origin="layout" path="M 0.156207 -0.004116 L 0.166145 -0.010775 E" pathEditMode="relative" rAng="0" ptsTypes="AA">
                                      <p:cBhvr>
                                        <p:cTn id="1220" dur="12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1221" presetID="8" presetClass="emph" presetSubtype="0" fill="hold" grpId="32" nodeType="withEffect">
                                  <p:stCondLst>
                                    <p:cond delay="1920"/>
                                  </p:stCondLst>
                                  <p:childTnLst>
                                    <p:animRot by="146100">
                                      <p:cBhvr>
                                        <p:cTn id="1222" dur="12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223" presetID="0" presetClass="path" presetSubtype="0" fill="hold" grpId="31" nodeType="withEffect">
                                  <p:stCondLst>
                                    <p:cond delay="1920"/>
                                  </p:stCondLst>
                                  <p:childTnLst>
                                    <p:animMotion origin="layout" path="M 0.155777 -0.004111 L 0.166489 -0.010772 E" pathEditMode="relative" rAng="0" ptsTypes="AA">
                                      <p:cBhvr>
                                        <p:cTn id="1224" dur="12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1225" presetID="8" presetClass="emph" presetSubtype="0" fill="hold" grpId="32" nodeType="withEffect">
                                  <p:stCondLst>
                                    <p:cond delay="1920"/>
                                  </p:stCondLst>
                                  <p:childTnLst>
                                    <p:animRot by="146100">
                                      <p:cBhvr>
                                        <p:cTn id="1226" dur="12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227" presetID="0" presetClass="path" presetSubtype="0" fill="hold" grpId="31" nodeType="withEffect">
                                  <p:stCondLst>
                                    <p:cond delay="1920"/>
                                  </p:stCondLst>
                                  <p:childTnLst>
                                    <p:animMotion origin="layout" path="M 0.156139 -0.004282 L 0.166197 -0.010641 E" pathEditMode="relative" rAng="0" ptsTypes="AA">
                                      <p:cBhvr>
                                        <p:cTn id="1228" dur="12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1229" presetID="8" presetClass="emph" presetSubtype="0" fill="hold" grpId="32" nodeType="withEffect">
                                  <p:stCondLst>
                                    <p:cond delay="1920"/>
                                  </p:stCondLst>
                                  <p:childTnLst>
                                    <p:animRot by="146100">
                                      <p:cBhvr>
                                        <p:cTn id="1230" dur="12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231" presetID="0" presetClass="path" presetSubtype="0" fill="hold" grpId="28" nodeType="withEffect">
                                  <p:stCondLst>
                                    <p:cond delay="1920"/>
                                  </p:stCondLst>
                                  <p:childTnLst>
                                    <p:animMotion origin="layout" path="M 0.156573 -0.01589 L 0.167345 -0.026794 E" pathEditMode="relative" rAng="0" ptsTypes="AA">
                                      <p:cBhvr>
                                        <p:cTn id="1232" dur="12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1233" presetID="8" presetClass="emph" presetSubtype="0" fill="hold" grpId="29" nodeType="withEffect">
                                  <p:stCondLst>
                                    <p:cond delay="1920"/>
                                  </p:stCondLst>
                                  <p:childTnLst>
                                    <p:animRot by="398160">
                                      <p:cBhvr>
                                        <p:cTn id="1234" dur="12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235" presetID="0" presetClass="path" presetSubtype="0" fill="hold" grpId="29" nodeType="withEffect">
                                  <p:stCondLst>
                                    <p:cond delay="1920"/>
                                  </p:stCondLst>
                                  <p:childTnLst>
                                    <p:animMotion origin="layout" path="M 0.157717 0 L 0.168589 0 E" pathEditMode="relative" rAng="0" ptsTypes="AA">
                                      <p:cBhvr>
                                        <p:cTn id="1236" dur="12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1237" presetID="6" presetClass="emph" presetSubtype="0" fill="hold" grpId="30" nodeType="withEffect">
                                  <p:stCondLst>
                                    <p:cond delay="1920"/>
                                  </p:stCondLst>
                                  <p:childTnLst>
                                    <p:animScale>
                                      <p:cBhvr>
                                        <p:cTn id="1238" dur="120" fill="hold"/>
                                        <p:tgtEl>
                                          <p:spTgt spid="18"/>
                                        </p:tgtEl>
                                      </p:cBhvr>
                                      <p:by x="94200" y="94200"/>
                                    </p:animScale>
                                  </p:childTnLst>
                                </p:cTn>
                              </p:par>
                              <p:par>
                                <p:cTn id="1239" presetID="0" presetClass="path" presetSubtype="0" fill="hold" grpId="28" nodeType="withEffect">
                                  <p:stCondLst>
                                    <p:cond delay="1920"/>
                                  </p:stCondLst>
                                  <p:childTnLst>
                                    <p:animMotion origin="layout" path="M 0.152264 -0.005658 L 0.159098 -0.015495 E" pathEditMode="relative" rAng="0" ptsTypes="AA">
                                      <p:cBhvr>
                                        <p:cTn id="1240" dur="12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1241" presetID="8" presetClass="emph" presetSubtype="0" fill="hold" grpId="29" nodeType="withEffect">
                                  <p:stCondLst>
                                    <p:cond delay="1920"/>
                                  </p:stCondLst>
                                  <p:childTnLst>
                                    <p:animRot by="683400">
                                      <p:cBhvr>
                                        <p:cTn id="1242" dur="12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243" presetID="0" presetClass="path" presetSubtype="0" fill="hold" grpId="28" nodeType="withEffect">
                                  <p:stCondLst>
                                    <p:cond delay="1920"/>
                                  </p:stCondLst>
                                  <p:childTnLst>
                                    <p:animMotion origin="layout" path="M 0.137283 -0.009567 L 0.133649 -0.027265 E" pathEditMode="relative" rAng="0" ptsTypes="AA">
                                      <p:cBhvr>
                                        <p:cTn id="1244" dur="12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1245" presetID="8" presetClass="emph" presetSubtype="0" fill="hold" grpId="29" nodeType="withEffect">
                                  <p:stCondLst>
                                    <p:cond delay="1920"/>
                                  </p:stCondLst>
                                  <p:childTnLst>
                                    <p:animRot by="817620">
                                      <p:cBhvr>
                                        <p:cTn id="1246" dur="12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247" presetID="0" presetClass="path" presetSubtype="0" fill="hold" grpId="28" nodeType="withEffect">
                                  <p:stCondLst>
                                    <p:cond delay="1920"/>
                                  </p:stCondLst>
                                  <p:childTnLst>
                                    <p:animMotion origin="layout" path="M 0.126575 -0.008305 L 0.116869 -0.029624 E" pathEditMode="relative" rAng="0" ptsTypes="AA">
                                      <p:cBhvr>
                                        <p:cTn id="1248" dur="12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1249" presetID="8" presetClass="emph" presetSubtype="0" fill="hold" grpId="29" nodeType="withEffect">
                                  <p:stCondLst>
                                    <p:cond delay="1920"/>
                                  </p:stCondLst>
                                  <p:childTnLst>
                                    <p:animRot by="486180">
                                      <p:cBhvr>
                                        <p:cTn id="1250" dur="12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251" presetID="0" presetClass="path" presetSubtype="0" fill="hold" grpId="28" nodeType="withEffect">
                                  <p:stCondLst>
                                    <p:cond delay="1920"/>
                                  </p:stCondLst>
                                  <p:childTnLst>
                                    <p:animMotion origin="layout" path="M 0.120717 -0.00996 L 0.109724 -0.032199 E" pathEditMode="relative" rAng="0" ptsTypes="AA">
                                      <p:cBhvr>
                                        <p:cTn id="1252" dur="12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1253" presetID="8" presetClass="emph" presetSubtype="0" fill="hold" grpId="29" nodeType="withEffect">
                                  <p:stCondLst>
                                    <p:cond delay="1920"/>
                                  </p:stCondLst>
                                  <p:childTnLst>
                                    <p:animRot by="486180">
                                      <p:cBhvr>
                                        <p:cTn id="1254" dur="12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255" presetID="0" presetClass="path" presetSubtype="0" fill="hold" grpId="28" nodeType="withEffect">
                                  <p:stCondLst>
                                    <p:cond delay="1920"/>
                                  </p:stCondLst>
                                  <p:childTnLst>
                                    <p:animMotion origin="layout" path="M 0.168784 -0.007995 L 0.18498 -0.019642 E" pathEditMode="relative" rAng="0" ptsTypes="AA">
                                      <p:cBhvr>
                                        <p:cTn id="1256" dur="12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1257" presetID="8" presetClass="emph" presetSubtype="0" fill="hold" grpId="29" nodeType="withEffect">
                                  <p:stCondLst>
                                    <p:cond delay="1920"/>
                                  </p:stCondLst>
                                  <p:childTnLst>
                                    <p:animRot by="-755220">
                                      <p:cBhvr>
                                        <p:cTn id="1258" dur="12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259" presetID="0" presetClass="path" presetSubtype="0" fill="hold" grpId="28" nodeType="withEffect">
                                  <p:stCondLst>
                                    <p:cond delay="1920"/>
                                  </p:stCondLst>
                                  <p:childTnLst>
                                    <p:animMotion origin="layout" path="M 0.189689 -0.015061 L 0.207478 -0.029977 E" pathEditMode="relative" rAng="0" ptsTypes="AA">
                                      <p:cBhvr>
                                        <p:cTn id="1260" dur="12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1261" presetID="8" presetClass="emph" presetSubtype="0" fill="hold" grpId="29" nodeType="withEffect">
                                  <p:stCondLst>
                                    <p:cond delay="1920"/>
                                  </p:stCondLst>
                                  <p:childTnLst>
                                    <p:animRot by="633720">
                                      <p:cBhvr>
                                        <p:cTn id="1262" dur="12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263" presetID="0" presetClass="path" presetSubtype="0" fill="hold" grpId="28" nodeType="withEffect">
                                  <p:stCondLst>
                                    <p:cond delay="1920"/>
                                  </p:stCondLst>
                                  <p:childTnLst>
                                    <p:animMotion origin="layout" path="M 0.200673 -0.024512 L 0.213691 -0.034029 E" pathEditMode="relative" rAng="0" ptsTypes="AA">
                                      <p:cBhvr>
                                        <p:cTn id="1264" dur="12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1265" presetID="8" presetClass="emph" presetSubtype="0" fill="hold" grpId="29" nodeType="withEffect">
                                  <p:stCondLst>
                                    <p:cond delay="1920"/>
                                  </p:stCondLst>
                                  <p:childTnLst>
                                    <p:animRot by="965160">
                                      <p:cBhvr>
                                        <p:cTn id="1266" dur="12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267" presetID="0" presetClass="path" presetSubtype="0" fill="hold" grpId="26" nodeType="withEffect">
                                  <p:stCondLst>
                                    <p:cond delay="1920"/>
                                  </p:stCondLst>
                                  <p:childTnLst>
                                    <p:animMotion origin="layout" path="M 0.162903 -0.005547 L 0.178304 -0.015863 E" pathEditMode="relative" rAng="0" ptsTypes="AA">
                                      <p:cBhvr>
                                        <p:cTn id="1268" dur="12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1269" presetID="8" presetClass="emph" presetSubtype="0" fill="hold" grpId="27" nodeType="withEffect">
                                  <p:stCondLst>
                                    <p:cond delay="1920"/>
                                  </p:stCondLst>
                                  <p:childTnLst>
                                    <p:animRot by="-835680">
                                      <p:cBhvr>
                                        <p:cTn id="1270" dur="12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271" presetID="0" presetClass="path" presetSubtype="0" fill="hold" grpId="27" nodeType="withEffect">
                                  <p:stCondLst>
                                    <p:cond delay="1920"/>
                                  </p:stCondLst>
                                  <p:childTnLst>
                                    <p:animMotion origin="layout" path="M 0.182677 -0.016168 L 0.208599 -0.043867 E" pathEditMode="relative" rAng="0" ptsTypes="AA">
                                      <p:cBhvr>
                                        <p:cTn id="1272" dur="12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1273" presetID="8" presetClass="emph" presetSubtype="0" fill="hold" grpId="28" nodeType="withEffect">
                                  <p:stCondLst>
                                    <p:cond delay="1920"/>
                                  </p:stCondLst>
                                  <p:childTnLst>
                                    <p:animRot by="-1600740">
                                      <p:cBhvr>
                                        <p:cTn id="1274" dur="12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275" presetID="0" presetClass="path" presetSubtype="0" fill="hold" grpId="26" nodeType="withEffect">
                                  <p:stCondLst>
                                    <p:cond delay="1920"/>
                                  </p:stCondLst>
                                  <p:childTnLst>
                                    <p:animMotion origin="layout" path="M 0.150375 -0.005951 L 0.158503 -0.014192 E" pathEditMode="relative" rAng="0" ptsTypes="AA">
                                      <p:cBhvr>
                                        <p:cTn id="1276" dur="12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1277" presetID="8" presetClass="emph" presetSubtype="0" fill="hold" grpId="27" nodeType="withEffect">
                                  <p:stCondLst>
                                    <p:cond delay="1920"/>
                                  </p:stCondLst>
                                  <p:childTnLst>
                                    <p:animRot by="384900">
                                      <p:cBhvr>
                                        <p:cTn id="1278" dur="12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279" presetID="0" presetClass="path" presetSubtype="0" fill="hold" grpId="27" nodeType="withEffect">
                                  <p:stCondLst>
                                    <p:cond delay="1920"/>
                                  </p:stCondLst>
                                  <p:childTnLst>
                                    <p:animMotion origin="layout" path="M 0.142601 -0.007869 L 0.146059 -0.018124 E" pathEditMode="relative" rAng="0" ptsTypes="AA">
                                      <p:cBhvr>
                                        <p:cTn id="1280" dur="12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1281" presetID="8" presetClass="emph" presetSubtype="0" fill="hold" grpId="28" nodeType="withEffect">
                                  <p:stCondLst>
                                    <p:cond delay="1920"/>
                                  </p:stCondLst>
                                  <p:childTnLst>
                                    <p:animRot by="384900">
                                      <p:cBhvr>
                                        <p:cTn id="1282" dur="12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283" presetID="0" presetClass="path" presetSubtype="0" fill="hold" grpId="28" nodeType="withEffect">
                                  <p:stCondLst>
                                    <p:cond delay="1920"/>
                                  </p:stCondLst>
                                  <p:childTnLst>
                                    <p:animMotion origin="layout" path="M 0.141454 -0.008081 L 0.141952 -0.019228 E" pathEditMode="relative" rAng="0" ptsTypes="AA">
                                      <p:cBhvr>
                                        <p:cTn id="1284" dur="12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1285" presetID="8" presetClass="emph" presetSubtype="0" fill="hold" grpId="29" nodeType="withEffect">
                                  <p:stCondLst>
                                    <p:cond delay="1920"/>
                                  </p:stCondLst>
                                  <p:childTnLst>
                                    <p:animRot by="130800">
                                      <p:cBhvr>
                                        <p:cTn id="1286" dur="12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287" presetID="0" presetClass="path" presetSubtype="0" fill="hold" grpId="28" nodeType="withEffect">
                                  <p:stCondLst>
                                    <p:cond delay="1920"/>
                                  </p:stCondLst>
                                  <p:childTnLst>
                                    <p:animMotion origin="layout" path="M 0.141731 -0.008079 L 0.143107 -0.019199 E" pathEditMode="relative" rAng="0" ptsTypes="AA">
                                      <p:cBhvr>
                                        <p:cTn id="1288" dur="12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1289" presetID="8" presetClass="emph" presetSubtype="0" fill="hold" grpId="29" nodeType="withEffect">
                                  <p:stCondLst>
                                    <p:cond delay="1920"/>
                                  </p:stCondLst>
                                  <p:childTnLst>
                                    <p:animRot by="130800">
                                      <p:cBhvr>
                                        <p:cTn id="1290" dur="12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291" presetID="0" presetClass="path" presetSubtype="0" fill="hold" grpId="33" nodeType="withEffect">
                                  <p:stCondLst>
                                    <p:cond delay="2040"/>
                                  </p:stCondLst>
                                  <p:childTnLst>
                                    <p:animMotion origin="layout" path="M 0.168589 -0.010854 L 0.181411 -0.010854 E" pathEditMode="relative" rAng="0" ptsTypes="AA">
                                      <p:cBhvr>
                                        <p:cTn id="1292" dur="12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1293" presetID="0" presetClass="path" presetSubtype="0" fill="hold" grpId="33" nodeType="withEffect">
                                  <p:stCondLst>
                                    <p:cond delay="2040"/>
                                  </p:stCondLst>
                                  <p:childTnLst>
                                    <p:animMotion origin="layout" path="M 0.166392 -0.010814 L 0.179213 -0.010814 E" pathEditMode="relative" rAng="0" ptsTypes="AA">
                                      <p:cBhvr>
                                        <p:cTn id="1294" dur="12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1295" presetID="0" presetClass="path" presetSubtype="0" fill="hold" grpId="33" nodeType="withEffect">
                                  <p:stCondLst>
                                    <p:cond delay="2040"/>
                                  </p:stCondLst>
                                  <p:childTnLst>
                                    <p:animMotion origin="layout" path="M 0.169407 -0.010869 L 0.182228 -0.010869 E" pathEditMode="relative" rAng="0" ptsTypes="AA">
                                      <p:cBhvr>
                                        <p:cTn id="1296" dur="12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1297" presetID="0" presetClass="path" presetSubtype="0" fill="hold" grpId="33" nodeType="withEffect">
                                  <p:stCondLst>
                                    <p:cond delay="2040"/>
                                  </p:stCondLst>
                                  <p:childTnLst>
                                    <p:animMotion origin="layout" path="M 0.166145 -0.010775 L 0.178967 -0.010775 E" pathEditMode="relative" rAng="0" ptsTypes="AA">
                                      <p:cBhvr>
                                        <p:cTn id="1298" dur="12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1299" presetID="0" presetClass="path" presetSubtype="0" fill="hold" grpId="33" nodeType="withEffect">
                                  <p:stCondLst>
                                    <p:cond delay="2040"/>
                                  </p:stCondLst>
                                  <p:childTnLst>
                                    <p:animMotion origin="layout" path="M 0.166489 -0.010772 L 0.17931 -0.010772 E" pathEditMode="relative" rAng="0" ptsTypes="AA">
                                      <p:cBhvr>
                                        <p:cTn id="1300" dur="12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1301" presetID="0" presetClass="path" presetSubtype="0" fill="hold" grpId="33" nodeType="withEffect">
                                  <p:stCondLst>
                                    <p:cond delay="2040"/>
                                  </p:stCondLst>
                                  <p:childTnLst>
                                    <p:animMotion origin="layout" path="M 0.166197 -0.010641 L 0.179018 -0.010641 E" pathEditMode="relative" rAng="0" ptsTypes="AA">
                                      <p:cBhvr>
                                        <p:cTn id="1302" dur="12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1303" presetID="0" presetClass="path" presetSubtype="0" fill="hold" grpId="30" nodeType="withEffect">
                                  <p:stCondLst>
                                    <p:cond delay="2040"/>
                                  </p:stCondLst>
                                  <p:childTnLst>
                                    <p:animMotion origin="layout" path="M 0.167345 -0.026794 L 0.179578 -0.017737 E" pathEditMode="relative" rAng="0" ptsTypes="AA">
                                      <p:cBhvr>
                                        <p:cTn id="1304" dur="12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1305" presetID="8" presetClass="emph" presetSubtype="0" fill="hold" grpId="31" nodeType="withEffect">
                                  <p:stCondLst>
                                    <p:cond delay="2040"/>
                                  </p:stCondLst>
                                  <p:childTnLst>
                                    <p:animRot by="-809220">
                                      <p:cBhvr>
                                        <p:cTn id="1306" dur="12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307" presetID="0" presetClass="path" presetSubtype="0" fill="hold" grpId="31" nodeType="withEffect">
                                  <p:stCondLst>
                                    <p:cond delay="2040"/>
                                  </p:stCondLst>
                                  <p:childTnLst>
                                    <p:animMotion origin="layout" path="M 0.168589 0 L 0.181411 0 E" pathEditMode="relative" rAng="0" ptsTypes="AA">
                                      <p:cBhvr>
                                        <p:cTn id="1308" dur="12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1309" presetID="0" presetClass="path" presetSubtype="0" fill="hold" grpId="30" nodeType="withEffect">
                                  <p:stCondLst>
                                    <p:cond delay="2040"/>
                                  </p:stCondLst>
                                  <p:childTnLst>
                                    <p:animMotion origin="layout" path="M 0.159098 -0.015495 L 0.169484 -0.017946 E" pathEditMode="relative" rAng="0" ptsTypes="AA">
                                      <p:cBhvr>
                                        <p:cTn id="1310" dur="12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1311" presetID="8" presetClass="emph" presetSubtype="0" fill="hold" grpId="31" nodeType="withEffect">
                                  <p:stCondLst>
                                    <p:cond delay="2040"/>
                                  </p:stCondLst>
                                  <p:childTnLst>
                                    <p:animRot by="385860">
                                      <p:cBhvr>
                                        <p:cTn id="1312" dur="12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313" presetID="0" presetClass="path" presetSubtype="0" fill="hold" grpId="30" nodeType="withEffect">
                                  <p:stCondLst>
                                    <p:cond delay="2040"/>
                                  </p:stCondLst>
                                  <p:childTnLst>
                                    <p:animMotion origin="layout" path="M 0.133649 -0.027265 L 0.139026 -0.035301 E" pathEditMode="relative" rAng="0" ptsTypes="AA">
                                      <p:cBhvr>
                                        <p:cTn id="1314" dur="12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1315" presetID="8" presetClass="emph" presetSubtype="0" fill="hold" grpId="31" nodeType="withEffect">
                                  <p:stCondLst>
                                    <p:cond delay="2040"/>
                                  </p:stCondLst>
                                  <p:childTnLst>
                                    <p:animRot by="385920">
                                      <p:cBhvr>
                                        <p:cTn id="1316" dur="12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317" presetID="0" presetClass="path" presetSubtype="0" fill="hold" grpId="30" nodeType="withEffect">
                                  <p:stCondLst>
                                    <p:cond delay="2040"/>
                                  </p:stCondLst>
                                  <p:childTnLst>
                                    <p:animMotion origin="layout" path="M 0.116869 -0.029624 L 0.120242 -0.040205 E" pathEditMode="relative" rAng="0" ptsTypes="AA">
                                      <p:cBhvr>
                                        <p:cTn id="1318" dur="12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1319" presetID="8" presetClass="emph" presetSubtype="0" fill="hold" grpId="31" nodeType="withEffect">
                                  <p:stCondLst>
                                    <p:cond delay="2040"/>
                                  </p:stCondLst>
                                  <p:childTnLst>
                                    <p:animRot by="-117120">
                                      <p:cBhvr>
                                        <p:cTn id="1320" dur="12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321" presetID="0" presetClass="path" presetSubtype="0" fill="hold" grpId="30" nodeType="withEffect">
                                  <p:stCondLst>
                                    <p:cond delay="2040"/>
                                  </p:stCondLst>
                                  <p:childTnLst>
                                    <p:animMotion origin="layout" path="M 0.109724 -0.032199 L 0.113394 -0.042542 E" pathEditMode="relative" rAng="0" ptsTypes="AA">
                                      <p:cBhvr>
                                        <p:cTn id="1322" dur="12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1323" presetID="8" presetClass="emph" presetSubtype="0" fill="hold" grpId="31" nodeType="withEffect">
                                  <p:stCondLst>
                                    <p:cond delay="2040"/>
                                  </p:stCondLst>
                                  <p:childTnLst>
                                    <p:animRot by="-117120">
                                      <p:cBhvr>
                                        <p:cTn id="1324" dur="12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325" presetID="0" presetClass="path" presetSubtype="0" fill="hold" grpId="30" nodeType="withEffect">
                                  <p:stCondLst>
                                    <p:cond delay="2040"/>
                                  </p:stCondLst>
                                  <p:childTnLst>
                                    <p:animMotion origin="layout" path="M 0.18498 -0.019642 L 0.195461 -0.016914 E" pathEditMode="relative" rAng="0" ptsTypes="AA">
                                      <p:cBhvr>
                                        <p:cTn id="1326" dur="12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1327" presetID="8" presetClass="emph" presetSubtype="0" fill="hold" grpId="31" nodeType="withEffect">
                                  <p:stCondLst>
                                    <p:cond delay="2040"/>
                                  </p:stCondLst>
                                  <p:childTnLst>
                                    <p:animRot by="385920">
                                      <p:cBhvr>
                                        <p:cTn id="1328" dur="12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329" presetID="0" presetClass="path" presetSubtype="0" fill="hold" grpId="30" nodeType="withEffect">
                                  <p:stCondLst>
                                    <p:cond delay="2040"/>
                                  </p:stCondLst>
                                  <p:childTnLst>
                                    <p:animMotion origin="layout" path="M 0.207478 -0.029977 L 0.205381 -0.024213 E" pathEditMode="relative" rAng="0" ptsTypes="AA">
                                      <p:cBhvr>
                                        <p:cTn id="1330" dur="12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1331" presetID="8" presetClass="emph" presetSubtype="0" fill="hold" grpId="31" nodeType="withEffect">
                                  <p:stCondLst>
                                    <p:cond delay="2040"/>
                                  </p:stCondLst>
                                  <p:childTnLst>
                                    <p:animRot by="1454100">
                                      <p:cBhvr>
                                        <p:cTn id="1332" dur="12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333" presetID="0" presetClass="path" presetSubtype="0" fill="hold" grpId="30" nodeType="withEffect">
                                  <p:stCondLst>
                                    <p:cond delay="2040"/>
                                  </p:stCondLst>
                                  <p:childTnLst>
                                    <p:animMotion origin="layout" path="M 0.213691 -0.034029 L 0.199133 -0.023499 E" pathEditMode="relative" rAng="0" ptsTypes="AA">
                                      <p:cBhvr>
                                        <p:cTn id="1334" dur="12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1335" presetID="8" presetClass="emph" presetSubtype="0" fill="hold" grpId="31" nodeType="withEffect">
                                  <p:stCondLst>
                                    <p:cond delay="2040"/>
                                  </p:stCondLst>
                                  <p:childTnLst>
                                    <p:animRot by="1957140">
                                      <p:cBhvr>
                                        <p:cTn id="1336" dur="12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337" presetID="0" presetClass="path" presetSubtype="0" fill="hold" grpId="28" nodeType="withEffect">
                                  <p:stCondLst>
                                    <p:cond delay="2040"/>
                                  </p:stCondLst>
                                  <p:childTnLst>
                                    <p:animMotion origin="layout" path="M 0.178304 -0.015863 L 0.191125 -0.015863 E" pathEditMode="relative" rAng="0" ptsTypes="AA">
                                      <p:cBhvr>
                                        <p:cTn id="1338" dur="12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1339" presetID="0" presetClass="path" presetSubtype="0" fill="hold" grpId="29" nodeType="withEffect">
                                  <p:stCondLst>
                                    <p:cond delay="2040"/>
                                  </p:stCondLst>
                                  <p:childTnLst>
                                    <p:animMotion origin="layout" path="M 0.208599 -0.043867 L 0.22183 -0.045919 E" pathEditMode="relative" rAng="0" ptsTypes="AA">
                                      <p:cBhvr>
                                        <p:cTn id="1340" dur="12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1341" presetID="8" presetClass="emph" presetSubtype="0" fill="hold" grpId="30" nodeType="withEffect">
                                  <p:stCondLst>
                                    <p:cond delay="2040"/>
                                  </p:stCondLst>
                                  <p:childTnLst>
                                    <p:animRot by="-206280">
                                      <p:cBhvr>
                                        <p:cTn id="1342" dur="12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343" presetID="0" presetClass="path" presetSubtype="0" fill="hold" grpId="28" nodeType="withEffect">
                                  <p:stCondLst>
                                    <p:cond delay="2040"/>
                                  </p:stCondLst>
                                  <p:childTnLst>
                                    <p:animMotion origin="layout" path="M 0.158503 -0.014192 L 0.171324 -0.014192 E" pathEditMode="relative" rAng="0" ptsTypes="AA">
                                      <p:cBhvr>
                                        <p:cTn id="1344" dur="12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1345" presetID="0" presetClass="path" presetSubtype="0" fill="hold" grpId="29" nodeType="withEffect">
                                  <p:stCondLst>
                                    <p:cond delay="2040"/>
                                  </p:stCondLst>
                                  <p:childTnLst>
                                    <p:animMotion origin="layout" path="M 0.146059 -0.018124 L 0.15888 -0.018124 E" pathEditMode="relative" rAng="0" ptsTypes="AA">
                                      <p:cBhvr>
                                        <p:cTn id="1346" dur="12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1347" presetID="0" presetClass="path" presetSubtype="0" fill="hold" grpId="30" nodeType="withEffect">
                                  <p:stCondLst>
                                    <p:cond delay="2040"/>
                                  </p:stCondLst>
                                  <p:childTnLst>
                                    <p:animMotion origin="layout" path="M 0.141952 -0.019228 L 0.155014 -0.019395 E" pathEditMode="relative" rAng="0" ptsTypes="AA">
                                      <p:cBhvr>
                                        <p:cTn id="1348" dur="12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1349" presetID="8" presetClass="emph" presetSubtype="0" fill="hold" grpId="31" nodeType="withEffect">
                                  <p:stCondLst>
                                    <p:cond delay="2040"/>
                                  </p:stCondLst>
                                  <p:childTnLst>
                                    <p:animRot by="-115500">
                                      <p:cBhvr>
                                        <p:cTn id="1350" dur="12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351" presetID="0" presetClass="path" presetSubtype="0" fill="hold" grpId="30" nodeType="withEffect">
                                  <p:stCondLst>
                                    <p:cond delay="2040"/>
                                  </p:stCondLst>
                                  <p:childTnLst>
                                    <p:animMotion origin="layout" path="M 0.143107 -0.019199 L 0.155393 -0.019391 E" pathEditMode="relative" rAng="0" ptsTypes="AA">
                                      <p:cBhvr>
                                        <p:cTn id="1352" dur="12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1353" presetID="8" presetClass="emph" presetSubtype="0" fill="hold" grpId="31" nodeType="withEffect">
                                  <p:stCondLst>
                                    <p:cond delay="2040"/>
                                  </p:stCondLst>
                                  <p:childTnLst>
                                    <p:animRot by="-115500">
                                      <p:cBhvr>
                                        <p:cTn id="1354" dur="12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355" presetID="0" presetClass="path" presetSubtype="0" fill="hold" grpId="34" nodeType="withEffect">
                                  <p:stCondLst>
                                    <p:cond delay="2160"/>
                                  </p:stCondLst>
                                  <p:childTnLst>
                                    <p:animMotion origin="layout" path="M 0.181411 -0.010854 L 0.192283 -0.004146 E" pathEditMode="relative" rAng="0" ptsTypes="AA">
                                      <p:cBhvr>
                                        <p:cTn id="1356" dur="12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1357" presetID="8" presetClass="emph" presetSubtype="0" fill="hold" grpId="35" nodeType="withEffect">
                                  <p:stCondLst>
                                    <p:cond delay="2160"/>
                                  </p:stCondLst>
                                  <p:childTnLst>
                                    <p:animRot by="47940">
                                      <p:cBhvr>
                                        <p:cTn id="1358" dur="12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359" presetID="0" presetClass="path" presetSubtype="0" fill="hold" grpId="34" nodeType="withEffect">
                                  <p:stCondLst>
                                    <p:cond delay="2160"/>
                                  </p:stCondLst>
                                  <p:childTnLst>
                                    <p:animMotion origin="layout" path="M 0.179213 -0.010814 L 0.190924 -0.004131 E" pathEditMode="relative" rAng="0" ptsTypes="AA">
                                      <p:cBhvr>
                                        <p:cTn id="1360" dur="12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1361" presetID="8" presetClass="emph" presetSubtype="0" fill="hold" grpId="35" nodeType="withEffect">
                                  <p:stCondLst>
                                    <p:cond delay="2160"/>
                                  </p:stCondLst>
                                  <p:childTnLst>
                                    <p:animRot by="47940">
                                      <p:cBhvr>
                                        <p:cTn id="1362" dur="12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363" presetID="0" presetClass="path" presetSubtype="0" fill="hold" grpId="34" nodeType="withEffect">
                                  <p:stCondLst>
                                    <p:cond delay="2160"/>
                                  </p:stCondLst>
                                  <p:childTnLst>
                                    <p:animMotion origin="layout" path="M 0.182228 -0.010869 L 0.192788 -0.004152 E" pathEditMode="relative" rAng="0" ptsTypes="AA">
                                      <p:cBhvr>
                                        <p:cTn id="1364" dur="12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1365" presetID="8" presetClass="emph" presetSubtype="0" fill="hold" grpId="35" nodeType="withEffect">
                                  <p:stCondLst>
                                    <p:cond delay="2160"/>
                                  </p:stCondLst>
                                  <p:childTnLst>
                                    <p:animRot by="47940">
                                      <p:cBhvr>
                                        <p:cTn id="1366" dur="12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367" presetID="0" presetClass="path" presetSubtype="0" fill="hold" grpId="34" nodeType="withEffect">
                                  <p:stCondLst>
                                    <p:cond delay="2160"/>
                                  </p:stCondLst>
                                  <p:childTnLst>
                                    <p:animMotion origin="layout" path="M 0.178967 -0.010775 L 0.190772 -0.004116 E" pathEditMode="relative" rAng="0" ptsTypes="AA">
                                      <p:cBhvr>
                                        <p:cTn id="1368" dur="12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1369" presetID="8" presetClass="emph" presetSubtype="0" fill="hold" grpId="35" nodeType="withEffect">
                                  <p:stCondLst>
                                    <p:cond delay="2160"/>
                                  </p:stCondLst>
                                  <p:childTnLst>
                                    <p:animRot by="-146100">
                                      <p:cBhvr>
                                        <p:cTn id="1370" dur="12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371" presetID="0" presetClass="path" presetSubtype="0" fill="hold" grpId="34" nodeType="withEffect">
                                  <p:stCondLst>
                                    <p:cond delay="2160"/>
                                  </p:stCondLst>
                                  <p:childTnLst>
                                    <p:animMotion origin="layout" path="M 0.17931 -0.010772 L 0.190342 -0.004111 E" pathEditMode="relative" rAng="0" ptsTypes="AA">
                                      <p:cBhvr>
                                        <p:cTn id="1372" dur="12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1373" presetID="8" presetClass="emph" presetSubtype="0" fill="hold" grpId="35" nodeType="withEffect">
                                  <p:stCondLst>
                                    <p:cond delay="2160"/>
                                  </p:stCondLst>
                                  <p:childTnLst>
                                    <p:animRot by="-146100">
                                      <p:cBhvr>
                                        <p:cTn id="1374" dur="12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375" presetID="0" presetClass="path" presetSubtype="0" fill="hold" grpId="34" nodeType="withEffect">
                                  <p:stCondLst>
                                    <p:cond delay="2160"/>
                                  </p:stCondLst>
                                  <p:childTnLst>
                                    <p:animMotion origin="layout" path="M 0.179018 -0.010641 L 0.190704 -0.004282 E" pathEditMode="relative" rAng="0" ptsTypes="AA">
                                      <p:cBhvr>
                                        <p:cTn id="1376" dur="12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1377" presetID="8" presetClass="emph" presetSubtype="0" fill="hold" grpId="35" nodeType="withEffect">
                                  <p:stCondLst>
                                    <p:cond delay="2160"/>
                                  </p:stCondLst>
                                  <p:childTnLst>
                                    <p:animRot by="-146100">
                                      <p:cBhvr>
                                        <p:cTn id="1378" dur="12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379" presetID="0" presetClass="path" presetSubtype="0" fill="hold" grpId="32" nodeType="withEffect">
                                  <p:stCondLst>
                                    <p:cond delay="2160"/>
                                  </p:stCondLst>
                                  <p:childTnLst>
                                    <p:animMotion origin="layout" path="M 0.179578 -0.017737 L 0.191745 -0.001232 E" pathEditMode="relative" rAng="0" ptsTypes="AA">
                                      <p:cBhvr>
                                        <p:cTn id="1380" dur="12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1381" presetID="8" presetClass="emph" presetSubtype="0" fill="hold" grpId="33" nodeType="withEffect">
                                  <p:stCondLst>
                                    <p:cond delay="2160"/>
                                  </p:stCondLst>
                                  <p:childTnLst>
                                    <p:animRot by="-898260">
                                      <p:cBhvr>
                                        <p:cTn id="1382" dur="12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383" presetID="0" presetClass="path" presetSubtype="0" fill="hold" grpId="32" nodeType="withEffect">
                                  <p:stCondLst>
                                    <p:cond delay="2160"/>
                                  </p:stCondLst>
                                  <p:childTnLst>
                                    <p:animMotion origin="layout" path="M 0.181411 0 L 0.192283 0 E" pathEditMode="relative" rAng="0" ptsTypes="AA">
                                      <p:cBhvr>
                                        <p:cTn id="1384" dur="12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1385" presetID="6" presetClass="emph" presetSubtype="0" fill="hold" grpId="33" nodeType="withEffect">
                                  <p:stCondLst>
                                    <p:cond delay="2160"/>
                                  </p:stCondLst>
                                  <p:childTnLst>
                                    <p:animScale>
                                      <p:cBhvr>
                                        <p:cTn id="1386" dur="120" fill="hold"/>
                                        <p:tgtEl>
                                          <p:spTgt spid="18"/>
                                        </p:tgtEl>
                                      </p:cBhvr>
                                      <p:by x="106157" y="106157"/>
                                    </p:animScale>
                                  </p:childTnLst>
                                </p:cTn>
                              </p:par>
                              <p:par>
                                <p:cTn id="1387" presetID="0" presetClass="path" presetSubtype="0" fill="hold" grpId="32" nodeType="withEffect">
                                  <p:stCondLst>
                                    <p:cond delay="2160"/>
                                  </p:stCondLst>
                                  <p:childTnLst>
                                    <p:animMotion origin="layout" path="M 0.169484 -0.017946 L 0.18258 -0.008424 E" pathEditMode="relative" rAng="0" ptsTypes="AA">
                                      <p:cBhvr>
                                        <p:cTn id="1388" dur="12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1389" presetID="8" presetClass="emph" presetSubtype="0" fill="hold" grpId="33" nodeType="withEffect">
                                  <p:stCondLst>
                                    <p:cond delay="2160"/>
                                  </p:stCondLst>
                                  <p:childTnLst>
                                    <p:animRot by="-444840">
                                      <p:cBhvr>
                                        <p:cTn id="1390" dur="12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391" presetID="0" presetClass="path" presetSubtype="0" fill="hold" grpId="32" nodeType="withEffect">
                                  <p:stCondLst>
                                    <p:cond delay="2160"/>
                                  </p:stCondLst>
                                  <p:childTnLst>
                                    <p:animMotion origin="layout" path="M 0.139026 -0.035301 L 0.158712 -0.018622 E" pathEditMode="relative" rAng="0" ptsTypes="AA">
                                      <p:cBhvr>
                                        <p:cTn id="1392" dur="12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1393" presetID="8" presetClass="emph" presetSubtype="0" fill="hold" grpId="33" nodeType="withEffect">
                                  <p:stCondLst>
                                    <p:cond delay="2160"/>
                                  </p:stCondLst>
                                  <p:childTnLst>
                                    <p:animRot by="-579120">
                                      <p:cBhvr>
                                        <p:cTn id="1394" dur="12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395" presetID="0" presetClass="path" presetSubtype="0" fill="hold" grpId="32" nodeType="withEffect">
                                  <p:stCondLst>
                                    <p:cond delay="2160"/>
                                  </p:stCondLst>
                                  <p:childTnLst>
                                    <p:animMotion origin="layout" path="M 0.120242 -0.040205 L 0.145276 -0.020712 E" pathEditMode="relative" rAng="0" ptsTypes="AA">
                                      <p:cBhvr>
                                        <p:cTn id="1396" dur="12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1397" presetID="8" presetClass="emph" presetSubtype="0" fill="hold" grpId="33" nodeType="withEffect">
                                  <p:stCondLst>
                                    <p:cond delay="2160"/>
                                  </p:stCondLst>
                                  <p:childTnLst>
                                    <p:animRot by="-1061520">
                                      <p:cBhvr>
                                        <p:cTn id="1398" dur="12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399" presetID="0" presetClass="path" presetSubtype="0" fill="hold" grpId="32" nodeType="withEffect">
                                  <p:stCondLst>
                                    <p:cond delay="2160"/>
                                  </p:stCondLst>
                                  <p:childTnLst>
                                    <p:animMotion origin="layout" path="M 0.113394 -0.042542 L 0.141446 -0.021388 E" pathEditMode="relative" rAng="0" ptsTypes="AA">
                                      <p:cBhvr>
                                        <p:cTn id="1400" dur="12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1401" presetID="8" presetClass="emph" presetSubtype="0" fill="hold" grpId="33" nodeType="withEffect">
                                  <p:stCondLst>
                                    <p:cond delay="2160"/>
                                  </p:stCondLst>
                                  <p:childTnLst>
                                    <p:animRot by="-1061520">
                                      <p:cBhvr>
                                        <p:cTn id="1402" dur="12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403" presetID="0" presetClass="path" presetSubtype="0" fill="hold" grpId="32" nodeType="withEffect">
                                  <p:stCondLst>
                                    <p:cond delay="2160"/>
                                  </p:stCondLst>
                                  <p:childTnLst>
                                    <p:animMotion origin="layout" path="M 0.195461 -0.016914 L 0.199063 -0.005418 E" pathEditMode="relative" rAng="0" ptsTypes="AA">
                                      <p:cBhvr>
                                        <p:cTn id="1404" dur="12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1405" presetID="8" presetClass="emph" presetSubtype="0" fill="hold" grpId="33" nodeType="withEffect">
                                  <p:stCondLst>
                                    <p:cond delay="2160"/>
                                  </p:stCondLst>
                                  <p:childTnLst>
                                    <p:animRot by="993660">
                                      <p:cBhvr>
                                        <p:cTn id="1406" dur="12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407" presetID="0" presetClass="path" presetSubtype="0" fill="hold" grpId="32" nodeType="withEffect">
                                  <p:stCondLst>
                                    <p:cond delay="2160"/>
                                  </p:stCondLst>
                                  <p:childTnLst>
                                    <p:animMotion origin="layout" path="M 0.205381 -0.024213 L 0.195749 -0.010741 E" pathEditMode="relative" rAng="0" ptsTypes="AA">
                                      <p:cBhvr>
                                        <p:cTn id="1408" dur="12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1409" presetID="8" presetClass="emph" presetSubtype="0" fill="hold" grpId="33" nodeType="withEffect">
                                  <p:stCondLst>
                                    <p:cond delay="2160"/>
                                  </p:stCondLst>
                                  <p:childTnLst>
                                    <p:animRot by="824580">
                                      <p:cBhvr>
                                        <p:cTn id="1410" dur="12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411" presetID="0" presetClass="path" presetSubtype="0" fill="hold" grpId="32" nodeType="withEffect">
                                  <p:stCondLst>
                                    <p:cond delay="2160"/>
                                  </p:stCondLst>
                                  <p:childTnLst>
                                    <p:animMotion origin="layout" path="M 0.199133 -0.023499 L 0.181831 -0.011867 E" pathEditMode="relative" rAng="0" ptsTypes="AA">
                                      <p:cBhvr>
                                        <p:cTn id="1412" dur="12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1413" presetID="8" presetClass="emph" presetSubtype="0" fill="hold" grpId="33" nodeType="withEffect">
                                  <p:stCondLst>
                                    <p:cond delay="2160"/>
                                  </p:stCondLst>
                                  <p:childTnLst>
                                    <p:animRot by="1306980">
                                      <p:cBhvr>
                                        <p:cTn id="1414" dur="12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415" presetID="0" presetClass="path" presetSubtype="0" fill="hold" grpId="29" nodeType="withEffect">
                                  <p:stCondLst>
                                    <p:cond delay="2160"/>
                                  </p:stCondLst>
                                  <p:childTnLst>
                                    <p:animMotion origin="layout" path="M 0.191125 -0.015863 L 0.197468 -0.005547 E" pathEditMode="relative" rAng="0" ptsTypes="AA">
                                      <p:cBhvr>
                                        <p:cTn id="1416" dur="12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1417" presetID="8" presetClass="emph" presetSubtype="0" fill="hold" grpId="30" nodeType="withEffect">
                                  <p:stCondLst>
                                    <p:cond delay="2160"/>
                                  </p:stCondLst>
                                  <p:childTnLst>
                                    <p:animRot by="835680">
                                      <p:cBhvr>
                                        <p:cTn id="1418" dur="12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419" presetID="0" presetClass="path" presetSubtype="0" fill="hold" grpId="31" nodeType="withEffect">
                                  <p:stCondLst>
                                    <p:cond delay="2160"/>
                                  </p:stCondLst>
                                  <p:childTnLst>
                                    <p:animMotion origin="layout" path="M 0.22183 -0.045919 L 0.219445 -0.020302 E" pathEditMode="relative" rAng="0" ptsTypes="AA">
                                      <p:cBhvr>
                                        <p:cTn id="1420" dur="12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1421" presetID="8" presetClass="emph" presetSubtype="0" fill="hold" grpId="32" nodeType="withEffect">
                                  <p:stCondLst>
                                    <p:cond delay="2160"/>
                                  </p:stCondLst>
                                  <p:childTnLst>
                                    <p:animRot by="1266960">
                                      <p:cBhvr>
                                        <p:cTn id="1422" dur="12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423" presetID="0" presetClass="path" presetSubtype="0" fill="hold" grpId="29" nodeType="withEffect">
                                  <p:stCondLst>
                                    <p:cond delay="2160"/>
                                  </p:stCondLst>
                                  <p:childTnLst>
                                    <p:animMotion origin="layout" path="M 0.171324 -0.014192 L 0.18494 -0.005951 E" pathEditMode="relative" rAng="0" ptsTypes="AA">
                                      <p:cBhvr>
                                        <p:cTn id="1424" dur="12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1425" presetID="8" presetClass="emph" presetSubtype="0" fill="hold" grpId="30" nodeType="withEffect">
                                  <p:stCondLst>
                                    <p:cond delay="2160"/>
                                  </p:stCondLst>
                                  <p:childTnLst>
                                    <p:animRot by="-384900">
                                      <p:cBhvr>
                                        <p:cTn id="1426" dur="12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427" presetID="0" presetClass="path" presetSubtype="0" fill="hold" grpId="30" nodeType="withEffect">
                                  <p:stCondLst>
                                    <p:cond delay="2160"/>
                                  </p:stCondLst>
                                  <p:childTnLst>
                                    <p:animMotion origin="layout" path="M 0.15888 -0.018124 L 0.177166 -0.007869 E" pathEditMode="relative" rAng="0" ptsTypes="AA">
                                      <p:cBhvr>
                                        <p:cTn id="1428" dur="12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1429" presetID="8" presetClass="emph" presetSubtype="0" fill="hold" grpId="31" nodeType="withEffect">
                                  <p:stCondLst>
                                    <p:cond delay="2160"/>
                                  </p:stCondLst>
                                  <p:childTnLst>
                                    <p:animRot by="-384900">
                                      <p:cBhvr>
                                        <p:cTn id="1430" dur="12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431" presetID="0" presetClass="path" presetSubtype="0" fill="hold" grpId="32" nodeType="withEffect">
                                  <p:stCondLst>
                                    <p:cond delay="2160"/>
                                  </p:stCondLst>
                                  <p:childTnLst>
                                    <p:animMotion origin="layout" path="M 0.155014 -0.019395 L 0.176631 -0.008588 E" pathEditMode="relative" rAng="0" ptsTypes="AA">
                                      <p:cBhvr>
                                        <p:cTn id="1432" dur="12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1433" presetID="8" presetClass="emph" presetSubtype="0" fill="hold" grpId="33" nodeType="withEffect">
                                  <p:stCondLst>
                                    <p:cond delay="2160"/>
                                  </p:stCondLst>
                                  <p:childTnLst>
                                    <p:animRot by="-317760">
                                      <p:cBhvr>
                                        <p:cTn id="1434" dur="12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435" presetID="0" presetClass="path" presetSubtype="0" fill="hold" grpId="32" nodeType="withEffect">
                                  <p:stCondLst>
                                    <p:cond delay="2160"/>
                                  </p:stCondLst>
                                  <p:childTnLst>
                                    <p:animMotion origin="layout" path="M 0.155393 -0.019391 L 0.174877 -0.008522 E" pathEditMode="relative" rAng="0" ptsTypes="AA">
                                      <p:cBhvr>
                                        <p:cTn id="1436" dur="12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1437" presetID="8" presetClass="emph" presetSubtype="0" fill="hold" grpId="33" nodeType="withEffect">
                                  <p:stCondLst>
                                    <p:cond delay="2160"/>
                                  </p:stCondLst>
                                  <p:childTnLst>
                                    <p:animRot by="-317760">
                                      <p:cBhvr>
                                        <p:cTn id="1438" dur="12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439" presetID="0" presetClass="path" presetSubtype="0" fill="hold" grpId="36" nodeType="withEffect">
                                  <p:stCondLst>
                                    <p:cond delay="2280"/>
                                  </p:stCondLst>
                                  <p:childTnLst>
                                    <p:animMotion origin="layout" path="M 0.192283 -0.004146 L 0.2 0 E" pathEditMode="relative" rAng="0" ptsTypes="AA">
                                      <p:cBhvr>
                                        <p:cTn id="1440" dur="12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1441" presetID="8" presetClass="emph" presetSubtype="0" fill="hold" grpId="37" nodeType="withEffect">
                                  <p:stCondLst>
                                    <p:cond delay="2280"/>
                                  </p:stCondLst>
                                  <p:childTnLst>
                                    <p:animRot by="77580">
                                      <p:cBhvr>
                                        <p:cTn id="1442" dur="12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443" presetID="0" presetClass="path" presetSubtype="0" fill="hold" grpId="36" nodeType="withEffect">
                                  <p:stCondLst>
                                    <p:cond delay="2280"/>
                                  </p:stCondLst>
                                  <p:childTnLst>
                                    <p:animMotion origin="layout" path="M 0.190924 -0.004131 L 0.2 0 E" pathEditMode="relative" rAng="0" ptsTypes="AA">
                                      <p:cBhvr>
                                        <p:cTn id="1444" dur="12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1445" presetID="8" presetClass="emph" presetSubtype="0" fill="hold" grpId="37" nodeType="withEffect">
                                  <p:stCondLst>
                                    <p:cond delay="2280"/>
                                  </p:stCondLst>
                                  <p:childTnLst>
                                    <p:animRot by="77580">
                                      <p:cBhvr>
                                        <p:cTn id="1446" dur="12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447" presetID="0" presetClass="path" presetSubtype="0" fill="hold" grpId="36" nodeType="withEffect">
                                  <p:stCondLst>
                                    <p:cond delay="2280"/>
                                  </p:stCondLst>
                                  <p:childTnLst>
                                    <p:animMotion origin="layout" path="M 0.192788 -0.004152 L 0.2 0 E" pathEditMode="relative" rAng="0" ptsTypes="AA">
                                      <p:cBhvr>
                                        <p:cTn id="1448" dur="12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1449" presetID="8" presetClass="emph" presetSubtype="0" fill="hold" grpId="37" nodeType="withEffect">
                                  <p:stCondLst>
                                    <p:cond delay="2280"/>
                                  </p:stCondLst>
                                  <p:childTnLst>
                                    <p:animRot by="77580">
                                      <p:cBhvr>
                                        <p:cTn id="1450" dur="12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451" presetID="0" presetClass="path" presetSubtype="0" fill="hold" grpId="36" nodeType="withEffect">
                                  <p:stCondLst>
                                    <p:cond delay="2280"/>
                                  </p:stCondLst>
                                  <p:childTnLst>
                                    <p:animMotion origin="layout" path="M 0.190772 -0.004116 L 0.2 0 E" pathEditMode="relative" rAng="0" ptsTypes="AA">
                                      <p:cBhvr>
                                        <p:cTn id="1452" dur="12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1453" presetID="8" presetClass="emph" presetSubtype="0" fill="hold" grpId="37" nodeType="withEffect">
                                  <p:stCondLst>
                                    <p:cond delay="2280"/>
                                  </p:stCondLst>
                                  <p:childTnLst>
                                    <p:animRot by="-68760">
                                      <p:cBhvr>
                                        <p:cTn id="1454" dur="12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455" presetID="0" presetClass="path" presetSubtype="0" fill="hold" grpId="36" nodeType="withEffect">
                                  <p:stCondLst>
                                    <p:cond delay="2280"/>
                                  </p:stCondLst>
                                  <p:childTnLst>
                                    <p:animMotion origin="layout" path="M 0.190342 -0.004111 L 0.199206 1.7e-05 E" pathEditMode="relative" rAng="0" ptsTypes="AA">
                                      <p:cBhvr>
                                        <p:cTn id="1456" dur="12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1457" presetID="8" presetClass="emph" presetSubtype="0" fill="hold" grpId="37" nodeType="withEffect">
                                  <p:stCondLst>
                                    <p:cond delay="2280"/>
                                  </p:stCondLst>
                                  <p:childTnLst>
                                    <p:animRot by="-68760">
                                      <p:cBhvr>
                                        <p:cTn id="1458" dur="12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459" presetID="0" presetClass="path" presetSubtype="0" fill="hold" grpId="36" nodeType="withEffect">
                                  <p:stCondLst>
                                    <p:cond delay="2280"/>
                                  </p:stCondLst>
                                  <p:childTnLst>
                                    <p:animMotion origin="layout" path="M 0.190704 -0.004282 L 0.199871 -0.000306 E" pathEditMode="relative" rAng="0" ptsTypes="AA">
                                      <p:cBhvr>
                                        <p:cTn id="1460" dur="12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1461" presetID="8" presetClass="emph" presetSubtype="0" fill="hold" grpId="37" nodeType="withEffect">
                                  <p:stCondLst>
                                    <p:cond delay="2280"/>
                                  </p:stCondLst>
                                  <p:childTnLst>
                                    <p:animRot by="-68760">
                                      <p:cBhvr>
                                        <p:cTn id="1462" dur="12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463" presetID="0" presetClass="path" presetSubtype="0" fill="hold" grpId="34" nodeType="withEffect">
                                  <p:stCondLst>
                                    <p:cond delay="2280"/>
                                  </p:stCondLst>
                                  <p:childTnLst>
                                    <p:animMotion origin="layout" path="M 0.191745 -0.001232 L 0.199975 -0.000224 E" pathEditMode="relative" rAng="0" ptsTypes="AA">
                                      <p:cBhvr>
                                        <p:cTn id="1464" dur="12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1465" presetID="8" presetClass="emph" presetSubtype="0" fill="hold" grpId="35" nodeType="withEffect">
                                  <p:stCondLst>
                                    <p:cond delay="2280"/>
                                  </p:stCondLst>
                                  <p:childTnLst>
                                    <p:animRot by="254040">
                                      <p:cBhvr>
                                        <p:cTn id="1466" dur="12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467" presetID="0" presetClass="path" presetSubtype="0" fill="hold" grpId="34" nodeType="withEffect">
                                  <p:stCondLst>
                                    <p:cond delay="2280"/>
                                  </p:stCondLst>
                                  <p:childTnLst>
                                    <p:animMotion origin="layout" path="M 0.192283 0 L 0.2 0 E" pathEditMode="relative" rAng="0" ptsTypes="AA">
                                      <p:cBhvr>
                                        <p:cTn id="1468" dur="12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1469" presetID="6" presetClass="emph" presetSubtype="0" fill="hold" grpId="35" nodeType="withEffect">
                                  <p:stCondLst>
                                    <p:cond delay="2280"/>
                                  </p:stCondLst>
                                  <p:childTnLst>
                                    <p:animScale>
                                      <p:cBhvr>
                                        <p:cTn id="1470" dur="120" fill="hold"/>
                                        <p:tgtEl>
                                          <p:spTgt spid="18"/>
                                        </p:tgtEl>
                                      </p:cBhvr>
                                      <p:by x="103573" y="103573"/>
                                    </p:animScale>
                                  </p:childTnLst>
                                </p:cTn>
                              </p:par>
                              <p:par>
                                <p:cTn id="1471" presetID="0" presetClass="path" presetSubtype="0" fill="hold" grpId="34" nodeType="withEffect">
                                  <p:stCondLst>
                                    <p:cond delay="2280"/>
                                  </p:stCondLst>
                                  <p:childTnLst>
                                    <p:animMotion origin="layout" path="M 0.18258 -0.008424 L 0.198993 -3.6e-05 E" pathEditMode="relative" rAng="0" ptsTypes="AA">
                                      <p:cBhvr>
                                        <p:cTn id="1472" dur="12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1473" presetID="8" presetClass="emph" presetSubtype="0" fill="hold" grpId="35" nodeType="withEffect">
                                  <p:stCondLst>
                                    <p:cond delay="2280"/>
                                  </p:stCondLst>
                                  <p:childTnLst>
                                    <p:animRot by="-1380120">
                                      <p:cBhvr>
                                        <p:cTn id="1474" dur="12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475" presetID="0" presetClass="path" presetSubtype="0" fill="hold" grpId="34" nodeType="withEffect">
                                  <p:stCondLst>
                                    <p:cond delay="2280"/>
                                  </p:stCondLst>
                                  <p:childTnLst>
                                    <p:animMotion origin="layout" path="M 0.158712 -0.018622 L 0.196864 -0.000113 E" pathEditMode="relative" rAng="0" ptsTypes="AA">
                                      <p:cBhvr>
                                        <p:cTn id="1476" dur="12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1477" presetID="8" presetClass="emph" presetSubtype="0" fill="hold" grpId="35" nodeType="withEffect">
                                  <p:stCondLst>
                                    <p:cond delay="2280"/>
                                  </p:stCondLst>
                                  <p:childTnLst>
                                    <p:animRot by="-1597380">
                                      <p:cBhvr>
                                        <p:cTn id="1478" dur="12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479" presetID="0" presetClass="path" presetSubtype="0" fill="hold" grpId="34" nodeType="withEffect">
                                  <p:stCondLst>
                                    <p:cond delay="2280"/>
                                  </p:stCondLst>
                                  <p:childTnLst>
                                    <p:animMotion origin="layout" path="M 0.145276 -0.020712 L 0.196777 -0.001737 E" pathEditMode="relative" rAng="0" ptsTypes="AA">
                                      <p:cBhvr>
                                        <p:cTn id="1480" dur="12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1481" presetID="8" presetClass="emph" presetSubtype="0" fill="hold" grpId="35" nodeType="withEffect">
                                  <p:stCondLst>
                                    <p:cond delay="2280"/>
                                  </p:stCondLst>
                                  <p:childTnLst>
                                    <p:animRot by="-1875000">
                                      <p:cBhvr>
                                        <p:cTn id="1482" dur="12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483" presetID="0" presetClass="path" presetSubtype="0" fill="hold" grpId="34" nodeType="withEffect">
                                  <p:stCondLst>
                                    <p:cond delay="2280"/>
                                  </p:stCondLst>
                                  <p:childTnLst>
                                    <p:animMotion origin="layout" path="M 0.141446 -0.021388 L 0.198963 -0.001952 E" pathEditMode="relative" rAng="0" ptsTypes="AA">
                                      <p:cBhvr>
                                        <p:cTn id="1484" dur="12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1485" presetID="8" presetClass="emph" presetSubtype="0" fill="hold" grpId="35" nodeType="withEffect">
                                  <p:stCondLst>
                                    <p:cond delay="2280"/>
                                  </p:stCondLst>
                                  <p:childTnLst>
                                    <p:animRot by="-1875000">
                                      <p:cBhvr>
                                        <p:cTn id="1486" dur="12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487" presetID="0" presetClass="path" presetSubtype="0" fill="hold" grpId="34" nodeType="withEffect">
                                  <p:stCondLst>
                                    <p:cond delay="2280"/>
                                  </p:stCondLst>
                                  <p:childTnLst>
                                    <p:animMotion origin="layout" path="M 0.199063 -0.005418 L 0.198993 -3.6e-05 E" pathEditMode="relative" rAng="0" ptsTypes="AA">
                                      <p:cBhvr>
                                        <p:cTn id="1488" dur="12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1489" presetID="8" presetClass="emph" presetSubtype="0" fill="hold" grpId="35" nodeType="withEffect">
                                  <p:stCondLst>
                                    <p:cond delay="2280"/>
                                  </p:stCondLst>
                                  <p:childTnLst>
                                    <p:animRot by="947520">
                                      <p:cBhvr>
                                        <p:cTn id="1490" dur="12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491" presetID="0" presetClass="path" presetSubtype="0" fill="hold" grpId="34" nodeType="withEffect">
                                  <p:stCondLst>
                                    <p:cond delay="2280"/>
                                  </p:stCondLst>
                                  <p:childTnLst>
                                    <p:animMotion origin="layout" path="M 0.195749 -0.010741 L 0.189608 -0.002788 E" pathEditMode="relative" rAng="0" ptsTypes="AA">
                                      <p:cBhvr>
                                        <p:cTn id="1492" dur="12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1493" presetID="8" presetClass="emph" presetSubtype="0" fill="hold" grpId="35" nodeType="withEffect">
                                  <p:stCondLst>
                                    <p:cond delay="2280"/>
                                  </p:stCondLst>
                                  <p:childTnLst>
                                    <p:animRot by="-325560">
                                      <p:cBhvr>
                                        <p:cTn id="1494" dur="12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495" presetID="0" presetClass="path" presetSubtype="0" fill="hold" grpId="34" nodeType="withEffect">
                                  <p:stCondLst>
                                    <p:cond delay="2280"/>
                                  </p:stCondLst>
                                  <p:childTnLst>
                                    <p:animMotion origin="layout" path="M 0.181831 -0.011867 L 0.177842 -0.00245 E" pathEditMode="relative" rAng="0" ptsTypes="AA">
                                      <p:cBhvr>
                                        <p:cTn id="1496" dur="12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1497" presetID="8" presetClass="emph" presetSubtype="0" fill="hold" grpId="35" nodeType="withEffect">
                                  <p:stCondLst>
                                    <p:cond delay="2280"/>
                                  </p:stCondLst>
                                  <p:childTnLst>
                                    <p:animRot by="-48000">
                                      <p:cBhvr>
                                        <p:cTn id="1498" dur="12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499" presetID="0" presetClass="path" presetSubtype="0" fill="hold" grpId="31" nodeType="withEffect">
                                  <p:stCondLst>
                                    <p:cond delay="2280"/>
                                  </p:stCondLst>
                                  <p:childTnLst>
                                    <p:animMotion origin="layout" path="M 0.197468 -0.005547 L 0.198704 -6.8e-05 E" pathEditMode="relative" rAng="0" ptsTypes="AA">
                                      <p:cBhvr>
                                        <p:cTn id="1500" dur="12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1501" presetID="8" presetClass="emph" presetSubtype="0" fill="hold" grpId="32" nodeType="withEffect">
                                  <p:stCondLst>
                                    <p:cond delay="2280"/>
                                  </p:stCondLst>
                                  <p:childTnLst>
                                    <p:animRot by="1126800">
                                      <p:cBhvr>
                                        <p:cTn id="1502" dur="12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503" presetID="0" presetClass="path" presetSubtype="0" fill="hold" grpId="33" nodeType="withEffect">
                                  <p:stCondLst>
                                    <p:cond delay="2280"/>
                                  </p:stCondLst>
                                  <p:childTnLst>
                                    <p:animMotion origin="layout" path="M 0.219445 -0.020302 L 0.203399 -0.001802 E" pathEditMode="relative" rAng="0" ptsTypes="AA">
                                      <p:cBhvr>
                                        <p:cTn id="1504" dur="12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1505" presetID="8" presetClass="emph" presetSubtype="0" fill="hold" grpId="34" nodeType="withEffect">
                                  <p:stCondLst>
                                    <p:cond delay="2280"/>
                                  </p:stCondLst>
                                  <p:childTnLst>
                                    <p:animRot by="2030820">
                                      <p:cBhvr>
                                        <p:cTn id="1506" dur="12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507" presetID="0" presetClass="path" presetSubtype="0" fill="hold" grpId="31" nodeType="withEffect">
                                  <p:stCondLst>
                                    <p:cond delay="2280"/>
                                  </p:stCondLst>
                                  <p:childTnLst>
                                    <p:animMotion origin="layout" path="M 0.18494 -0.005951 L 0.198704 -6.8e-05 E" pathEditMode="relative" rAng="0" ptsTypes="AA">
                                      <p:cBhvr>
                                        <p:cTn id="1508" dur="12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1509" presetID="8" presetClass="emph" presetSubtype="0" fill="hold" grpId="32" nodeType="withEffect">
                                  <p:stCondLst>
                                    <p:cond delay="2280"/>
                                  </p:stCondLst>
                                  <p:childTnLst>
                                    <p:animRot by="-848160">
                                      <p:cBhvr>
                                        <p:cTn id="1510" dur="12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511" presetID="0" presetClass="path" presetSubtype="0" fill="hold" grpId="32" nodeType="withEffect">
                                  <p:stCondLst>
                                    <p:cond delay="2280"/>
                                  </p:stCondLst>
                                  <p:childTnLst>
                                    <p:animMotion origin="layout" path="M 0.177166 -0.007869 L 0.20148 -0.000884 E" pathEditMode="relative" rAng="0" ptsTypes="AA">
                                      <p:cBhvr>
                                        <p:cTn id="1512" dur="12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1513" presetID="8" presetClass="emph" presetSubtype="0" fill="hold" grpId="33" nodeType="withEffect">
                                  <p:stCondLst>
                                    <p:cond delay="2280"/>
                                  </p:stCondLst>
                                  <p:childTnLst>
                                    <p:animRot by="-848160">
                                      <p:cBhvr>
                                        <p:cTn id="1514" dur="12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515" presetID="0" presetClass="path" presetSubtype="0" fill="hold" grpId="34" nodeType="withEffect">
                                  <p:stCondLst>
                                    <p:cond delay="2280"/>
                                  </p:stCondLst>
                                  <p:childTnLst>
                                    <p:animMotion origin="layout" path="M 0.176631 -0.008588 L 0.208172 -0.002476 E" pathEditMode="relative" rAng="0" ptsTypes="AA">
                                      <p:cBhvr>
                                        <p:cTn id="1516" dur="12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1517" presetID="8" presetClass="emph" presetSubtype="0" fill="hold" grpId="35" nodeType="withEffect">
                                  <p:stCondLst>
                                    <p:cond delay="2280"/>
                                  </p:stCondLst>
                                  <p:childTnLst>
                                    <p:animRot by="-624000">
                                      <p:cBhvr>
                                        <p:cTn id="1518" dur="12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519" presetID="0" presetClass="path" presetSubtype="0" fill="hold" grpId="34" nodeType="withEffect">
                                  <p:stCondLst>
                                    <p:cond delay="2280"/>
                                  </p:stCondLst>
                                  <p:childTnLst>
                                    <p:animMotion origin="layout" path="M 0.174877 -0.008522 L 0.202288 -0.001714 E" pathEditMode="relative" rAng="0" ptsTypes="AA">
                                      <p:cBhvr>
                                        <p:cTn id="1520" dur="12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1521" presetID="8" presetClass="emph" presetSubtype="0" fill="hold" grpId="35" nodeType="withEffect">
                                  <p:stCondLst>
                                    <p:cond delay="2280"/>
                                  </p:stCondLst>
                                  <p:childTnLst>
                                    <p:animRot by="-624000">
                                      <p:cBhvr>
                                        <p:cTn id="1522" dur="12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523" presetID="0" presetClass="path" presetSubtype="0" fill="hold" grpId="38" nodeType="withEffect">
                                  <p:stCondLst>
                                    <p:cond delay="2400"/>
                                  </p:stCondLst>
                                  <p:childTnLst>
                                    <p:animMotion origin="layout" path="M 0.2 0 L 0.207717 -0.004146 E" pathEditMode="relative" rAng="0" ptsTypes="AA">
                                      <p:cBhvr>
                                        <p:cTn id="1524" dur="12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1525" presetID="8" presetClass="emph" presetSubtype="0" fill="hold" grpId="39" nodeType="withEffect">
                                  <p:stCondLst>
                                    <p:cond delay="2400"/>
                                  </p:stCondLst>
                                  <p:childTnLst>
                                    <p:animRot by="77580">
                                      <p:cBhvr>
                                        <p:cTn id="1526" dur="12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527" presetID="0" presetClass="path" presetSubtype="0" fill="hold" grpId="38" nodeType="withEffect">
                                  <p:stCondLst>
                                    <p:cond delay="2400"/>
                                  </p:stCondLst>
                                  <p:childTnLst>
                                    <p:animMotion origin="layout" path="M 0.2 0 L 0.209076 -0.004131 E" pathEditMode="relative" rAng="0" ptsTypes="AA">
                                      <p:cBhvr>
                                        <p:cTn id="1528" dur="12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1529" presetID="8" presetClass="emph" presetSubtype="0" fill="hold" grpId="39" nodeType="withEffect">
                                  <p:stCondLst>
                                    <p:cond delay="2400"/>
                                  </p:stCondLst>
                                  <p:childTnLst>
                                    <p:animRot by="77580">
                                      <p:cBhvr>
                                        <p:cTn id="1530" dur="12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531" presetID="0" presetClass="path" presetSubtype="0" fill="hold" grpId="38" nodeType="withEffect">
                                  <p:stCondLst>
                                    <p:cond delay="2400"/>
                                  </p:stCondLst>
                                  <p:childTnLst>
                                    <p:animMotion origin="layout" path="M 0.2 0 L 0.207212 -0.004152 E" pathEditMode="relative" rAng="0" ptsTypes="AA">
                                      <p:cBhvr>
                                        <p:cTn id="1532" dur="12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1533" presetID="8" presetClass="emph" presetSubtype="0" fill="hold" grpId="39" nodeType="withEffect">
                                  <p:stCondLst>
                                    <p:cond delay="2400"/>
                                  </p:stCondLst>
                                  <p:childTnLst>
                                    <p:animRot by="77580">
                                      <p:cBhvr>
                                        <p:cTn id="1534" dur="12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535" presetID="0" presetClass="path" presetSubtype="0" fill="hold" grpId="38" nodeType="withEffect">
                                  <p:stCondLst>
                                    <p:cond delay="2400"/>
                                  </p:stCondLst>
                                  <p:childTnLst>
                                    <p:animMotion origin="layout" path="M 0.2 0 L 0.209228 -0.004116 E" pathEditMode="relative" rAng="0" ptsTypes="AA">
                                      <p:cBhvr>
                                        <p:cTn id="1536" dur="12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1537" presetID="8" presetClass="emph" presetSubtype="0" fill="hold" grpId="39" nodeType="withEffect">
                                  <p:stCondLst>
                                    <p:cond delay="2400"/>
                                  </p:stCondLst>
                                  <p:childTnLst>
                                    <p:animRot by="138540">
                                      <p:cBhvr>
                                        <p:cTn id="1538" dur="12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539" presetID="0" presetClass="path" presetSubtype="0" fill="hold" grpId="38" nodeType="withEffect">
                                  <p:stCondLst>
                                    <p:cond delay="2400"/>
                                  </p:stCondLst>
                                  <p:childTnLst>
                                    <p:animMotion origin="layout" path="M 0.199206 1.7e-05 L 0.209167 -0.004115 E" pathEditMode="relative" rAng="0" ptsTypes="AA">
                                      <p:cBhvr>
                                        <p:cTn id="1540" dur="12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1541" presetID="8" presetClass="emph" presetSubtype="0" fill="hold" grpId="39" nodeType="withEffect">
                                  <p:stCondLst>
                                    <p:cond delay="2400"/>
                                  </p:stCondLst>
                                  <p:childTnLst>
                                    <p:animRot by="138540">
                                      <p:cBhvr>
                                        <p:cTn id="1542" dur="12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543" presetID="0" presetClass="path" presetSubtype="0" fill="hold" grpId="38" nodeType="withEffect">
                                  <p:stCondLst>
                                    <p:cond delay="2400"/>
                                  </p:stCondLst>
                                  <p:childTnLst>
                                    <p:animMotion origin="layout" path="M 0.199871 -0.000306 L 0.209219 -0.004139 E" pathEditMode="relative" rAng="0" ptsTypes="AA">
                                      <p:cBhvr>
                                        <p:cTn id="1544" dur="12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1545" presetID="8" presetClass="emph" presetSubtype="0" fill="hold" grpId="39" nodeType="withEffect">
                                  <p:stCondLst>
                                    <p:cond delay="2400"/>
                                  </p:stCondLst>
                                  <p:childTnLst>
                                    <p:animRot by="138540">
                                      <p:cBhvr>
                                        <p:cTn id="1546" dur="12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547" presetID="0" presetClass="path" presetSubtype="0" fill="hold" grpId="36" nodeType="withEffect">
                                  <p:stCondLst>
                                    <p:cond delay="2400"/>
                                  </p:stCondLst>
                                  <p:childTnLst>
                                    <p:animMotion origin="layout" path="M 0.199975 -0.000224 L 0.208328 -0.016541 E" pathEditMode="relative" rAng="0" ptsTypes="AA">
                                      <p:cBhvr>
                                        <p:cTn id="1548" dur="12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1549" presetID="8" presetClass="emph" presetSubtype="0" fill="hold" grpId="37" nodeType="withEffect">
                                  <p:stCondLst>
                                    <p:cond delay="2400"/>
                                  </p:stCondLst>
                                  <p:childTnLst>
                                    <p:animRot by="1055280">
                                      <p:cBhvr>
                                        <p:cTn id="1550" dur="12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551" presetID="0" presetClass="path" presetSubtype="0" fill="hold" grpId="36" nodeType="withEffect">
                                  <p:stCondLst>
                                    <p:cond delay="2400"/>
                                  </p:stCondLst>
                                  <p:childTnLst>
                                    <p:animMotion origin="layout" path="M 0.2 0 L 0.207717 0 E" pathEditMode="relative" rAng="0" ptsTypes="AA">
                                      <p:cBhvr>
                                        <p:cTn id="1552" dur="12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1553" presetID="6" presetClass="emph" presetSubtype="0" fill="hold" grpId="37" nodeType="withEffect">
                                  <p:stCondLst>
                                    <p:cond delay="2400"/>
                                  </p:stCondLst>
                                  <p:childTnLst>
                                    <p:animScale>
                                      <p:cBhvr>
                                        <p:cTn id="1554" dur="120" fill="hold"/>
                                        <p:tgtEl>
                                          <p:spTgt spid="18"/>
                                        </p:tgtEl>
                                      </p:cBhvr>
                                      <p:by x="96550" y="96550"/>
                                    </p:animScale>
                                  </p:childTnLst>
                                </p:cTn>
                              </p:par>
                              <p:par>
                                <p:cTn id="1555" presetID="0" presetClass="path" presetSubtype="0" fill="hold" grpId="36" nodeType="withEffect">
                                  <p:stCondLst>
                                    <p:cond delay="2400"/>
                                  </p:stCondLst>
                                  <p:childTnLst>
                                    <p:animMotion origin="layout" path="M 0.198993 -3.6e-05 L 0.216854 -0.007964 E" pathEditMode="relative" rAng="0" ptsTypes="AA">
                                      <p:cBhvr>
                                        <p:cTn id="1556" dur="12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1557" presetID="8" presetClass="emph" presetSubtype="0" fill="hold" grpId="37" nodeType="withEffect">
                                  <p:stCondLst>
                                    <p:cond delay="2400"/>
                                  </p:stCondLst>
                                  <p:childTnLst>
                                    <p:animRot by="-1571880">
                                      <p:cBhvr>
                                        <p:cTn id="1558" dur="12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559" presetID="0" presetClass="path" presetSubtype="0" fill="hold" grpId="36" nodeType="withEffect">
                                  <p:stCondLst>
                                    <p:cond delay="2400"/>
                                  </p:stCondLst>
                                  <p:childTnLst>
                                    <p:animMotion origin="layout" path="M 0.196864 -0.000113 L 0.237691 -0.015596 E" pathEditMode="relative" rAng="0" ptsTypes="AA">
                                      <p:cBhvr>
                                        <p:cTn id="1560" dur="12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1561" presetID="8" presetClass="emph" presetSubtype="0" fill="hold" grpId="37" nodeType="withEffect">
                                  <p:stCondLst>
                                    <p:cond delay="2400"/>
                                  </p:stCondLst>
                                  <p:childTnLst>
                                    <p:animRot by="-1487220">
                                      <p:cBhvr>
                                        <p:cTn id="1562" dur="12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563" presetID="0" presetClass="path" presetSubtype="0" fill="hold" grpId="36" nodeType="withEffect">
                                  <p:stCondLst>
                                    <p:cond delay="2400"/>
                                  </p:stCondLst>
                                  <p:childTnLst>
                                    <p:animMotion origin="layout" path="M 0.196777 -0.001737 L 0.248594 -0.025649 E" pathEditMode="relative" rAng="0" ptsTypes="AA">
                                      <p:cBhvr>
                                        <p:cTn id="1564" dur="12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1565" presetID="8" presetClass="emph" presetSubtype="0" fill="hold" grpId="37" nodeType="withEffect">
                                  <p:stCondLst>
                                    <p:cond delay="2400"/>
                                  </p:stCondLst>
                                  <p:childTnLst>
                                    <p:animRot by="-1453920">
                                      <p:cBhvr>
                                        <p:cTn id="1566" dur="12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567" presetID="0" presetClass="path" presetSubtype="0" fill="hold" grpId="36" nodeType="withEffect">
                                  <p:stCondLst>
                                    <p:cond delay="2400"/>
                                  </p:stCondLst>
                                  <p:childTnLst>
                                    <p:animMotion origin="layout" path="M 0.198963 -0.001952 L 0.255096 -0.027729 E" pathEditMode="relative" rAng="0" ptsTypes="AA">
                                      <p:cBhvr>
                                        <p:cTn id="1568" dur="12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1569" presetID="8" presetClass="emph" presetSubtype="0" fill="hold" grpId="37" nodeType="withEffect">
                                  <p:stCondLst>
                                    <p:cond delay="2400"/>
                                  </p:stCondLst>
                                  <p:childTnLst>
                                    <p:animRot by="-1453920">
                                      <p:cBhvr>
                                        <p:cTn id="1570" dur="12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571" presetID="0" presetClass="path" presetSubtype="0" fill="hold" grpId="36" nodeType="withEffect">
                                  <p:stCondLst>
                                    <p:cond delay="2400"/>
                                  </p:stCondLst>
                                  <p:childTnLst>
                                    <p:animMotion origin="layout" path="M 0.198993 -3.6e-05 L 0.200333 -0.005627 E" pathEditMode="relative" rAng="0" ptsTypes="AA">
                                      <p:cBhvr>
                                        <p:cTn id="1572" dur="12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1573" presetID="8" presetClass="emph" presetSubtype="0" fill="hold" grpId="37" nodeType="withEffect">
                                  <p:stCondLst>
                                    <p:cond delay="2400"/>
                                  </p:stCondLst>
                                  <p:childTnLst>
                                    <p:animRot by="755700">
                                      <p:cBhvr>
                                        <p:cTn id="1574" dur="12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575" presetID="0" presetClass="path" presetSubtype="0" fill="hold" grpId="36" nodeType="withEffect">
                                  <p:stCondLst>
                                    <p:cond delay="2400"/>
                                  </p:stCondLst>
                                  <p:childTnLst>
                                    <p:animMotion origin="layout" path="M 0.189608 -0.002788 L 0.185379 -0.009895 E" pathEditMode="relative" rAng="0" ptsTypes="AA">
                                      <p:cBhvr>
                                        <p:cTn id="1576" dur="12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1577" presetID="8" presetClass="emph" presetSubtype="0" fill="hold" grpId="37" nodeType="withEffect">
                                  <p:stCondLst>
                                    <p:cond delay="2400"/>
                                  </p:stCondLst>
                                  <p:childTnLst>
                                    <p:animRot by="-126660">
                                      <p:cBhvr>
                                        <p:cTn id="1578" dur="12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579" presetID="0" presetClass="path" presetSubtype="0" fill="hold" grpId="36" nodeType="withEffect">
                                  <p:stCondLst>
                                    <p:cond delay="2400"/>
                                  </p:stCondLst>
                                  <p:childTnLst>
                                    <p:animMotion origin="layout" path="M 0.177842 -0.00245 L 0.17473 -0.009148 E" pathEditMode="relative" rAng="0" ptsTypes="AA">
                                      <p:cBhvr>
                                        <p:cTn id="1580" dur="12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1581" presetID="8" presetClass="emph" presetSubtype="0" fill="hold" grpId="37" nodeType="withEffect">
                                  <p:stCondLst>
                                    <p:cond delay="2400"/>
                                  </p:stCondLst>
                                  <p:childTnLst>
                                    <p:animRot by="-159900">
                                      <p:cBhvr>
                                        <p:cTn id="1582" dur="12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583" presetID="0" presetClass="path" presetSubtype="0" fill="hold" grpId="33" nodeType="withEffect">
                                  <p:stCondLst>
                                    <p:cond delay="2400"/>
                                  </p:stCondLst>
                                  <p:childTnLst>
                                    <p:animMotion origin="layout" path="M 0.198704 -6.8e-05 L 0.201764 -0.005951 E" pathEditMode="relative" rAng="0" ptsTypes="AA">
                                      <p:cBhvr>
                                        <p:cTn id="1584" dur="12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1585" presetID="8" presetClass="emph" presetSubtype="0" fill="hold" grpId="34" nodeType="withEffect">
                                  <p:stCondLst>
                                    <p:cond delay="2400"/>
                                  </p:stCondLst>
                                  <p:childTnLst>
                                    <p:animRot by="848160">
                                      <p:cBhvr>
                                        <p:cTn id="1586" dur="12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587" presetID="0" presetClass="path" presetSubtype="0" fill="hold" grpId="35" nodeType="withEffect">
                                  <p:stCondLst>
                                    <p:cond delay="2400"/>
                                  </p:stCondLst>
                                  <p:childTnLst>
                                    <p:animMotion origin="layout" path="M 0.203399 -0.001802 L 0.194008 -0.008079 E" pathEditMode="relative" rAng="0" ptsTypes="AA">
                                      <p:cBhvr>
                                        <p:cTn id="1588" dur="12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1589" presetID="8" presetClass="emph" presetSubtype="0" fill="hold" grpId="36" nodeType="withEffect">
                                  <p:stCondLst>
                                    <p:cond delay="2400"/>
                                  </p:stCondLst>
                                  <p:childTnLst>
                                    <p:animRot by="1181940">
                                      <p:cBhvr>
                                        <p:cTn id="1590" dur="12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591" presetID="0" presetClass="path" presetSubtype="0" fill="hold" grpId="33" nodeType="withEffect">
                                  <p:stCondLst>
                                    <p:cond delay="2400"/>
                                  </p:stCondLst>
                                  <p:childTnLst>
                                    <p:animMotion origin="layout" path="M 0.198704 -6.8e-05 L 0.214292 -0.005547 E" pathEditMode="relative" rAng="0" ptsTypes="AA">
                                      <p:cBhvr>
                                        <p:cTn id="1592" dur="12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1593" presetID="8" presetClass="emph" presetSubtype="0" fill="hold" grpId="34" nodeType="withEffect">
                                  <p:stCondLst>
                                    <p:cond delay="2400"/>
                                  </p:stCondLst>
                                  <p:childTnLst>
                                    <p:animRot by="-1126800">
                                      <p:cBhvr>
                                        <p:cTn id="1594" dur="12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595" presetID="0" presetClass="path" presetSubtype="0" fill="hold" grpId="34" nodeType="withEffect">
                                  <p:stCondLst>
                                    <p:cond delay="2400"/>
                                  </p:stCondLst>
                                  <p:childTnLst>
                                    <p:animMotion origin="layout" path="M 0.20148 -0.000884 L 0.234052 -0.016354 E" pathEditMode="relative" rAng="0" ptsTypes="AA">
                                      <p:cBhvr>
                                        <p:cTn id="1596" dur="12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1597" presetID="8" presetClass="emph" presetSubtype="0" fill="hold" grpId="35" nodeType="withEffect">
                                  <p:stCondLst>
                                    <p:cond delay="2400"/>
                                  </p:stCondLst>
                                  <p:childTnLst>
                                    <p:animRot by="-1824540">
                                      <p:cBhvr>
                                        <p:cTn id="1598" dur="12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599" presetID="0" presetClass="path" presetSubtype="0" fill="hold" grpId="36" nodeType="withEffect">
                                  <p:stCondLst>
                                    <p:cond delay="2400"/>
                                  </p:stCondLst>
                                  <p:childTnLst>
                                    <p:animMotion origin="layout" path="M 0.208172 -0.002476 L 0.255045 -0.030381 E" pathEditMode="relative" rAng="0" ptsTypes="AA">
                                      <p:cBhvr>
                                        <p:cTn id="1600" dur="12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1601" presetID="8" presetClass="emph" presetSubtype="0" fill="hold" grpId="37" nodeType="withEffect">
                                  <p:stCondLst>
                                    <p:cond delay="2400"/>
                                  </p:stCondLst>
                                  <p:childTnLst>
                                    <p:animRot by="-1529040">
                                      <p:cBhvr>
                                        <p:cTn id="1602" dur="12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603" presetID="0" presetClass="path" presetSubtype="0" fill="hold" grpId="36" nodeType="withEffect">
                                  <p:stCondLst>
                                    <p:cond delay="2400"/>
                                  </p:stCondLst>
                                  <p:childTnLst>
                                    <p:animMotion origin="layout" path="M 0.202288 -0.001714 L 0.240123 -0.024915 E" pathEditMode="relative" rAng="0" ptsTypes="AA">
                                      <p:cBhvr>
                                        <p:cTn id="1604" dur="12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1605" presetID="8" presetClass="emph" presetSubtype="0" fill="hold" grpId="37" nodeType="withEffect">
                                  <p:stCondLst>
                                    <p:cond delay="2400"/>
                                  </p:stCondLst>
                                  <p:childTnLst>
                                    <p:animRot by="-1529040">
                                      <p:cBhvr>
                                        <p:cTn id="1606" dur="12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607" presetID="0" presetClass="path" presetSubtype="0" fill="hold" grpId="40" nodeType="withEffect">
                                  <p:stCondLst>
                                    <p:cond delay="2520"/>
                                  </p:stCondLst>
                                  <p:childTnLst>
                                    <p:animMotion origin="layout" path="M 0.207717 -0.004146 L 0.218589 -0.010854 E" pathEditMode="relative" rAng="0" ptsTypes="AA">
                                      <p:cBhvr>
                                        <p:cTn id="1608" dur="12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1609" presetID="8" presetClass="emph" presetSubtype="0" fill="hold" grpId="41" nodeType="withEffect">
                                  <p:stCondLst>
                                    <p:cond delay="2520"/>
                                  </p:stCondLst>
                                  <p:childTnLst>
                                    <p:animRot by="47940">
                                      <p:cBhvr>
                                        <p:cTn id="1610" dur="12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611" presetID="0" presetClass="path" presetSubtype="0" fill="hold" grpId="40" nodeType="withEffect">
                                  <p:stCondLst>
                                    <p:cond delay="2520"/>
                                  </p:stCondLst>
                                  <p:childTnLst>
                                    <p:animMotion origin="layout" path="M 0.209076 -0.004131 L 0.220787 -0.010814 E" pathEditMode="relative" rAng="0" ptsTypes="AA">
                                      <p:cBhvr>
                                        <p:cTn id="1612" dur="12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1613" presetID="8" presetClass="emph" presetSubtype="0" fill="hold" grpId="41" nodeType="withEffect">
                                  <p:stCondLst>
                                    <p:cond delay="2520"/>
                                  </p:stCondLst>
                                  <p:childTnLst>
                                    <p:animRot by="47940">
                                      <p:cBhvr>
                                        <p:cTn id="1614" dur="12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615" presetID="0" presetClass="path" presetSubtype="0" fill="hold" grpId="40" nodeType="withEffect">
                                  <p:stCondLst>
                                    <p:cond delay="2520"/>
                                  </p:stCondLst>
                                  <p:childTnLst>
                                    <p:animMotion origin="layout" path="M 0.207212 -0.004152 L 0.217772 -0.010869 E" pathEditMode="relative" rAng="0" ptsTypes="AA">
                                      <p:cBhvr>
                                        <p:cTn id="1616" dur="12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1617" presetID="8" presetClass="emph" presetSubtype="0" fill="hold" grpId="41" nodeType="withEffect">
                                  <p:stCondLst>
                                    <p:cond delay="2520"/>
                                  </p:stCondLst>
                                  <p:childTnLst>
                                    <p:animRot by="47940">
                                      <p:cBhvr>
                                        <p:cTn id="1618" dur="12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619" presetID="0" presetClass="path" presetSubtype="0" fill="hold" grpId="40" nodeType="withEffect">
                                  <p:stCondLst>
                                    <p:cond delay="2520"/>
                                  </p:stCondLst>
                                  <p:childTnLst>
                                    <p:animMotion origin="layout" path="M 0.209228 -0.004116 L 0.221033 -0.010775 E" pathEditMode="relative" rAng="0" ptsTypes="AA">
                                      <p:cBhvr>
                                        <p:cTn id="1620" dur="12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1621" presetID="8" presetClass="emph" presetSubtype="0" fill="hold" grpId="41" nodeType="withEffect">
                                  <p:stCondLst>
                                    <p:cond delay="2520"/>
                                  </p:stCondLst>
                                  <p:childTnLst>
                                    <p:animRot by="189300">
                                      <p:cBhvr>
                                        <p:cTn id="1622" dur="12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623" presetID="0" presetClass="path" presetSubtype="0" fill="hold" grpId="40" nodeType="withEffect">
                                  <p:stCondLst>
                                    <p:cond delay="2520"/>
                                  </p:stCondLst>
                                  <p:childTnLst>
                                    <p:animMotion origin="layout" path="M 0.209167 -0.004115 L 0.221974 -0.01075 E" pathEditMode="relative" rAng="0" ptsTypes="AA">
                                      <p:cBhvr>
                                        <p:cTn id="1624" dur="12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1625" presetID="8" presetClass="emph" presetSubtype="0" fill="hold" grpId="41" nodeType="withEffect">
                                  <p:stCondLst>
                                    <p:cond delay="2520"/>
                                  </p:stCondLst>
                                  <p:childTnLst>
                                    <p:animRot by="189300">
                                      <p:cBhvr>
                                        <p:cTn id="1626" dur="12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627" presetID="0" presetClass="path" presetSubtype="0" fill="hold" grpId="40" nodeType="withEffect">
                                  <p:stCondLst>
                                    <p:cond delay="2520"/>
                                  </p:stCondLst>
                                  <p:childTnLst>
                                    <p:animMotion origin="layout" path="M 0.209219 -0.004139 L 0.221168 -0.010405 E" pathEditMode="relative" rAng="0" ptsTypes="AA">
                                      <p:cBhvr>
                                        <p:cTn id="1628" dur="12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1629" presetID="8" presetClass="emph" presetSubtype="0" fill="hold" grpId="41" nodeType="withEffect">
                                  <p:stCondLst>
                                    <p:cond delay="2520"/>
                                  </p:stCondLst>
                                  <p:childTnLst>
                                    <p:animRot by="189300">
                                      <p:cBhvr>
                                        <p:cTn id="1630" dur="12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631" presetID="0" presetClass="path" presetSubtype="0" fill="hold" grpId="38" nodeType="withEffect">
                                  <p:stCondLst>
                                    <p:cond delay="2520"/>
                                  </p:stCondLst>
                                  <p:childTnLst>
                                    <p:animMotion origin="layout" path="M 0.208328 -0.016541 L 0.220186 -0.027847 E" pathEditMode="relative" rAng="0" ptsTypes="AA">
                                      <p:cBhvr>
                                        <p:cTn id="1632" dur="12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1633" presetID="8" presetClass="emph" presetSubtype="0" fill="hold" grpId="39" nodeType="withEffect">
                                  <p:stCondLst>
                                    <p:cond delay="2520"/>
                                  </p:stCondLst>
                                  <p:childTnLst>
                                    <p:animRot by="398160">
                                      <p:cBhvr>
                                        <p:cTn id="1634" dur="12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635" presetID="0" presetClass="path" presetSubtype="0" fill="hold" grpId="38" nodeType="withEffect">
                                  <p:stCondLst>
                                    <p:cond delay="2520"/>
                                  </p:stCondLst>
                                  <p:childTnLst>
                                    <p:animMotion origin="layout" path="M 0.207717 0 L 0.218589 0 E" pathEditMode="relative" rAng="0" ptsTypes="AA">
                                      <p:cBhvr>
                                        <p:cTn id="1636" dur="12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1637" presetID="6" presetClass="emph" presetSubtype="0" fill="hold" grpId="39" nodeType="withEffect">
                                  <p:stCondLst>
                                    <p:cond delay="2520"/>
                                  </p:stCondLst>
                                  <p:childTnLst>
                                    <p:animScale>
                                      <p:cBhvr>
                                        <p:cTn id="1638" dur="120" fill="hold"/>
                                        <p:tgtEl>
                                          <p:spTgt spid="18"/>
                                        </p:tgtEl>
                                      </p:cBhvr>
                                      <p:by x="94200" y="94200"/>
                                    </p:animScale>
                                  </p:childTnLst>
                                </p:cTn>
                              </p:par>
                              <p:par>
                                <p:cTn id="1639" presetID="0" presetClass="path" presetSubtype="0" fill="hold" grpId="38" nodeType="withEffect">
                                  <p:stCondLst>
                                    <p:cond delay="2520"/>
                                  </p:stCondLst>
                                  <p:childTnLst>
                                    <p:animMotion origin="layout" path="M 0.216854 -0.007964 L 0.231857 -0.019591 E" pathEditMode="relative" rAng="0" ptsTypes="AA">
                                      <p:cBhvr>
                                        <p:cTn id="1640" dur="12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1641" presetID="8" presetClass="emph" presetSubtype="0" fill="hold" grpId="39" nodeType="withEffect">
                                  <p:stCondLst>
                                    <p:cond delay="2520"/>
                                  </p:stCondLst>
                                  <p:childTnLst>
                                    <p:animRot by="-755220">
                                      <p:cBhvr>
                                        <p:cTn id="1642" dur="12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643" presetID="0" presetClass="path" presetSubtype="0" fill="hold" grpId="38" nodeType="withEffect">
                                  <p:stCondLst>
                                    <p:cond delay="2520"/>
                                  </p:stCondLst>
                                  <p:childTnLst>
                                    <p:animMotion origin="layout" path="M 0.237691 -0.015596 L 0.254201 -0.030758 E" pathEditMode="relative" rAng="0" ptsTypes="AA">
                                      <p:cBhvr>
                                        <p:cTn id="1644" dur="12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1645" presetID="8" presetClass="emph" presetSubtype="0" fill="hold" grpId="39" nodeType="withEffect">
                                  <p:stCondLst>
                                    <p:cond delay="2520"/>
                                  </p:stCondLst>
                                  <p:childTnLst>
                                    <p:animRot by="633720">
                                      <p:cBhvr>
                                        <p:cTn id="1646" dur="12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647" presetID="0" presetClass="path" presetSubtype="0" fill="hold" grpId="38" nodeType="withEffect">
                                  <p:stCondLst>
                                    <p:cond delay="2520"/>
                                  </p:stCondLst>
                                  <p:childTnLst>
                                    <p:animMotion origin="layout" path="M 0.248594 -0.025649 L 0.26039 -0.035141 E" pathEditMode="relative" rAng="0" ptsTypes="AA">
                                      <p:cBhvr>
                                        <p:cTn id="1648" dur="12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1649" presetID="8" presetClass="emph" presetSubtype="0" fill="hold" grpId="39" nodeType="withEffect">
                                  <p:stCondLst>
                                    <p:cond delay="2520"/>
                                  </p:stCondLst>
                                  <p:childTnLst>
                                    <p:animRot by="965160">
                                      <p:cBhvr>
                                        <p:cTn id="1650" dur="12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651" presetID="0" presetClass="path" presetSubtype="0" fill="hold" grpId="38" nodeType="withEffect">
                                  <p:stCondLst>
                                    <p:cond delay="2520"/>
                                  </p:stCondLst>
                                  <p:childTnLst>
                                    <p:animMotion origin="layout" path="M 0.255096 -0.027729 L 0.26411 -0.035777 E" pathEditMode="relative" rAng="0" ptsTypes="AA">
                                      <p:cBhvr>
                                        <p:cTn id="1652" dur="12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1653" presetID="8" presetClass="emph" presetSubtype="0" fill="hold" grpId="39" nodeType="withEffect">
                                  <p:stCondLst>
                                    <p:cond delay="2520"/>
                                  </p:stCondLst>
                                  <p:childTnLst>
                                    <p:animRot by="965160">
                                      <p:cBhvr>
                                        <p:cTn id="1654" dur="12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655" presetID="0" presetClass="path" presetSubtype="0" fill="hold" grpId="38" nodeType="withEffect">
                                  <p:stCondLst>
                                    <p:cond delay="2520"/>
                                  </p:stCondLst>
                                  <p:childTnLst>
                                    <p:animMotion origin="layout" path="M 0.200333 -0.005627 L 0.205974 -0.015444 E" pathEditMode="relative" rAng="0" ptsTypes="AA">
                                      <p:cBhvr>
                                        <p:cTn id="1656" dur="12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1657" presetID="8" presetClass="emph" presetSubtype="0" fill="hold" grpId="39" nodeType="withEffect">
                                  <p:stCondLst>
                                    <p:cond delay="2520"/>
                                  </p:stCondLst>
                                  <p:childTnLst>
                                    <p:animRot by="683400">
                                      <p:cBhvr>
                                        <p:cTn id="1658" dur="12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659" presetID="0" presetClass="path" presetSubtype="0" fill="hold" grpId="38" nodeType="withEffect">
                                  <p:stCondLst>
                                    <p:cond delay="2520"/>
                                  </p:stCondLst>
                                  <p:childTnLst>
                                    <p:animMotion origin="layout" path="M 0.185379 -0.009895 L 0.180607 -0.027834 E" pathEditMode="relative" rAng="0" ptsTypes="AA">
                                      <p:cBhvr>
                                        <p:cTn id="1660" dur="12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1661" presetID="8" presetClass="emph" presetSubtype="0" fill="hold" grpId="39" nodeType="withEffect">
                                  <p:stCondLst>
                                    <p:cond delay="2520"/>
                                  </p:stCondLst>
                                  <p:childTnLst>
                                    <p:animRot by="817620">
                                      <p:cBhvr>
                                        <p:cTn id="1662" dur="12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663" presetID="0" presetClass="path" presetSubtype="0" fill="hold" grpId="38" nodeType="withEffect">
                                  <p:stCondLst>
                                    <p:cond delay="2520"/>
                                  </p:stCondLst>
                                  <p:childTnLst>
                                    <p:animMotion origin="layout" path="M 0.17473 -0.009148 L 0.163962 -0.030973 E" pathEditMode="relative" rAng="0" ptsTypes="AA">
                                      <p:cBhvr>
                                        <p:cTn id="1664" dur="12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1665" presetID="8" presetClass="emph" presetSubtype="0" fill="hold" grpId="39" nodeType="withEffect">
                                  <p:stCondLst>
                                    <p:cond delay="2520"/>
                                  </p:stCondLst>
                                  <p:childTnLst>
                                    <p:animRot by="486180">
                                      <p:cBhvr>
                                        <p:cTn id="1666" dur="12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667" presetID="0" presetClass="path" presetSubtype="0" fill="hold" grpId="35" nodeType="withEffect">
                                  <p:stCondLst>
                                    <p:cond delay="2520"/>
                                  </p:stCondLst>
                                  <p:childTnLst>
                                    <p:animMotion origin="layout" path="M 0.201764 -0.005951 L 0.21075 -0.014192 E" pathEditMode="relative" rAng="0" ptsTypes="AA">
                                      <p:cBhvr>
                                        <p:cTn id="1668" dur="12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1669" presetID="8" presetClass="emph" presetSubtype="0" fill="hold" grpId="36" nodeType="withEffect">
                                  <p:stCondLst>
                                    <p:cond delay="2520"/>
                                  </p:stCondLst>
                                  <p:childTnLst>
                                    <p:animRot by="384900">
                                      <p:cBhvr>
                                        <p:cTn id="1670" dur="12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671" presetID="0" presetClass="path" presetSubtype="0" fill="hold" grpId="37" nodeType="withEffect">
                                  <p:stCondLst>
                                    <p:cond delay="2520"/>
                                  </p:stCondLst>
                                  <p:childTnLst>
                                    <p:animMotion origin="layout" path="M 0.194008 -0.008079 L 0.19834 -0.018408 E" pathEditMode="relative" rAng="0" ptsTypes="AA">
                                      <p:cBhvr>
                                        <p:cTn id="1672" dur="12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1673" presetID="8" presetClass="emph" presetSubtype="0" fill="hold" grpId="38" nodeType="withEffect">
                                  <p:stCondLst>
                                    <p:cond delay="2520"/>
                                  </p:stCondLst>
                                  <p:childTnLst>
                                    <p:animRot by="384900">
                                      <p:cBhvr>
                                        <p:cTn id="1674" dur="12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675" presetID="0" presetClass="path" presetSubtype="0" fill="hold" grpId="35" nodeType="withEffect">
                                  <p:stCondLst>
                                    <p:cond delay="2520"/>
                                  </p:stCondLst>
                                  <p:childTnLst>
                                    <p:animMotion origin="layout" path="M 0.214292 -0.005547 L 0.230551 -0.015863 E" pathEditMode="relative" rAng="0" ptsTypes="AA">
                                      <p:cBhvr>
                                        <p:cTn id="1676" dur="12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1677" presetID="8" presetClass="emph" presetSubtype="0" fill="hold" grpId="36" nodeType="withEffect">
                                  <p:stCondLst>
                                    <p:cond delay="2520"/>
                                  </p:stCondLst>
                                  <p:childTnLst>
                                    <p:animRot by="-835680">
                                      <p:cBhvr>
                                        <p:cTn id="1678" dur="12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679" presetID="0" presetClass="path" presetSubtype="0" fill="hold" grpId="36" nodeType="withEffect">
                                  <p:stCondLst>
                                    <p:cond delay="2520"/>
                                  </p:stCondLst>
                                  <p:childTnLst>
                                    <p:animMotion origin="layout" path="M 0.234052 -0.016354 L 0.260796 -0.044211 E" pathEditMode="relative" rAng="0" ptsTypes="AA">
                                      <p:cBhvr>
                                        <p:cTn id="1680" dur="12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1681" presetID="8" presetClass="emph" presetSubtype="0" fill="hold" grpId="37" nodeType="withEffect">
                                  <p:stCondLst>
                                    <p:cond delay="2520"/>
                                  </p:stCondLst>
                                  <p:childTnLst>
                                    <p:animRot by="-1600740">
                                      <p:cBhvr>
                                        <p:cTn id="1682" dur="12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683" presetID="0" presetClass="path" presetSubtype="0" fill="hold" grpId="38" nodeType="withEffect">
                                  <p:stCondLst>
                                    <p:cond delay="2520"/>
                                  </p:stCondLst>
                                  <p:childTnLst>
                                    <p:animMotion origin="layout" path="M 0.255045 -0.030381 L 0.290134 -0.078455 E" pathEditMode="relative" rAng="0" ptsTypes="AA">
                                      <p:cBhvr>
                                        <p:cTn id="1684" dur="12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1685" presetID="8" presetClass="emph" presetSubtype="0" fill="hold" grpId="39" nodeType="withEffect">
                                  <p:stCondLst>
                                    <p:cond delay="2520"/>
                                  </p:stCondLst>
                                  <p:childTnLst>
                                    <p:animRot by="-1346640">
                                      <p:cBhvr>
                                        <p:cTn id="1686" dur="12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687" presetID="0" presetClass="path" presetSubtype="0" fill="hold" grpId="38" nodeType="withEffect">
                                  <p:stCondLst>
                                    <p:cond delay="2520"/>
                                  </p:stCondLst>
                                  <p:childTnLst>
                                    <p:animMotion origin="layout" path="M 0.240123 -0.024915 L 0.26961 -0.065956 E" pathEditMode="relative" rAng="0" ptsTypes="AA">
                                      <p:cBhvr>
                                        <p:cTn id="1688" dur="12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1689" presetID="8" presetClass="emph" presetSubtype="0" fill="hold" grpId="39" nodeType="withEffect">
                                  <p:stCondLst>
                                    <p:cond delay="2520"/>
                                  </p:stCondLst>
                                  <p:childTnLst>
                                    <p:animRot by="-1346640">
                                      <p:cBhvr>
                                        <p:cTn id="1690" dur="12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691" presetID="0" presetClass="path" presetSubtype="0" fill="hold" grpId="42" nodeType="withEffect">
                                  <p:stCondLst>
                                    <p:cond delay="2640"/>
                                  </p:stCondLst>
                                  <p:childTnLst>
                                    <p:animMotion origin="layout" path="M 0.218589 -0.010854 L 0.231411 -0.010854 E" pathEditMode="relative" rAng="0" ptsTypes="AA">
                                      <p:cBhvr>
                                        <p:cTn id="1692" dur="12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1693" presetID="0" presetClass="path" presetSubtype="0" fill="hold" grpId="42" nodeType="withEffect">
                                  <p:stCondLst>
                                    <p:cond delay="2640"/>
                                  </p:stCondLst>
                                  <p:childTnLst>
                                    <p:animMotion origin="layout" path="M 0.220787 -0.010814 L 0.233608 -0.010814 E" pathEditMode="relative" rAng="0" ptsTypes="AA">
                                      <p:cBhvr>
                                        <p:cTn id="1694" dur="12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1695" presetID="0" presetClass="path" presetSubtype="0" fill="hold" grpId="42" nodeType="withEffect">
                                  <p:stCondLst>
                                    <p:cond delay="2640"/>
                                  </p:stCondLst>
                                  <p:childTnLst>
                                    <p:animMotion origin="layout" path="M 0.217772 -0.010869 L 0.230593 -0.010869 E" pathEditMode="relative" rAng="0" ptsTypes="AA">
                                      <p:cBhvr>
                                        <p:cTn id="1696" dur="12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1697" presetID="0" presetClass="path" presetSubtype="0" fill="hold" grpId="42" nodeType="withEffect">
                                  <p:stCondLst>
                                    <p:cond delay="2640"/>
                                  </p:stCondLst>
                                  <p:childTnLst>
                                    <p:animMotion origin="layout" path="M 0.221033 -0.010775 L 0.233855 -0.010775 E" pathEditMode="relative" rAng="0" ptsTypes="AA">
                                      <p:cBhvr>
                                        <p:cTn id="1698" dur="12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1699" presetID="0" presetClass="path" presetSubtype="0" fill="hold" grpId="42" nodeType="withEffect">
                                  <p:stCondLst>
                                    <p:cond delay="2640"/>
                                  </p:stCondLst>
                                  <p:childTnLst>
                                    <p:animMotion origin="layout" path="M 0.221974 -0.01075 L 0.234796 -0.01075 E" pathEditMode="relative" rAng="0" ptsTypes="AA">
                                      <p:cBhvr>
                                        <p:cTn id="1700" dur="12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1701" presetID="0" presetClass="path" presetSubtype="0" fill="hold" grpId="42" nodeType="withEffect">
                                  <p:stCondLst>
                                    <p:cond delay="2640"/>
                                  </p:stCondLst>
                                  <p:childTnLst>
                                    <p:animMotion origin="layout" path="M 0.221168 -0.010405 L 0.23399 -0.010405 E" pathEditMode="relative" rAng="0" ptsTypes="AA">
                                      <p:cBhvr>
                                        <p:cTn id="1702" dur="12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1703" presetID="0" presetClass="path" presetSubtype="0" fill="hold" grpId="40" nodeType="withEffect">
                                  <p:stCondLst>
                                    <p:cond delay="2640"/>
                                  </p:stCondLst>
                                  <p:childTnLst>
                                    <p:animMotion origin="layout" path="M 0.220186 -0.027847 L 0.232418 -0.01879 E" pathEditMode="relative" rAng="0" ptsTypes="AA">
                                      <p:cBhvr>
                                        <p:cTn id="1704" dur="12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1705" presetID="8" presetClass="emph" presetSubtype="0" fill="hold" grpId="41" nodeType="withEffect">
                                  <p:stCondLst>
                                    <p:cond delay="2640"/>
                                  </p:stCondLst>
                                  <p:childTnLst>
                                    <p:animRot by="-809220">
                                      <p:cBhvr>
                                        <p:cTn id="1706" dur="12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707" presetID="0" presetClass="path" presetSubtype="0" fill="hold" grpId="40" nodeType="withEffect">
                                  <p:stCondLst>
                                    <p:cond delay="2640"/>
                                  </p:stCondLst>
                                  <p:childTnLst>
                                    <p:animMotion origin="layout" path="M 0.218589 0 L 0.231411 0 E" pathEditMode="relative" rAng="0" ptsTypes="AA">
                                      <p:cBhvr>
                                        <p:cTn id="1708" dur="12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1709" presetID="0" presetClass="path" presetSubtype="0" fill="hold" grpId="40" nodeType="withEffect">
                                  <p:stCondLst>
                                    <p:cond delay="2640"/>
                                  </p:stCondLst>
                                  <p:childTnLst>
                                    <p:animMotion origin="layout" path="M 0.231857 -0.019591 L 0.242338 -0.016862 E" pathEditMode="relative" rAng="0" ptsTypes="AA">
                                      <p:cBhvr>
                                        <p:cTn id="1710" dur="12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1711" presetID="8" presetClass="emph" presetSubtype="0" fill="hold" grpId="41" nodeType="withEffect">
                                  <p:stCondLst>
                                    <p:cond delay="2640"/>
                                  </p:stCondLst>
                                  <p:childTnLst>
                                    <p:animRot by="385920">
                                      <p:cBhvr>
                                        <p:cTn id="1712" dur="12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713" presetID="0" presetClass="path" presetSubtype="0" fill="hold" grpId="40" nodeType="withEffect">
                                  <p:stCondLst>
                                    <p:cond delay="2640"/>
                                  </p:stCondLst>
                                  <p:childTnLst>
                                    <p:animMotion origin="layout" path="M 0.254201 -0.030758 L 0.252152 -0.024863 E" pathEditMode="relative" rAng="0" ptsTypes="AA">
                                      <p:cBhvr>
                                        <p:cTn id="1714" dur="12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1715" presetID="8" presetClass="emph" presetSubtype="0" fill="hold" grpId="41" nodeType="withEffect">
                                  <p:stCondLst>
                                    <p:cond delay="2640"/>
                                  </p:stCondLst>
                                  <p:childTnLst>
                                    <p:animRot by="1454100">
                                      <p:cBhvr>
                                        <p:cTn id="1716" dur="12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717" presetID="0" presetClass="path" presetSubtype="0" fill="hold" grpId="40" nodeType="withEffect">
                                  <p:stCondLst>
                                    <p:cond delay="2640"/>
                                  </p:stCondLst>
                                  <p:childTnLst>
                                    <p:animMotion origin="layout" path="M 0.26039 -0.035141 L 0.245885 -0.023845 E" pathEditMode="relative" rAng="0" ptsTypes="AA">
                                      <p:cBhvr>
                                        <p:cTn id="1718" dur="12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1719" presetID="8" presetClass="emph" presetSubtype="0" fill="hold" grpId="41" nodeType="withEffect">
                                  <p:stCondLst>
                                    <p:cond delay="2640"/>
                                  </p:stCondLst>
                                  <p:childTnLst>
                                    <p:animRot by="1957140">
                                      <p:cBhvr>
                                        <p:cTn id="1720" dur="12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721" presetID="0" presetClass="path" presetSubtype="0" fill="hold" grpId="40" nodeType="withEffect">
                                  <p:stCondLst>
                                    <p:cond delay="2640"/>
                                  </p:stCondLst>
                                  <p:childTnLst>
                                    <p:animMotion origin="layout" path="M 0.26411 -0.035777 L 0.243324 -0.024142 E" pathEditMode="relative" rAng="0" ptsTypes="AA">
                                      <p:cBhvr>
                                        <p:cTn id="1722" dur="12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1723" presetID="8" presetClass="emph" presetSubtype="0" fill="hold" grpId="41" nodeType="withEffect">
                                  <p:stCondLst>
                                    <p:cond delay="2640"/>
                                  </p:stCondLst>
                                  <p:childTnLst>
                                    <p:animRot by="1957140">
                                      <p:cBhvr>
                                        <p:cTn id="1724" dur="12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725" presetID="0" presetClass="path" presetSubtype="0" fill="hold" grpId="40" nodeType="withEffect">
                                  <p:stCondLst>
                                    <p:cond delay="2640"/>
                                  </p:stCondLst>
                                  <p:childTnLst>
                                    <p:animMotion origin="layout" path="M 0.205974 -0.015444 L 0.21636 -0.017895 E" pathEditMode="relative" rAng="0" ptsTypes="AA">
                                      <p:cBhvr>
                                        <p:cTn id="1726" dur="12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1727" presetID="8" presetClass="emph" presetSubtype="0" fill="hold" grpId="41" nodeType="withEffect">
                                  <p:stCondLst>
                                    <p:cond delay="2640"/>
                                  </p:stCondLst>
                                  <p:childTnLst>
                                    <p:animRot by="385860">
                                      <p:cBhvr>
                                        <p:cTn id="1728" dur="12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729" presetID="0" presetClass="path" presetSubtype="0" fill="hold" grpId="40" nodeType="withEffect">
                                  <p:stCondLst>
                                    <p:cond delay="2640"/>
                                  </p:stCondLst>
                                  <p:childTnLst>
                                    <p:animMotion origin="layout" path="M 0.180607 -0.027834 L 0.186027 -0.036007 E" pathEditMode="relative" rAng="0" ptsTypes="AA">
                                      <p:cBhvr>
                                        <p:cTn id="1730" dur="12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1731" presetID="8" presetClass="emph" presetSubtype="0" fill="hold" grpId="41" nodeType="withEffect">
                                  <p:stCondLst>
                                    <p:cond delay="2640"/>
                                  </p:stCondLst>
                                  <p:childTnLst>
                                    <p:animRot by="385920">
                                      <p:cBhvr>
                                        <p:cTn id="1732" dur="12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733" presetID="0" presetClass="path" presetSubtype="0" fill="hold" grpId="40" nodeType="withEffect">
                                  <p:stCondLst>
                                    <p:cond delay="2640"/>
                                  </p:stCondLst>
                                  <p:childTnLst>
                                    <p:animMotion origin="layout" path="M 0.163962 -0.030973 L 0.167413 -0.04178 E" pathEditMode="relative" rAng="0" ptsTypes="AA">
                                      <p:cBhvr>
                                        <p:cTn id="1734" dur="12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1735" presetID="8" presetClass="emph" presetSubtype="0" fill="hold" grpId="41" nodeType="withEffect">
                                  <p:stCondLst>
                                    <p:cond delay="2640"/>
                                  </p:stCondLst>
                                  <p:childTnLst>
                                    <p:animRot by="-117120">
                                      <p:cBhvr>
                                        <p:cTn id="1736" dur="12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737" presetID="0" presetClass="path" presetSubtype="0" fill="hold" grpId="37" nodeType="withEffect">
                                  <p:stCondLst>
                                    <p:cond delay="2640"/>
                                  </p:stCondLst>
                                  <p:childTnLst>
                                    <p:animMotion origin="layout" path="M 0.21075 -0.014192 L 0.223571 -0.014192 E" pathEditMode="relative" rAng="0" ptsTypes="AA">
                                      <p:cBhvr>
                                        <p:cTn id="1738" dur="12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1739" presetID="0" presetClass="path" presetSubtype="0" fill="hold" grpId="39" nodeType="withEffect">
                                  <p:stCondLst>
                                    <p:cond delay="2640"/>
                                  </p:stCondLst>
                                  <p:childTnLst>
                                    <p:animMotion origin="layout" path="M 0.19834 -0.018408 L 0.211161 -0.018408 E" pathEditMode="relative" rAng="0" ptsTypes="AA">
                                      <p:cBhvr>
                                        <p:cTn id="1740" dur="12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1741" presetID="0" presetClass="path" presetSubtype="0" fill="hold" grpId="37" nodeType="withEffect">
                                  <p:stCondLst>
                                    <p:cond delay="2640"/>
                                  </p:stCondLst>
                                  <p:childTnLst>
                                    <p:animMotion origin="layout" path="M 0.230551 -0.015863 L 0.243372 -0.015863 E" pathEditMode="relative" rAng="0" ptsTypes="AA">
                                      <p:cBhvr>
                                        <p:cTn id="1742" dur="12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1743" presetID="0" presetClass="path" presetSubtype="0" fill="hold" grpId="38" nodeType="withEffect">
                                  <p:stCondLst>
                                    <p:cond delay="2640"/>
                                  </p:stCondLst>
                                  <p:childTnLst>
                                    <p:animMotion origin="layout" path="M 0.260796 -0.044211 L 0.274027 -0.046262 E" pathEditMode="relative" rAng="0" ptsTypes="AA">
                                      <p:cBhvr>
                                        <p:cTn id="1744" dur="12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1745" presetID="8" presetClass="emph" presetSubtype="0" fill="hold" grpId="39" nodeType="withEffect">
                                  <p:stCondLst>
                                    <p:cond delay="2640"/>
                                  </p:stCondLst>
                                  <p:childTnLst>
                                    <p:animRot by="-206280">
                                      <p:cBhvr>
                                        <p:cTn id="1746" dur="12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747" presetID="0" presetClass="path" presetSubtype="0" fill="hold" grpId="40" nodeType="withEffect">
                                  <p:stCondLst>
                                    <p:cond delay="2640"/>
                                  </p:stCondLst>
                                  <p:childTnLst>
                                    <p:animMotion origin="layout" path="M 0.290134 -0.078455 L 0.304039 -0.083215 E" pathEditMode="relative" rAng="0" ptsTypes="AA">
                                      <p:cBhvr>
                                        <p:cTn id="1748" dur="12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1749" presetID="8" presetClass="emph" presetSubtype="0" fill="hold" grpId="41" nodeType="withEffect">
                                  <p:stCondLst>
                                    <p:cond delay="2640"/>
                                  </p:stCondLst>
                                  <p:childTnLst>
                                    <p:animRot by="-90720">
                                      <p:cBhvr>
                                        <p:cTn id="1750" dur="12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751" presetID="0" presetClass="path" presetSubtype="0" fill="hold" grpId="40" nodeType="withEffect">
                                  <p:stCondLst>
                                    <p:cond delay="2640"/>
                                  </p:stCondLst>
                                  <p:childTnLst>
                                    <p:animMotion origin="layout" path="M 0.26961 -0.065956 L 0.283243 -0.07017 E" pathEditMode="relative" rAng="0" ptsTypes="AA">
                                      <p:cBhvr>
                                        <p:cTn id="1752" dur="12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1753" presetID="8" presetClass="emph" presetSubtype="0" fill="hold" grpId="41" nodeType="withEffect">
                                  <p:stCondLst>
                                    <p:cond delay="2640"/>
                                  </p:stCondLst>
                                  <p:childTnLst>
                                    <p:animRot by="-90720">
                                      <p:cBhvr>
                                        <p:cTn id="1754" dur="12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755" presetID="0" presetClass="path" presetSubtype="0" fill="hold" grpId="43" nodeType="withEffect">
                                  <p:stCondLst>
                                    <p:cond delay="2760"/>
                                  </p:stCondLst>
                                  <p:childTnLst>
                                    <p:animMotion origin="layout" path="M 0.231411 -0.010854 L 0.242283 -0.004146 E" pathEditMode="relative" rAng="0" ptsTypes="AA">
                                      <p:cBhvr>
                                        <p:cTn id="1756" dur="12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1757" presetID="8" presetClass="emph" presetSubtype="0" fill="hold" grpId="44" nodeType="withEffect">
                                  <p:stCondLst>
                                    <p:cond delay="2760"/>
                                  </p:stCondLst>
                                  <p:childTnLst>
                                    <p:animRot by="-47940">
                                      <p:cBhvr>
                                        <p:cTn id="1758" dur="12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759" presetID="0" presetClass="path" presetSubtype="0" fill="hold" grpId="43" nodeType="withEffect">
                                  <p:stCondLst>
                                    <p:cond delay="2760"/>
                                  </p:stCondLst>
                                  <p:childTnLst>
                                    <p:animMotion origin="layout" path="M 0.233608 -0.010814 L 0.243641 -0.004131 E" pathEditMode="relative" rAng="0" ptsTypes="AA">
                                      <p:cBhvr>
                                        <p:cTn id="1760" dur="12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1761" presetID="8" presetClass="emph" presetSubtype="0" fill="hold" grpId="44" nodeType="withEffect">
                                  <p:stCondLst>
                                    <p:cond delay="2760"/>
                                  </p:stCondLst>
                                  <p:childTnLst>
                                    <p:animRot by="-47940">
                                      <p:cBhvr>
                                        <p:cTn id="1762" dur="12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763" presetID="0" presetClass="path" presetSubtype="0" fill="hold" grpId="43" nodeType="withEffect">
                                  <p:stCondLst>
                                    <p:cond delay="2760"/>
                                  </p:stCondLst>
                                  <p:childTnLst>
                                    <p:animMotion origin="layout" path="M 0.230593 -0.010869 L 0.241777 -0.004152 E" pathEditMode="relative" rAng="0" ptsTypes="AA">
                                      <p:cBhvr>
                                        <p:cTn id="1764" dur="12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1765" presetID="8" presetClass="emph" presetSubtype="0" fill="hold" grpId="44" nodeType="withEffect">
                                  <p:stCondLst>
                                    <p:cond delay="2760"/>
                                  </p:stCondLst>
                                  <p:childTnLst>
                                    <p:animRot by="-47940">
                                      <p:cBhvr>
                                        <p:cTn id="1766" dur="12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767" presetID="0" presetClass="path" presetSubtype="0" fill="hold" grpId="43" nodeType="withEffect">
                                  <p:stCondLst>
                                    <p:cond delay="2760"/>
                                  </p:stCondLst>
                                  <p:childTnLst>
                                    <p:animMotion origin="layout" path="M 0.233855 -0.010775 L 0.243793 -0.004116 E" pathEditMode="relative" rAng="0" ptsTypes="AA">
                                      <p:cBhvr>
                                        <p:cTn id="1768" dur="12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1769" presetID="8" presetClass="emph" presetSubtype="0" fill="hold" grpId="44" nodeType="withEffect">
                                  <p:stCondLst>
                                    <p:cond delay="2760"/>
                                  </p:stCondLst>
                                  <p:childTnLst>
                                    <p:animRot by="-189300">
                                      <p:cBhvr>
                                        <p:cTn id="1770" dur="12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771" presetID="0" presetClass="path" presetSubtype="0" fill="hold" grpId="43" nodeType="withEffect">
                                  <p:stCondLst>
                                    <p:cond delay="2760"/>
                                  </p:stCondLst>
                                  <p:childTnLst>
                                    <p:animMotion origin="layout" path="M 0.234796 -0.01075 L 0.243732 -0.004115 E" pathEditMode="relative" rAng="0" ptsTypes="AA">
                                      <p:cBhvr>
                                        <p:cTn id="1772" dur="12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1773" presetID="8" presetClass="emph" presetSubtype="0" fill="hold" grpId="44" nodeType="withEffect">
                                  <p:stCondLst>
                                    <p:cond delay="2760"/>
                                  </p:stCondLst>
                                  <p:childTnLst>
                                    <p:animRot by="-189300">
                                      <p:cBhvr>
                                        <p:cTn id="1774" dur="12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775" presetID="0" presetClass="path" presetSubtype="0" fill="hold" grpId="43" nodeType="withEffect">
                                  <p:stCondLst>
                                    <p:cond delay="2760"/>
                                  </p:stCondLst>
                                  <p:childTnLst>
                                    <p:animMotion origin="layout" path="M 0.23399 -0.010405 L 0.243784 -0.004139 E" pathEditMode="relative" rAng="0" ptsTypes="AA">
                                      <p:cBhvr>
                                        <p:cTn id="1776" dur="12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1777" presetID="8" presetClass="emph" presetSubtype="0" fill="hold" grpId="44" nodeType="withEffect">
                                  <p:stCondLst>
                                    <p:cond delay="2760"/>
                                  </p:stCondLst>
                                  <p:childTnLst>
                                    <p:animRot by="-189300">
                                      <p:cBhvr>
                                        <p:cTn id="1778" dur="12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779" presetID="0" presetClass="path" presetSubtype="0" fill="hold" grpId="42" nodeType="withEffect">
                                  <p:stCondLst>
                                    <p:cond delay="2760"/>
                                  </p:stCondLst>
                                  <p:childTnLst>
                                    <p:animMotion origin="layout" path="M 0.232418 -0.01879 L 0.243501 -0.001883 E" pathEditMode="relative" rAng="0" ptsTypes="AA">
                                      <p:cBhvr>
                                        <p:cTn id="1780" dur="12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1781" presetID="8" presetClass="emph" presetSubtype="0" fill="hold" grpId="43" nodeType="withEffect">
                                  <p:stCondLst>
                                    <p:cond delay="2760"/>
                                  </p:stCondLst>
                                  <p:childTnLst>
                                    <p:animRot by="-898260">
                                      <p:cBhvr>
                                        <p:cTn id="1782" dur="12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783" presetID="0" presetClass="path" presetSubtype="0" fill="hold" grpId="41" nodeType="withEffect">
                                  <p:stCondLst>
                                    <p:cond delay="2760"/>
                                  </p:stCondLst>
                                  <p:childTnLst>
                                    <p:animMotion origin="layout" path="M 0.231411 0 L 0.242283 0 E" pathEditMode="relative" rAng="0" ptsTypes="AA">
                                      <p:cBhvr>
                                        <p:cTn id="1784" dur="12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1785" presetID="6" presetClass="emph" presetSubtype="0" fill="hold" grpId="42" nodeType="withEffect">
                                  <p:stCondLst>
                                    <p:cond delay="2760"/>
                                  </p:stCondLst>
                                  <p:childTnLst>
                                    <p:animScale>
                                      <p:cBhvr>
                                        <p:cTn id="1786" dur="120" fill="hold"/>
                                        <p:tgtEl>
                                          <p:spTgt spid="18"/>
                                        </p:tgtEl>
                                      </p:cBhvr>
                                      <p:by x="106157" y="106157"/>
                                    </p:animScale>
                                  </p:childTnLst>
                                </p:cTn>
                              </p:par>
                              <p:par>
                                <p:cTn id="1787" presetID="0" presetClass="path" presetSubtype="0" fill="hold" grpId="42" nodeType="withEffect">
                                  <p:stCondLst>
                                    <p:cond delay="2760"/>
                                  </p:stCondLst>
                                  <p:childTnLst>
                                    <p:animMotion origin="layout" path="M 0.242338 -0.016862 L 0.247132 -0.005387 E" pathEditMode="relative" rAng="0" ptsTypes="AA">
                                      <p:cBhvr>
                                        <p:cTn id="1788" dur="12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1789" presetID="8" presetClass="emph" presetSubtype="0" fill="hold" grpId="43" nodeType="withEffect">
                                  <p:stCondLst>
                                    <p:cond delay="2760"/>
                                  </p:stCondLst>
                                  <p:childTnLst>
                                    <p:animRot by="993660">
                                      <p:cBhvr>
                                        <p:cTn id="1790" dur="12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791" presetID="0" presetClass="path" presetSubtype="0" fill="hold" grpId="42" nodeType="withEffect">
                                  <p:stCondLst>
                                    <p:cond delay="2760"/>
                                  </p:stCondLst>
                                  <p:childTnLst>
                                    <p:animMotion origin="layout" path="M 0.252152 -0.024863 L 0.243797 -0.011036 E" pathEditMode="relative" rAng="0" ptsTypes="AA">
                                      <p:cBhvr>
                                        <p:cTn id="1792" dur="12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1793" presetID="8" presetClass="emph" presetSubtype="0" fill="hold" grpId="43" nodeType="withEffect">
                                  <p:stCondLst>
                                    <p:cond delay="2760"/>
                                  </p:stCondLst>
                                  <p:childTnLst>
                                    <p:animRot by="824580">
                                      <p:cBhvr>
                                        <p:cTn id="1794" dur="12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795" presetID="0" presetClass="path" presetSubtype="0" fill="hold" grpId="42" nodeType="withEffect">
                                  <p:stCondLst>
                                    <p:cond delay="2760"/>
                                  </p:stCondLst>
                                  <p:childTnLst>
                                    <p:animMotion origin="layout" path="M 0.245885 -0.023845 L 0.229784 -0.011501 E" pathEditMode="relative" rAng="0" ptsTypes="AA">
                                      <p:cBhvr>
                                        <p:cTn id="1796" dur="12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1797" presetID="8" presetClass="emph" presetSubtype="0" fill="hold" grpId="43" nodeType="withEffect">
                                  <p:stCondLst>
                                    <p:cond delay="2760"/>
                                  </p:stCondLst>
                                  <p:childTnLst>
                                    <p:animRot by="1306980">
                                      <p:cBhvr>
                                        <p:cTn id="1798" dur="12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799" presetID="0" presetClass="path" presetSubtype="0" fill="hold" grpId="42" nodeType="withEffect">
                                  <p:stCondLst>
                                    <p:cond delay="2760"/>
                                  </p:stCondLst>
                                  <p:childTnLst>
                                    <p:animMotion origin="layout" path="M 0.243324 -0.024142 L 0.223359 -0.013527 E" pathEditMode="relative" rAng="0" ptsTypes="AA">
                                      <p:cBhvr>
                                        <p:cTn id="1800" dur="12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1801" presetID="8" presetClass="emph" presetSubtype="0" fill="hold" grpId="43" nodeType="withEffect">
                                  <p:stCondLst>
                                    <p:cond delay="2760"/>
                                  </p:stCondLst>
                                  <p:childTnLst>
                                    <p:animRot by="1306980">
                                      <p:cBhvr>
                                        <p:cTn id="1802" dur="12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803" presetID="0" presetClass="path" presetSubtype="0" fill="hold" grpId="42" nodeType="withEffect">
                                  <p:stCondLst>
                                    <p:cond delay="2760"/>
                                  </p:stCondLst>
                                  <p:childTnLst>
                                    <p:animMotion origin="layout" path="M 0.21636 -0.017895 L 0.230649 -0.008393 E" pathEditMode="relative" rAng="0" ptsTypes="AA">
                                      <p:cBhvr>
                                        <p:cTn id="1804" dur="12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1805" presetID="8" presetClass="emph" presetSubtype="0" fill="hold" grpId="43" nodeType="withEffect">
                                  <p:stCondLst>
                                    <p:cond delay="2760"/>
                                  </p:stCondLst>
                                  <p:childTnLst>
                                    <p:animRot by="-444840">
                                      <p:cBhvr>
                                        <p:cTn id="1806" dur="12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807" presetID="0" presetClass="path" presetSubtype="0" fill="hold" grpId="42" nodeType="withEffect">
                                  <p:stCondLst>
                                    <p:cond delay="2760"/>
                                  </p:stCondLst>
                                  <p:childTnLst>
                                    <p:animMotion origin="layout" path="M 0.186027 -0.036007 L 0.206857 -0.01919 E" pathEditMode="relative" rAng="0" ptsTypes="AA">
                                      <p:cBhvr>
                                        <p:cTn id="1808" dur="12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1809" presetID="8" presetClass="emph" presetSubtype="0" fill="hold" grpId="43" nodeType="withEffect">
                                  <p:stCondLst>
                                    <p:cond delay="2760"/>
                                  </p:stCondLst>
                                  <p:childTnLst>
                                    <p:animRot by="-579120">
                                      <p:cBhvr>
                                        <p:cTn id="1810" dur="12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811" presetID="0" presetClass="path" presetSubtype="0" fill="hold" grpId="42" nodeType="withEffect">
                                  <p:stCondLst>
                                    <p:cond delay="2760"/>
                                  </p:stCondLst>
                                  <p:childTnLst>
                                    <p:animMotion origin="layout" path="M 0.167413 -0.04178 L 0.193507 -0.021909 E" pathEditMode="relative" rAng="0" ptsTypes="AA">
                                      <p:cBhvr>
                                        <p:cTn id="1812" dur="12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1813" presetID="8" presetClass="emph" presetSubtype="0" fill="hold" grpId="43" nodeType="withEffect">
                                  <p:stCondLst>
                                    <p:cond delay="2760"/>
                                  </p:stCondLst>
                                  <p:childTnLst>
                                    <p:animRot by="-1061520">
                                      <p:cBhvr>
                                        <p:cTn id="1814" dur="12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815" presetID="0" presetClass="path" presetSubtype="0" fill="hold" grpId="38" nodeType="withEffect">
                                  <p:stCondLst>
                                    <p:cond delay="2760"/>
                                  </p:stCondLst>
                                  <p:childTnLst>
                                    <p:animMotion origin="layout" path="M 0.223571 -0.014192 L 0.236329 -0.005951 E" pathEditMode="relative" rAng="0" ptsTypes="AA">
                                      <p:cBhvr>
                                        <p:cTn id="1816" dur="12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1817" presetID="8" presetClass="emph" presetSubtype="0" fill="hold" grpId="39" nodeType="withEffect">
                                  <p:stCondLst>
                                    <p:cond delay="2760"/>
                                  </p:stCondLst>
                                  <p:childTnLst>
                                    <p:animRot by="-384900">
                                      <p:cBhvr>
                                        <p:cTn id="1818" dur="12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819" presetID="0" presetClass="path" presetSubtype="0" fill="hold" grpId="40" nodeType="withEffect">
                                  <p:stCondLst>
                                    <p:cond delay="2760"/>
                                  </p:stCondLst>
                                  <p:childTnLst>
                                    <p:animMotion origin="layout" path="M 0.211161 -0.018408 L 0.228573 -0.008079 E" pathEditMode="relative" rAng="0" ptsTypes="AA">
                                      <p:cBhvr>
                                        <p:cTn id="1820" dur="12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1821" presetID="8" presetClass="emph" presetSubtype="0" fill="hold" grpId="41" nodeType="withEffect">
                                  <p:stCondLst>
                                    <p:cond delay="2760"/>
                                  </p:stCondLst>
                                  <p:childTnLst>
                                    <p:animRot by="-384900">
                                      <p:cBhvr>
                                        <p:cTn id="1822" dur="12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823" presetID="0" presetClass="path" presetSubtype="0" fill="hold" grpId="38" nodeType="withEffect">
                                  <p:stCondLst>
                                    <p:cond delay="2760"/>
                                  </p:stCondLst>
                                  <p:childTnLst>
                                    <p:animMotion origin="layout" path="M 0.243372 -0.015863 L 0.248857 -0.005547 E" pathEditMode="relative" rAng="0" ptsTypes="AA">
                                      <p:cBhvr>
                                        <p:cTn id="1824" dur="12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1825" presetID="8" presetClass="emph" presetSubtype="0" fill="hold" grpId="39" nodeType="withEffect">
                                  <p:stCondLst>
                                    <p:cond delay="2760"/>
                                  </p:stCondLst>
                                  <p:childTnLst>
                                    <p:animRot by="835680">
                                      <p:cBhvr>
                                        <p:cTn id="1826" dur="12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827" presetID="0" presetClass="path" presetSubtype="0" fill="hold" grpId="40" nodeType="withEffect">
                                  <p:stCondLst>
                                    <p:cond delay="2760"/>
                                  </p:stCondLst>
                                  <p:childTnLst>
                                    <p:animMotion origin="layout" path="M 0.274027 -0.046262 L 0.27082 -0.020488 E" pathEditMode="relative" rAng="0" ptsTypes="AA">
                                      <p:cBhvr>
                                        <p:cTn id="1828" dur="12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1829" presetID="8" presetClass="emph" presetSubtype="0" fill="hold" grpId="41" nodeType="withEffect">
                                  <p:stCondLst>
                                    <p:cond delay="2760"/>
                                  </p:stCondLst>
                                  <p:childTnLst>
                                    <p:animRot by="1266960">
                                      <p:cBhvr>
                                        <p:cTn id="1830" dur="12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831" presetID="0" presetClass="path" presetSubtype="0" fill="hold" grpId="42" nodeType="withEffect">
                                  <p:stCondLst>
                                    <p:cond delay="2760"/>
                                  </p:stCondLst>
                                  <p:childTnLst>
                                    <p:animMotion origin="layout" path="M 0.304039 -0.083215 L 0.295016 -0.039744 E" pathEditMode="relative" rAng="0" ptsTypes="AA">
                                      <p:cBhvr>
                                        <p:cTn id="1832" dur="12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1833" presetID="8" presetClass="emph" presetSubtype="0" fill="hold" grpId="43" nodeType="withEffect">
                                  <p:stCondLst>
                                    <p:cond delay="2760"/>
                                  </p:stCondLst>
                                  <p:childTnLst>
                                    <p:animRot by="1199760">
                                      <p:cBhvr>
                                        <p:cTn id="1834" dur="12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835" presetID="0" presetClass="path" presetSubtype="0" fill="hold" grpId="42" nodeType="withEffect">
                                  <p:stCondLst>
                                    <p:cond delay="2760"/>
                                  </p:stCondLst>
                                  <p:childTnLst>
                                    <p:animMotion origin="layout" path="M 0.283243 -0.07017 L 0.278912 -0.033205 E" pathEditMode="relative" rAng="0" ptsTypes="AA">
                                      <p:cBhvr>
                                        <p:cTn id="1836" dur="12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1837" presetID="8" presetClass="emph" presetSubtype="0" fill="hold" grpId="43" nodeType="withEffect">
                                  <p:stCondLst>
                                    <p:cond delay="2760"/>
                                  </p:stCondLst>
                                  <p:childTnLst>
                                    <p:animRot by="1199760">
                                      <p:cBhvr>
                                        <p:cTn id="1838" dur="12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839" presetID="0" presetClass="path" presetSubtype="0" fill="hold" grpId="45" nodeType="withEffect">
                                  <p:stCondLst>
                                    <p:cond delay="2880"/>
                                  </p:stCondLst>
                                  <p:childTnLst>
                                    <p:animMotion origin="layout" path="M 0.242283 -0.004146 L 0.25 0 E" pathEditMode="relative" rAng="0" ptsTypes="AA">
                                      <p:cBhvr>
                                        <p:cTn id="1840" dur="12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1841" presetID="8" presetClass="emph" presetSubtype="0" fill="hold" grpId="46" nodeType="withEffect">
                                  <p:stCondLst>
                                    <p:cond delay="2880"/>
                                  </p:stCondLst>
                                  <p:childTnLst>
                                    <p:animRot by="-77580">
                                      <p:cBhvr>
                                        <p:cTn id="1842" dur="12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843" presetID="0" presetClass="path" presetSubtype="0" fill="hold" grpId="45" nodeType="withEffect">
                                  <p:stCondLst>
                                    <p:cond delay="2880"/>
                                  </p:stCondLst>
                                  <p:childTnLst>
                                    <p:animMotion origin="layout" path="M 0.243641 -0.004131 L 0.25 0 E" pathEditMode="relative" rAng="0" ptsTypes="AA">
                                      <p:cBhvr>
                                        <p:cTn id="1844" dur="12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1845" presetID="8" presetClass="emph" presetSubtype="0" fill="hold" grpId="46" nodeType="withEffect">
                                  <p:stCondLst>
                                    <p:cond delay="2880"/>
                                  </p:stCondLst>
                                  <p:childTnLst>
                                    <p:animRot by="-77580">
                                      <p:cBhvr>
                                        <p:cTn id="1846" dur="12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847" presetID="0" presetClass="path" presetSubtype="0" fill="hold" grpId="45" nodeType="withEffect">
                                  <p:stCondLst>
                                    <p:cond delay="2880"/>
                                  </p:stCondLst>
                                  <p:childTnLst>
                                    <p:animMotion origin="layout" path="M 0.241777 -0.004152 L 0.25 0 E" pathEditMode="relative" rAng="0" ptsTypes="AA">
                                      <p:cBhvr>
                                        <p:cTn id="1848" dur="12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1849" presetID="8" presetClass="emph" presetSubtype="0" fill="hold" grpId="46" nodeType="withEffect">
                                  <p:stCondLst>
                                    <p:cond delay="2880"/>
                                  </p:stCondLst>
                                  <p:childTnLst>
                                    <p:animRot by="-77580">
                                      <p:cBhvr>
                                        <p:cTn id="1850" dur="12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851" presetID="0" presetClass="path" presetSubtype="0" fill="hold" grpId="45" nodeType="withEffect">
                                  <p:stCondLst>
                                    <p:cond delay="2880"/>
                                  </p:stCondLst>
                                  <p:childTnLst>
                                    <p:animMotion origin="layout" path="M 0.243793 -0.004116 L 0.25 0 E" pathEditMode="relative" rAng="0" ptsTypes="AA">
                                      <p:cBhvr>
                                        <p:cTn id="1852" dur="12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1853" presetID="8" presetClass="emph" presetSubtype="0" fill="hold" grpId="46" nodeType="withEffect">
                                  <p:stCondLst>
                                    <p:cond delay="2880"/>
                                  </p:stCondLst>
                                  <p:childTnLst>
                                    <p:animRot by="-138540">
                                      <p:cBhvr>
                                        <p:cTn id="1854" dur="12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855" presetID="0" presetClass="path" presetSubtype="0" fill="hold" grpId="45" nodeType="withEffect">
                                  <p:stCondLst>
                                    <p:cond delay="2880"/>
                                  </p:stCondLst>
                                  <p:childTnLst>
                                    <p:animMotion origin="layout" path="M 0.243732 -0.004115 L 0.249206 1.7e-05 E" pathEditMode="relative" rAng="0" ptsTypes="AA">
                                      <p:cBhvr>
                                        <p:cTn id="1856" dur="12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1857" presetID="8" presetClass="emph" presetSubtype="0" fill="hold" grpId="46" nodeType="withEffect">
                                  <p:stCondLst>
                                    <p:cond delay="2880"/>
                                  </p:stCondLst>
                                  <p:childTnLst>
                                    <p:animRot by="-138540">
                                      <p:cBhvr>
                                        <p:cTn id="1858" dur="12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859" presetID="0" presetClass="path" presetSubtype="0" fill="hold" grpId="45" nodeType="withEffect">
                                  <p:stCondLst>
                                    <p:cond delay="2880"/>
                                  </p:stCondLst>
                                  <p:childTnLst>
                                    <p:animMotion origin="layout" path="M 0.243784 -0.004139 L 0.249871 -0.000306 E" pathEditMode="relative" rAng="0" ptsTypes="AA">
                                      <p:cBhvr>
                                        <p:cTn id="1860" dur="12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1861" presetID="8" presetClass="emph" presetSubtype="0" fill="hold" grpId="46" nodeType="withEffect">
                                  <p:stCondLst>
                                    <p:cond delay="2880"/>
                                  </p:stCondLst>
                                  <p:childTnLst>
                                    <p:animRot by="-138540">
                                      <p:cBhvr>
                                        <p:cTn id="1862" dur="12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863" presetID="0" presetClass="path" presetSubtype="0" fill="hold" grpId="44" nodeType="withEffect">
                                  <p:stCondLst>
                                    <p:cond delay="2880"/>
                                  </p:stCondLst>
                                  <p:childTnLst>
                                    <p:animMotion origin="layout" path="M 0.243501 -0.001883 L 0.249975 -0.000224 E" pathEditMode="relative" rAng="0" ptsTypes="AA">
                                      <p:cBhvr>
                                        <p:cTn id="1864" dur="12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1865" presetID="8" presetClass="emph" presetSubtype="0" fill="hold" grpId="45" nodeType="withEffect">
                                  <p:stCondLst>
                                    <p:cond delay="2880"/>
                                  </p:stCondLst>
                                  <p:childTnLst>
                                    <p:animRot by="254040">
                                      <p:cBhvr>
                                        <p:cTn id="1866" dur="12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867" presetID="0" presetClass="path" presetSubtype="0" fill="hold" grpId="43" nodeType="withEffect">
                                  <p:stCondLst>
                                    <p:cond delay="2880"/>
                                  </p:stCondLst>
                                  <p:childTnLst>
                                    <p:animMotion origin="layout" path="M 0.242283 0 L 0.25 0 E" pathEditMode="relative" rAng="0" ptsTypes="AA">
                                      <p:cBhvr>
                                        <p:cTn id="1868" dur="12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1869" presetID="6" presetClass="emph" presetSubtype="0" fill="hold" grpId="44" nodeType="withEffect">
                                  <p:stCondLst>
                                    <p:cond delay="2880"/>
                                  </p:stCondLst>
                                  <p:childTnLst>
                                    <p:animScale>
                                      <p:cBhvr>
                                        <p:cTn id="1870" dur="120" fill="hold"/>
                                        <p:tgtEl>
                                          <p:spTgt spid="18"/>
                                        </p:tgtEl>
                                      </p:cBhvr>
                                      <p:by x="103573" y="103573"/>
                                    </p:animScale>
                                  </p:childTnLst>
                                </p:cTn>
                              </p:par>
                              <p:par>
                                <p:cTn id="1871" presetID="0" presetClass="path" presetSubtype="0" fill="hold" grpId="44" nodeType="withEffect">
                                  <p:stCondLst>
                                    <p:cond delay="2880"/>
                                  </p:stCondLst>
                                  <p:childTnLst>
                                    <p:animMotion origin="layout" path="M 0.247132 -0.005387 L 0.248993 -3.6e-05 E" pathEditMode="relative" rAng="0" ptsTypes="AA">
                                      <p:cBhvr>
                                        <p:cTn id="1872" dur="12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1873" presetID="8" presetClass="emph" presetSubtype="0" fill="hold" grpId="45" nodeType="withEffect">
                                  <p:stCondLst>
                                    <p:cond delay="2880"/>
                                  </p:stCondLst>
                                  <p:childTnLst>
                                    <p:animRot by="947520">
                                      <p:cBhvr>
                                        <p:cTn id="1874" dur="12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875" presetID="0" presetClass="path" presetSubtype="0" fill="hold" grpId="44" nodeType="withEffect">
                                  <p:stCondLst>
                                    <p:cond delay="2880"/>
                                  </p:stCondLst>
                                  <p:childTnLst>
                                    <p:animMotion origin="layout" path="M 0.243797 -0.011036 L 0.239607 -0.002731 E" pathEditMode="relative" rAng="0" ptsTypes="AA">
                                      <p:cBhvr>
                                        <p:cTn id="1876" dur="12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1877" presetID="8" presetClass="emph" presetSubtype="0" fill="hold" grpId="45" nodeType="withEffect">
                                  <p:stCondLst>
                                    <p:cond delay="2880"/>
                                  </p:stCondLst>
                                  <p:childTnLst>
                                    <p:animRot by="-325560">
                                      <p:cBhvr>
                                        <p:cTn id="1878" dur="12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879" presetID="0" presetClass="path" presetSubtype="0" fill="hold" grpId="44" nodeType="withEffect">
                                  <p:stCondLst>
                                    <p:cond delay="2880"/>
                                  </p:stCondLst>
                                  <p:childTnLst>
                                    <p:animMotion origin="layout" path="M 0.229784 -0.011501 L 0.227771 -0.00183 E" pathEditMode="relative" rAng="0" ptsTypes="AA">
                                      <p:cBhvr>
                                        <p:cTn id="1880" dur="12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1881" presetID="8" presetClass="emph" presetSubtype="0" fill="hold" grpId="45" nodeType="withEffect">
                                  <p:stCondLst>
                                    <p:cond delay="2880"/>
                                  </p:stCondLst>
                                  <p:childTnLst>
                                    <p:animRot by="-48000">
                                      <p:cBhvr>
                                        <p:cTn id="1882" dur="12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883" presetID="0" presetClass="path" presetSubtype="0" fill="hold" grpId="44" nodeType="withEffect">
                                  <p:stCondLst>
                                    <p:cond delay="2880"/>
                                  </p:stCondLst>
                                  <p:childTnLst>
                                    <p:animMotion origin="layout" path="M 0.223359 -0.013527 L 0.221475 -0.003767 E" pathEditMode="relative" rAng="0" ptsTypes="AA">
                                      <p:cBhvr>
                                        <p:cTn id="1884" dur="12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1885" presetID="8" presetClass="emph" presetSubtype="0" fill="hold" grpId="45" nodeType="withEffect">
                                  <p:stCondLst>
                                    <p:cond delay="2880"/>
                                  </p:stCondLst>
                                  <p:childTnLst>
                                    <p:animRot by="-48000">
                                      <p:cBhvr>
                                        <p:cTn id="1886" dur="12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887" presetID="0" presetClass="path" presetSubtype="0" fill="hold" grpId="44" nodeType="withEffect">
                                  <p:stCondLst>
                                    <p:cond delay="2880"/>
                                  </p:stCondLst>
                                  <p:childTnLst>
                                    <p:animMotion origin="layout" path="M 0.230649 -0.008393 L 0.248993 -3.6e-05 E" pathEditMode="relative" rAng="0" ptsTypes="AA">
                                      <p:cBhvr>
                                        <p:cTn id="1888" dur="12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1889" presetID="8" presetClass="emph" presetSubtype="0" fill="hold" grpId="45" nodeType="withEffect">
                                  <p:stCondLst>
                                    <p:cond delay="2880"/>
                                  </p:stCondLst>
                                  <p:childTnLst>
                                    <p:animRot by="-1380120">
                                      <p:cBhvr>
                                        <p:cTn id="1890" dur="12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891" presetID="0" presetClass="path" presetSubtype="0" fill="hold" grpId="44" nodeType="withEffect">
                                  <p:stCondLst>
                                    <p:cond delay="2880"/>
                                  </p:stCondLst>
                                  <p:childTnLst>
                                    <p:animMotion origin="layout" path="M 0.206857 -0.01919 L 0.246864 -0.000169 E" pathEditMode="relative" rAng="0" ptsTypes="AA">
                                      <p:cBhvr>
                                        <p:cTn id="1892" dur="12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1893" presetID="8" presetClass="emph" presetSubtype="0" fill="hold" grpId="45" nodeType="withEffect">
                                  <p:stCondLst>
                                    <p:cond delay="2880"/>
                                  </p:stCondLst>
                                  <p:childTnLst>
                                    <p:animRot by="-1597380">
                                      <p:cBhvr>
                                        <p:cTn id="1894" dur="12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895" presetID="0" presetClass="path" presetSubtype="0" fill="hold" grpId="44" nodeType="withEffect">
                                  <p:stCondLst>
                                    <p:cond delay="2880"/>
                                  </p:stCondLst>
                                  <p:childTnLst>
                                    <p:animMotion origin="layout" path="M 0.193507 -0.021909 L 0.246782 -0.001771 E" pathEditMode="relative" rAng="0" ptsTypes="AA">
                                      <p:cBhvr>
                                        <p:cTn id="1896" dur="12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1897" presetID="8" presetClass="emph" presetSubtype="0" fill="hold" grpId="45" nodeType="withEffect">
                                  <p:stCondLst>
                                    <p:cond delay="2880"/>
                                  </p:stCondLst>
                                  <p:childTnLst>
                                    <p:animRot by="-1875000">
                                      <p:cBhvr>
                                        <p:cTn id="1898" dur="12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899" presetID="0" presetClass="path" presetSubtype="0" fill="hold" grpId="40" nodeType="withEffect">
                                  <p:stCondLst>
                                    <p:cond delay="2880"/>
                                  </p:stCondLst>
                                  <p:childTnLst>
                                    <p:animMotion origin="layout" path="M 0.236329 -0.005951 L 0.248704 -6.8e-05 E" pathEditMode="relative" rAng="0" ptsTypes="AA">
                                      <p:cBhvr>
                                        <p:cTn id="1900" dur="12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1901" presetID="8" presetClass="emph" presetSubtype="0" fill="hold" grpId="41" nodeType="withEffect">
                                  <p:stCondLst>
                                    <p:cond delay="2880"/>
                                  </p:stCondLst>
                                  <p:childTnLst>
                                    <p:animRot by="-848160">
                                      <p:cBhvr>
                                        <p:cTn id="1902" dur="12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903" presetID="0" presetClass="path" presetSubtype="0" fill="hold" grpId="42" nodeType="withEffect">
                                  <p:stCondLst>
                                    <p:cond delay="2880"/>
                                  </p:stCondLst>
                                  <p:childTnLst>
                                    <p:animMotion origin="layout" path="M 0.228573 -0.008079 L 0.251481 -0.000925 E" pathEditMode="relative" rAng="0" ptsTypes="AA">
                                      <p:cBhvr>
                                        <p:cTn id="1904" dur="12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1905" presetID="8" presetClass="emph" presetSubtype="0" fill="hold" grpId="43" nodeType="withEffect">
                                  <p:stCondLst>
                                    <p:cond delay="2880"/>
                                  </p:stCondLst>
                                  <p:childTnLst>
                                    <p:animRot by="-848160">
                                      <p:cBhvr>
                                        <p:cTn id="1906" dur="12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907" presetID="0" presetClass="path" presetSubtype="0" fill="hold" grpId="40" nodeType="withEffect">
                                  <p:stCondLst>
                                    <p:cond delay="2880"/>
                                  </p:stCondLst>
                                  <p:childTnLst>
                                    <p:animMotion origin="layout" path="M 0.248857 -0.005547 L 0.248704 -6.8e-05 E" pathEditMode="relative" rAng="0" ptsTypes="AA">
                                      <p:cBhvr>
                                        <p:cTn id="1908" dur="12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1909" presetID="8" presetClass="emph" presetSubtype="0" fill="hold" grpId="41" nodeType="withEffect">
                                  <p:stCondLst>
                                    <p:cond delay="2880"/>
                                  </p:stCondLst>
                                  <p:childTnLst>
                                    <p:animRot by="1126800">
                                      <p:cBhvr>
                                        <p:cTn id="1910" dur="12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911" presetID="0" presetClass="path" presetSubtype="0" fill="hold" grpId="42" nodeType="withEffect">
                                  <p:stCondLst>
                                    <p:cond delay="2880"/>
                                  </p:stCondLst>
                                  <p:childTnLst>
                                    <p:animMotion origin="layout" path="M 0.27082 -0.020488 L 0.253399 -0.001761 E" pathEditMode="relative" rAng="0" ptsTypes="AA">
                                      <p:cBhvr>
                                        <p:cTn id="1912" dur="12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1913" presetID="8" presetClass="emph" presetSubtype="0" fill="hold" grpId="43" nodeType="withEffect">
                                  <p:stCondLst>
                                    <p:cond delay="2880"/>
                                  </p:stCondLst>
                                  <p:childTnLst>
                                    <p:animRot by="2030820">
                                      <p:cBhvr>
                                        <p:cTn id="1914" dur="12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915" presetID="0" presetClass="path" presetSubtype="0" fill="hold" grpId="44" nodeType="withEffect">
                                  <p:stCondLst>
                                    <p:cond delay="2880"/>
                                  </p:stCondLst>
                                  <p:childTnLst>
                                    <p:animMotion origin="layout" path="M 0.295016 -0.039744 L 0.26239 -0.003801 E" pathEditMode="relative" rAng="0" ptsTypes="AA">
                                      <p:cBhvr>
                                        <p:cTn id="1916" dur="12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1917" presetID="8" presetClass="emph" presetSubtype="0" fill="hold" grpId="45" nodeType="withEffect">
                                  <p:stCondLst>
                                    <p:cond delay="2880"/>
                                  </p:stCondLst>
                                  <p:childTnLst>
                                    <p:animRot by="1806720">
                                      <p:cBhvr>
                                        <p:cTn id="1918" dur="12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919" presetID="0" presetClass="path" presetSubtype="0" fill="hold" grpId="44" nodeType="withEffect">
                                  <p:stCondLst>
                                    <p:cond delay="2880"/>
                                  </p:stCondLst>
                                  <p:childTnLst>
                                    <p:animMotion origin="layout" path="M 0.278912 -0.033205 L 0.256767 -0.003106 E" pathEditMode="relative" rAng="0" ptsTypes="AA">
                                      <p:cBhvr>
                                        <p:cTn id="1920" dur="12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1921" presetID="8" presetClass="emph" presetSubtype="0" fill="hold" grpId="45" nodeType="withEffect">
                                  <p:stCondLst>
                                    <p:cond delay="2880"/>
                                  </p:stCondLst>
                                  <p:childTnLst>
                                    <p:animRot by="1806720">
                                      <p:cBhvr>
                                        <p:cTn id="1922" dur="12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923" presetID="0" presetClass="path" presetSubtype="0" fill="hold" grpId="47" nodeType="withEffect">
                                  <p:stCondLst>
                                    <p:cond delay="3000"/>
                                  </p:stCondLst>
                                  <p:childTnLst>
                                    <p:animMotion origin="layout" path="M 0.25 0 L 0.257717 -0.004146 E" pathEditMode="relative" rAng="0" ptsTypes="AA">
                                      <p:cBhvr>
                                        <p:cTn id="1924" dur="12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1925" presetID="8" presetClass="emph" presetSubtype="0" fill="hold" grpId="48" nodeType="withEffect">
                                  <p:stCondLst>
                                    <p:cond delay="3000"/>
                                  </p:stCondLst>
                                  <p:childTnLst>
                                    <p:animRot by="-77580">
                                      <p:cBhvr>
                                        <p:cTn id="1926" dur="12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927" presetID="0" presetClass="path" presetSubtype="0" fill="hold" grpId="47" nodeType="withEffect">
                                  <p:stCondLst>
                                    <p:cond delay="3000"/>
                                  </p:stCondLst>
                                  <p:childTnLst>
                                    <p:animMotion origin="layout" path="M 0.25 0 L 0.256359 -0.004131 E" pathEditMode="relative" rAng="0" ptsTypes="AA">
                                      <p:cBhvr>
                                        <p:cTn id="1928" dur="12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1929" presetID="8" presetClass="emph" presetSubtype="0" fill="hold" grpId="48" nodeType="withEffect">
                                  <p:stCondLst>
                                    <p:cond delay="3000"/>
                                  </p:stCondLst>
                                  <p:childTnLst>
                                    <p:animRot by="-77580">
                                      <p:cBhvr>
                                        <p:cTn id="1930" dur="12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931" presetID="0" presetClass="path" presetSubtype="0" fill="hold" grpId="47" nodeType="withEffect">
                                  <p:stCondLst>
                                    <p:cond delay="3000"/>
                                  </p:stCondLst>
                                  <p:childTnLst>
                                    <p:animMotion origin="layout" path="M 0.25 0 L 0.258223 -0.004152 E" pathEditMode="relative" rAng="0" ptsTypes="AA">
                                      <p:cBhvr>
                                        <p:cTn id="1932" dur="12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1933" presetID="8" presetClass="emph" presetSubtype="0" fill="hold" grpId="48" nodeType="withEffect">
                                  <p:stCondLst>
                                    <p:cond delay="3000"/>
                                  </p:stCondLst>
                                  <p:childTnLst>
                                    <p:animRot by="-77580">
                                      <p:cBhvr>
                                        <p:cTn id="1934" dur="12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935" presetID="0" presetClass="path" presetSubtype="0" fill="hold" grpId="47" nodeType="withEffect">
                                  <p:stCondLst>
                                    <p:cond delay="3000"/>
                                  </p:stCondLst>
                                  <p:childTnLst>
                                    <p:animMotion origin="layout" path="M 0.25 0 L 0.256207 -0.004116 E" pathEditMode="relative" rAng="0" ptsTypes="AA">
                                      <p:cBhvr>
                                        <p:cTn id="1936" dur="12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1937" presetID="8" presetClass="emph" presetSubtype="0" fill="hold" grpId="48" nodeType="withEffect">
                                  <p:stCondLst>
                                    <p:cond delay="3000"/>
                                  </p:stCondLst>
                                  <p:childTnLst>
                                    <p:animRot by="68760">
                                      <p:cBhvr>
                                        <p:cTn id="1938" dur="12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939" presetID="0" presetClass="path" presetSubtype="0" fill="hold" grpId="47" nodeType="withEffect">
                                  <p:stCondLst>
                                    <p:cond delay="3000"/>
                                  </p:stCondLst>
                                  <p:childTnLst>
                                    <p:animMotion origin="layout" path="M 0.249206 1.7e-05 L 0.255777 -0.004111 E" pathEditMode="relative" rAng="0" ptsTypes="AA">
                                      <p:cBhvr>
                                        <p:cTn id="1940" dur="12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1941" presetID="8" presetClass="emph" presetSubtype="0" fill="hold" grpId="48" nodeType="withEffect">
                                  <p:stCondLst>
                                    <p:cond delay="3000"/>
                                  </p:stCondLst>
                                  <p:childTnLst>
                                    <p:animRot by="68760">
                                      <p:cBhvr>
                                        <p:cTn id="1942" dur="12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943" presetID="0" presetClass="path" presetSubtype="0" fill="hold" grpId="47" nodeType="withEffect">
                                  <p:stCondLst>
                                    <p:cond delay="3000"/>
                                  </p:stCondLst>
                                  <p:childTnLst>
                                    <p:animMotion origin="layout" path="M 0.249871 -0.000306 L 0.256139 -0.004282 E" pathEditMode="relative" rAng="0" ptsTypes="AA">
                                      <p:cBhvr>
                                        <p:cTn id="1944" dur="12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1945" presetID="8" presetClass="emph" presetSubtype="0" fill="hold" grpId="48" nodeType="withEffect">
                                  <p:stCondLst>
                                    <p:cond delay="3000"/>
                                  </p:stCondLst>
                                  <p:childTnLst>
                                    <p:animRot by="68760">
                                      <p:cBhvr>
                                        <p:cTn id="1946" dur="12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947" presetID="0" presetClass="path" presetSubtype="0" fill="hold" grpId="46" nodeType="withEffect">
                                  <p:stCondLst>
                                    <p:cond delay="3000"/>
                                  </p:stCondLst>
                                  <p:childTnLst>
                                    <p:animMotion origin="layout" path="M 0.249975 -0.000224 L 0.256573 -0.01589 E" pathEditMode="relative" rAng="0" ptsTypes="AA">
                                      <p:cBhvr>
                                        <p:cTn id="1948" dur="12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1949" presetID="8" presetClass="emph" presetSubtype="0" fill="hold" grpId="47" nodeType="withEffect">
                                  <p:stCondLst>
                                    <p:cond delay="3000"/>
                                  </p:stCondLst>
                                  <p:childTnLst>
                                    <p:animRot by="1055280">
                                      <p:cBhvr>
                                        <p:cTn id="1950" dur="12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951" presetID="0" presetClass="path" presetSubtype="0" fill="hold" grpId="45" nodeType="withEffect">
                                  <p:stCondLst>
                                    <p:cond delay="3000"/>
                                  </p:stCondLst>
                                  <p:childTnLst>
                                    <p:animMotion origin="layout" path="M 0.25 0 L 0.257717 0 E" pathEditMode="relative" rAng="0" ptsTypes="AA">
                                      <p:cBhvr>
                                        <p:cTn id="1952" dur="12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1953" presetID="6" presetClass="emph" presetSubtype="0" fill="hold" grpId="46" nodeType="withEffect">
                                  <p:stCondLst>
                                    <p:cond delay="3000"/>
                                  </p:stCondLst>
                                  <p:childTnLst>
                                    <p:animScale>
                                      <p:cBhvr>
                                        <p:cTn id="1954" dur="120" fill="hold"/>
                                        <p:tgtEl>
                                          <p:spTgt spid="18"/>
                                        </p:tgtEl>
                                      </p:cBhvr>
                                      <p:by x="96550" y="96550"/>
                                    </p:animScale>
                                  </p:childTnLst>
                                </p:cTn>
                              </p:par>
                              <p:par>
                                <p:cTn id="1955" presetID="0" presetClass="path" presetSubtype="0" fill="hold" grpId="46" nodeType="withEffect">
                                  <p:stCondLst>
                                    <p:cond delay="3000"/>
                                  </p:stCondLst>
                                  <p:childTnLst>
                                    <p:animMotion origin="layout" path="M 0.248993 -3.6e-05 L 0.252264 -0.005658 E" pathEditMode="relative" rAng="0" ptsTypes="AA">
                                      <p:cBhvr>
                                        <p:cTn id="1956" dur="12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1957" presetID="8" presetClass="emph" presetSubtype="0" fill="hold" grpId="47" nodeType="withEffect">
                                  <p:stCondLst>
                                    <p:cond delay="3000"/>
                                  </p:stCondLst>
                                  <p:childTnLst>
                                    <p:animRot by="755700">
                                      <p:cBhvr>
                                        <p:cTn id="1958" dur="12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959" presetID="0" presetClass="path" presetSubtype="0" fill="hold" grpId="46" nodeType="withEffect">
                                  <p:stCondLst>
                                    <p:cond delay="3000"/>
                                  </p:stCondLst>
                                  <p:childTnLst>
                                    <p:animMotion origin="layout" path="M 0.239607 -0.002731 L 0.237283 -0.009567 E" pathEditMode="relative" rAng="0" ptsTypes="AA">
                                      <p:cBhvr>
                                        <p:cTn id="1960" dur="12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1961" presetID="8" presetClass="emph" presetSubtype="0" fill="hold" grpId="47" nodeType="withEffect">
                                  <p:stCondLst>
                                    <p:cond delay="3000"/>
                                  </p:stCondLst>
                                  <p:childTnLst>
                                    <p:animRot by="-126660">
                                      <p:cBhvr>
                                        <p:cTn id="1962" dur="12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963" presetID="0" presetClass="path" presetSubtype="0" fill="hold" grpId="46" nodeType="withEffect">
                                  <p:stCondLst>
                                    <p:cond delay="3000"/>
                                  </p:stCondLst>
                                  <p:childTnLst>
                                    <p:animMotion origin="layout" path="M 0.227771 -0.00183 L 0.226575 -0.008305 E" pathEditMode="relative" rAng="0" ptsTypes="AA">
                                      <p:cBhvr>
                                        <p:cTn id="1964" dur="12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1965" presetID="8" presetClass="emph" presetSubtype="0" fill="hold" grpId="47" nodeType="withEffect">
                                  <p:stCondLst>
                                    <p:cond delay="3000"/>
                                  </p:stCondLst>
                                  <p:childTnLst>
                                    <p:animRot by="-159900">
                                      <p:cBhvr>
                                        <p:cTn id="1966" dur="12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967" presetID="0" presetClass="path" presetSubtype="0" fill="hold" grpId="46" nodeType="withEffect">
                                  <p:stCondLst>
                                    <p:cond delay="3000"/>
                                  </p:stCondLst>
                                  <p:childTnLst>
                                    <p:animMotion origin="layout" path="M 0.221475 -0.003767 L 0.220717 -0.00996 E" pathEditMode="relative" rAng="0" ptsTypes="AA">
                                      <p:cBhvr>
                                        <p:cTn id="1968" dur="12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1969" presetID="8" presetClass="emph" presetSubtype="0" fill="hold" grpId="47" nodeType="withEffect">
                                  <p:stCondLst>
                                    <p:cond delay="3000"/>
                                  </p:stCondLst>
                                  <p:childTnLst>
                                    <p:animRot by="-159900">
                                      <p:cBhvr>
                                        <p:cTn id="1970" dur="12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971" presetID="0" presetClass="path" presetSubtype="0" fill="hold" grpId="46" nodeType="withEffect">
                                  <p:stCondLst>
                                    <p:cond delay="3000"/>
                                  </p:stCondLst>
                                  <p:childTnLst>
                                    <p:animMotion origin="layout" path="M 0.248993 -3.6e-05 L 0.268784 -0.007995 E" pathEditMode="relative" rAng="0" ptsTypes="AA">
                                      <p:cBhvr>
                                        <p:cTn id="1972" dur="12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1973" presetID="8" presetClass="emph" presetSubtype="0" fill="hold" grpId="47" nodeType="withEffect">
                                  <p:stCondLst>
                                    <p:cond delay="3000"/>
                                  </p:stCondLst>
                                  <p:childTnLst>
                                    <p:animRot by="-1571880">
                                      <p:cBhvr>
                                        <p:cTn id="1974" dur="12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975" presetID="0" presetClass="path" presetSubtype="0" fill="hold" grpId="46" nodeType="withEffect">
                                  <p:stCondLst>
                                    <p:cond delay="3000"/>
                                  </p:stCondLst>
                                  <p:childTnLst>
                                    <p:animMotion origin="layout" path="M 0.246864 -0.000169 L 0.289689 -0.015061 E" pathEditMode="relative" rAng="0" ptsTypes="AA">
                                      <p:cBhvr>
                                        <p:cTn id="1976" dur="12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1977" presetID="8" presetClass="emph" presetSubtype="0" fill="hold" grpId="47" nodeType="withEffect">
                                  <p:stCondLst>
                                    <p:cond delay="3000"/>
                                  </p:stCondLst>
                                  <p:childTnLst>
                                    <p:animRot by="-1487220">
                                      <p:cBhvr>
                                        <p:cTn id="1978" dur="12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979" presetID="0" presetClass="path" presetSubtype="0" fill="hold" grpId="46" nodeType="withEffect">
                                  <p:stCondLst>
                                    <p:cond delay="3000"/>
                                  </p:stCondLst>
                                  <p:childTnLst>
                                    <p:animMotion origin="layout" path="M 0.246782 -0.001771 L 0.300673 -0.024512 E" pathEditMode="relative" rAng="0" ptsTypes="AA">
                                      <p:cBhvr>
                                        <p:cTn id="1980" dur="12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1981" presetID="8" presetClass="emph" presetSubtype="0" fill="hold" grpId="47" nodeType="withEffect">
                                  <p:stCondLst>
                                    <p:cond delay="3000"/>
                                  </p:stCondLst>
                                  <p:childTnLst>
                                    <p:animRot by="-1453920">
                                      <p:cBhvr>
                                        <p:cTn id="1982" dur="12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983" presetID="0" presetClass="path" presetSubtype="0" fill="hold" grpId="42" nodeType="withEffect">
                                  <p:stCondLst>
                                    <p:cond delay="3000"/>
                                  </p:stCondLst>
                                  <p:childTnLst>
                                    <p:animMotion origin="layout" path="M 0.248704 -6.8e-05 L 0.262903 -0.005547 E" pathEditMode="relative" rAng="0" ptsTypes="AA">
                                      <p:cBhvr>
                                        <p:cTn id="1984" dur="12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1985" presetID="8" presetClass="emph" presetSubtype="0" fill="hold" grpId="43" nodeType="withEffect">
                                  <p:stCondLst>
                                    <p:cond delay="3000"/>
                                  </p:stCondLst>
                                  <p:childTnLst>
                                    <p:animRot by="-1126800">
                                      <p:cBhvr>
                                        <p:cTn id="1986" dur="12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987" presetID="0" presetClass="path" presetSubtype="0" fill="hold" grpId="44" nodeType="withEffect">
                                  <p:stCondLst>
                                    <p:cond delay="3000"/>
                                  </p:stCondLst>
                                  <p:childTnLst>
                                    <p:animMotion origin="layout" path="M 0.251481 -0.000925 L 0.282677 -0.016168 E" pathEditMode="relative" rAng="0" ptsTypes="AA">
                                      <p:cBhvr>
                                        <p:cTn id="1988" dur="12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1989" presetID="8" presetClass="emph" presetSubtype="0" fill="hold" grpId="45" nodeType="withEffect">
                                  <p:stCondLst>
                                    <p:cond delay="3000"/>
                                  </p:stCondLst>
                                  <p:childTnLst>
                                    <p:animRot by="-1824540">
                                      <p:cBhvr>
                                        <p:cTn id="1990" dur="12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991" presetID="0" presetClass="path" presetSubtype="0" fill="hold" grpId="42" nodeType="withEffect">
                                  <p:stCondLst>
                                    <p:cond delay="3000"/>
                                  </p:stCondLst>
                                  <p:childTnLst>
                                    <p:animMotion origin="layout" path="M 0.248704 -6.8e-05 L 0.250375 -0.005951 E" pathEditMode="relative" rAng="0" ptsTypes="AA">
                                      <p:cBhvr>
                                        <p:cTn id="1992" dur="12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1993" presetID="8" presetClass="emph" presetSubtype="0" fill="hold" grpId="43" nodeType="withEffect">
                                  <p:stCondLst>
                                    <p:cond delay="3000"/>
                                  </p:stCondLst>
                                  <p:childTnLst>
                                    <p:animRot by="848160">
                                      <p:cBhvr>
                                        <p:cTn id="1994" dur="12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995" presetID="0" presetClass="path" presetSubtype="0" fill="hold" grpId="44" nodeType="withEffect">
                                  <p:stCondLst>
                                    <p:cond delay="3000"/>
                                  </p:stCondLst>
                                  <p:childTnLst>
                                    <p:animMotion origin="layout" path="M 0.253399 -0.001761 L 0.242601 -0.007869 E" pathEditMode="relative" rAng="0" ptsTypes="AA">
                                      <p:cBhvr>
                                        <p:cTn id="1996" dur="12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1997" presetID="8" presetClass="emph" presetSubtype="0" fill="hold" grpId="45" nodeType="withEffect">
                                  <p:stCondLst>
                                    <p:cond delay="3000"/>
                                  </p:stCondLst>
                                  <p:childTnLst>
                                    <p:animRot by="1181940">
                                      <p:cBhvr>
                                        <p:cTn id="1998" dur="12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999" presetID="0" presetClass="path" presetSubtype="0" fill="hold" grpId="46" nodeType="withEffect">
                                  <p:stCondLst>
                                    <p:cond delay="3000"/>
                                  </p:stCondLst>
                                  <p:childTnLst>
                                    <p:animMotion origin="layout" path="M 0.26239 -0.003801 L 0.241454 -0.008081 E" pathEditMode="relative" rAng="0" ptsTypes="AA">
                                      <p:cBhvr>
                                        <p:cTn id="2000" dur="12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2001" presetID="8" presetClass="emph" presetSubtype="0" fill="hold" grpId="47" nodeType="withEffect">
                                  <p:stCondLst>
                                    <p:cond delay="3000"/>
                                  </p:stCondLst>
                                  <p:childTnLst>
                                    <p:animRot by="886380">
                                      <p:cBhvr>
                                        <p:cTn id="2002" dur="12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2003" presetID="0" presetClass="path" presetSubtype="0" fill="hold" grpId="46" nodeType="withEffect">
                                  <p:stCondLst>
                                    <p:cond delay="3000"/>
                                  </p:stCondLst>
                                  <p:childTnLst>
                                    <p:animMotion origin="layout" path="M 0.256767 -0.003106 L 0.241731 -0.008079 E" pathEditMode="relative" rAng="0" ptsTypes="AA">
                                      <p:cBhvr>
                                        <p:cTn id="2004" dur="12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2005" presetID="8" presetClass="emph" presetSubtype="0" fill="hold" grpId="47" nodeType="withEffect">
                                  <p:stCondLst>
                                    <p:cond delay="3000"/>
                                  </p:stCondLst>
                                  <p:childTnLst>
                                    <p:animRot by="886380">
                                      <p:cBhvr>
                                        <p:cTn id="2006" dur="12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2007" presetID="0" presetClass="path" presetSubtype="0" fill="hold" grpId="49" nodeType="withEffect">
                                  <p:stCondLst>
                                    <p:cond delay="3120"/>
                                  </p:stCondLst>
                                  <p:childTnLst>
                                    <p:animMotion origin="layout" path="M 0.257717 -0.004146 L 0.27 -0 E" pathEditMode="relative" rAng="0" ptsTypes="AA">
                                      <p:cBhvr>
                                        <p:cTn id="2008" dur="12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2009" presetID="8" presetClass="emph" presetSubtype="0" fill="hold" grpId="50" nodeType="withEffect">
                                  <p:stCondLst>
                                    <p:cond delay="3120"/>
                                  </p:stCondLst>
                                  <p:childTnLst>
                                    <p:animRot by="77580">
                                      <p:cBhvr>
                                        <p:cTn id="2010" dur="12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2011" presetID="0" presetClass="path" presetSubtype="0" fill="hold" grpId="49" nodeType="withEffect">
                                  <p:stCondLst>
                                    <p:cond delay="3120"/>
                                  </p:stCondLst>
                                  <p:childTnLst>
                                    <p:animMotion origin="layout" path="M 0.256359 -0.004131 L 0.27 -0 E" pathEditMode="relative" rAng="0" ptsTypes="AA">
                                      <p:cBhvr>
                                        <p:cTn id="2012" dur="12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2013" presetID="8" presetClass="emph" presetSubtype="0" fill="hold" grpId="50" nodeType="withEffect">
                                  <p:stCondLst>
                                    <p:cond delay="3120"/>
                                  </p:stCondLst>
                                  <p:childTnLst>
                                    <p:animRot by="77580">
                                      <p:cBhvr>
                                        <p:cTn id="2014" dur="12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2015" presetID="0" presetClass="path" presetSubtype="0" fill="hold" grpId="49" nodeType="withEffect">
                                  <p:stCondLst>
                                    <p:cond delay="3120"/>
                                  </p:stCondLst>
                                  <p:childTnLst>
                                    <p:animMotion origin="layout" path="M 0.258223 -0.004152 L 0.27 -0 E" pathEditMode="relative" rAng="0" ptsTypes="AA">
                                      <p:cBhvr>
                                        <p:cTn id="2016" dur="12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2017" presetID="8" presetClass="emph" presetSubtype="0" fill="hold" grpId="50" nodeType="withEffect">
                                  <p:stCondLst>
                                    <p:cond delay="3120"/>
                                  </p:stCondLst>
                                  <p:childTnLst>
                                    <p:animRot by="77580">
                                      <p:cBhvr>
                                        <p:cTn id="2018" dur="12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2019" presetID="0" presetClass="path" presetSubtype="0" fill="hold" grpId="49" nodeType="withEffect">
                                  <p:stCondLst>
                                    <p:cond delay="3120"/>
                                  </p:stCondLst>
                                  <p:childTnLst>
                                    <p:animMotion origin="layout" path="M 0.256207 -0.004116 L 0.27 0 E" pathEditMode="relative" rAng="0" ptsTypes="AA">
                                      <p:cBhvr>
                                        <p:cTn id="2020" dur="12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2021" presetID="8" presetClass="emph" presetSubtype="0" fill="hold" grpId="50" nodeType="withEffect">
                                  <p:stCondLst>
                                    <p:cond delay="3120"/>
                                  </p:stCondLst>
                                  <p:childTnLst>
                                    <p:animRot by="81240">
                                      <p:cBhvr>
                                        <p:cTn id="2022" dur="12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2023" presetID="0" presetClass="path" presetSubtype="0" fill="hold" grpId="49" nodeType="withEffect">
                                  <p:stCondLst>
                                    <p:cond delay="3120"/>
                                  </p:stCondLst>
                                  <p:childTnLst>
                                    <p:animMotion origin="layout" path="M 0.255777 -0.004111 L 0.27 0 E" pathEditMode="relative" rAng="0" ptsTypes="AA">
                                      <p:cBhvr>
                                        <p:cTn id="2024" dur="12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2025" presetID="8" presetClass="emph" presetSubtype="0" fill="hold" grpId="50" nodeType="withEffect">
                                  <p:stCondLst>
                                    <p:cond delay="3120"/>
                                  </p:stCondLst>
                                  <p:childTnLst>
                                    <p:animRot by="81240">
                                      <p:cBhvr>
                                        <p:cTn id="2026" dur="12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2027" presetID="0" presetClass="path" presetSubtype="0" fill="hold" grpId="49" nodeType="withEffect">
                                  <p:stCondLst>
                                    <p:cond delay="3120"/>
                                  </p:stCondLst>
                                  <p:childTnLst>
                                    <p:animMotion origin="layout" path="M 0.256139 -0.004282 L 0.27 0 E" pathEditMode="relative" rAng="0" ptsTypes="AA">
                                      <p:cBhvr>
                                        <p:cTn id="2028" dur="12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2029" presetID="8" presetClass="emph" presetSubtype="0" fill="hold" grpId="50" nodeType="withEffect">
                                  <p:stCondLst>
                                    <p:cond delay="3120"/>
                                  </p:stCondLst>
                                  <p:childTnLst>
                                    <p:animRot by="81240">
                                      <p:cBhvr>
                                        <p:cTn id="2030" dur="12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2031" presetID="0" presetClass="path" presetSubtype="0" fill="hold" grpId="48" nodeType="withEffect">
                                  <p:stCondLst>
                                    <p:cond delay="3120"/>
                                  </p:stCondLst>
                                  <p:childTnLst>
                                    <p:animMotion origin="layout" path="M 0.256573 -0.01589 L 0.27 0 E" pathEditMode="relative" rAng="0" ptsTypes="AA">
                                      <p:cBhvr>
                                        <p:cTn id="2032" dur="12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2033" presetID="8" presetClass="emph" presetSubtype="0" fill="hold" grpId="49" nodeType="withEffect">
                                  <p:stCondLst>
                                    <p:cond delay="3120"/>
                                  </p:stCondLst>
                                  <p:childTnLst>
                                    <p:animRot by="-1075500">
                                      <p:cBhvr>
                                        <p:cTn id="2034" dur="12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2035" presetID="0" presetClass="path" presetSubtype="0" fill="hold" grpId="47" nodeType="withEffect">
                                  <p:stCondLst>
                                    <p:cond delay="3120"/>
                                  </p:stCondLst>
                                  <p:childTnLst>
                                    <p:animMotion origin="layout" path="M 0.257717 0 L 0.27 0 E" pathEditMode="relative" rAng="0" ptsTypes="AA">
                                      <p:cBhvr>
                                        <p:cTn id="2036" dur="12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2037" presetID="6" presetClass="emph" presetSubtype="0" fill="hold" grpId="48" nodeType="withEffect">
                                  <p:stCondLst>
                                    <p:cond delay="3120"/>
                                  </p:stCondLst>
                                  <p:childTnLst>
                                    <p:animScale>
                                      <p:cBhvr>
                                        <p:cTn id="2038" dur="120" fill="hold"/>
                                        <p:tgtEl>
                                          <p:spTgt spid="18"/>
                                        </p:tgtEl>
                                      </p:cBhvr>
                                      <p:by x="94200" y="94200"/>
                                    </p:animScale>
                                  </p:childTnLst>
                                </p:cTn>
                              </p:par>
                              <p:par>
                                <p:cTn id="2039" presetID="0" presetClass="path" presetSubtype="0" fill="hold" grpId="48" nodeType="withEffect">
                                  <p:stCondLst>
                                    <p:cond delay="3120"/>
                                  </p:stCondLst>
                                  <p:childTnLst>
                                    <p:animMotion origin="layout" path="M 0.252264 -0.005658 L 0.27 -0 E" pathEditMode="relative" rAng="0" ptsTypes="AA">
                                      <p:cBhvr>
                                        <p:cTn id="2040" dur="12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2041" presetID="8" presetClass="emph" presetSubtype="0" fill="hold" grpId="49" nodeType="withEffect">
                                  <p:stCondLst>
                                    <p:cond delay="3120"/>
                                  </p:stCondLst>
                                  <p:childTnLst>
                                    <p:animRot by="-894480">
                                      <p:cBhvr>
                                        <p:cTn id="2042" dur="12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2043" presetID="0" presetClass="path" presetSubtype="0" fill="hold" grpId="48" nodeType="withEffect">
                                  <p:stCondLst>
                                    <p:cond delay="3120"/>
                                  </p:stCondLst>
                                  <p:childTnLst>
                                    <p:animMotion origin="layout" path="M 0.237283 -0.009567 L 0.27 0 E" pathEditMode="relative" rAng="0" ptsTypes="AA">
                                      <p:cBhvr>
                                        <p:cTn id="2044" dur="12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2045" presetID="8" presetClass="emph" presetSubtype="0" fill="hold" grpId="49" nodeType="withEffect">
                                  <p:stCondLst>
                                    <p:cond delay="3120"/>
                                  </p:stCondLst>
                                  <p:childTnLst>
                                    <p:animRot by="-1111740">
                                      <p:cBhvr>
                                        <p:cTn id="2046" dur="12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2047" presetID="0" presetClass="path" presetSubtype="0" fill="hold" grpId="48" nodeType="withEffect">
                                  <p:stCondLst>
                                    <p:cond delay="3120"/>
                                  </p:stCondLst>
                                  <p:childTnLst>
                                    <p:animMotion origin="layout" path="M 0.226575 -0.008305 L 0.27 0 E" pathEditMode="relative" rAng="0" ptsTypes="AA">
                                      <p:cBhvr>
                                        <p:cTn id="2048" dur="12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2049" presetID="8" presetClass="emph" presetSubtype="0" fill="hold" grpId="49" nodeType="withEffect">
                                  <p:stCondLst>
                                    <p:cond delay="3120"/>
                                  </p:stCondLst>
                                  <p:childTnLst>
                                    <p:animRot by="-1892340">
                                      <p:cBhvr>
                                        <p:cTn id="2050" dur="12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2051" presetID="0" presetClass="path" presetSubtype="0" fill="hold" grpId="48" nodeType="withEffect">
                                  <p:stCondLst>
                                    <p:cond delay="3120"/>
                                  </p:stCondLst>
                                  <p:childTnLst>
                                    <p:animMotion origin="layout" path="M 0.220717 -0.00996 L 0.27 0 E" pathEditMode="relative" rAng="0" ptsTypes="AA">
                                      <p:cBhvr>
                                        <p:cTn id="2052" dur="12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2053" presetID="8" presetClass="emph" presetSubtype="0" fill="hold" grpId="49" nodeType="withEffect">
                                  <p:stCondLst>
                                    <p:cond delay="3120"/>
                                  </p:stCondLst>
                                  <p:childTnLst>
                                    <p:animRot by="-1892340">
                                      <p:cBhvr>
                                        <p:cTn id="2054" dur="12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2055" presetID="0" presetClass="path" presetSubtype="0" fill="hold" grpId="48" nodeType="withEffect">
                                  <p:stCondLst>
                                    <p:cond delay="3120"/>
                                  </p:stCondLst>
                                  <p:childTnLst>
                                    <p:animMotion origin="layout" path="M 0.268784 -0.007995 L 0.27 -0 E" pathEditMode="relative" rAng="0" ptsTypes="AA">
                                      <p:cBhvr>
                                        <p:cTn id="2056" dur="12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2057" presetID="8" presetClass="emph" presetSubtype="0" fill="hold" grpId="49" nodeType="withEffect">
                                  <p:stCondLst>
                                    <p:cond delay="3120"/>
                                  </p:stCondLst>
                                  <p:childTnLst>
                                    <p:animRot by="1433100">
                                      <p:cBhvr>
                                        <p:cTn id="2058" dur="12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2059" presetID="0" presetClass="path" presetSubtype="0" fill="hold" grpId="48" nodeType="withEffect">
                                  <p:stCondLst>
                                    <p:cond delay="3120"/>
                                  </p:stCondLst>
                                  <p:childTnLst>
                                    <p:animMotion origin="layout" path="M 0.289689 -0.015061 L 0.27 0 E" pathEditMode="relative" rAng="0" ptsTypes="AA">
                                      <p:cBhvr>
                                        <p:cTn id="2060" dur="12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2061" presetID="8" presetClass="emph" presetSubtype="0" fill="hold" grpId="49" nodeType="withEffect">
                                  <p:stCondLst>
                                    <p:cond delay="3120"/>
                                  </p:stCondLst>
                                  <p:childTnLst>
                                    <p:animRot by="1348440">
                                      <p:cBhvr>
                                        <p:cTn id="2062" dur="12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2063" presetID="0" presetClass="path" presetSubtype="0" fill="hold" grpId="48" nodeType="withEffect">
                                  <p:stCondLst>
                                    <p:cond delay="3120"/>
                                  </p:stCondLst>
                                  <p:childTnLst>
                                    <p:animMotion origin="layout" path="M 0.300673 -0.024512 L 0.27 0 E" pathEditMode="relative" rAng="0" ptsTypes="AA">
                                      <p:cBhvr>
                                        <p:cTn id="2064" dur="12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2065" presetID="8" presetClass="emph" presetSubtype="0" fill="hold" grpId="49" nodeType="withEffect">
                                  <p:stCondLst>
                                    <p:cond delay="3120"/>
                                  </p:stCondLst>
                                  <p:childTnLst>
                                    <p:animRot by="2129040">
                                      <p:cBhvr>
                                        <p:cTn id="2066" dur="12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2067" presetID="0" presetClass="path" presetSubtype="0" fill="hold" grpId="44" nodeType="withEffect">
                                  <p:stCondLst>
                                    <p:cond delay="3120"/>
                                  </p:stCondLst>
                                  <p:childTnLst>
                                    <p:animMotion origin="layout" path="M 0.262903 -0.005547 L 0.27 0 E" pathEditMode="relative" rAng="0" ptsTypes="AA">
                                      <p:cBhvr>
                                        <p:cTn id="2068" dur="12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2069" presetID="8" presetClass="emph" presetSubtype="0" fill="hold" grpId="45" nodeType="withEffect">
                                  <p:stCondLst>
                                    <p:cond delay="3120"/>
                                  </p:stCondLst>
                                  <p:childTnLst>
                                    <p:animRot by="925200">
                                      <p:cBhvr>
                                        <p:cTn id="2070" dur="12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2071" presetID="0" presetClass="path" presetSubtype="0" fill="hold" grpId="46" nodeType="withEffect">
                                  <p:stCondLst>
                                    <p:cond delay="3120"/>
                                  </p:stCondLst>
                                  <p:childTnLst>
                                    <p:animMotion origin="layout" path="M 0.282677 -0.016168 L 0.27 0 E" pathEditMode="relative" rAng="0" ptsTypes="AA">
                                      <p:cBhvr>
                                        <p:cTn id="2072" dur="12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2073" presetID="8" presetClass="emph" presetSubtype="0" fill="hold" grpId="47" nodeType="withEffect">
                                  <p:stCondLst>
                                    <p:cond delay="3120"/>
                                  </p:stCondLst>
                                  <p:childTnLst>
                                    <p:animRot by="2522940">
                                      <p:cBhvr>
                                        <p:cTn id="2074" dur="12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2075" presetID="0" presetClass="path" presetSubtype="0" fill="hold" grpId="44" nodeType="withEffect">
                                  <p:stCondLst>
                                    <p:cond delay="3120"/>
                                  </p:stCondLst>
                                  <p:childTnLst>
                                    <p:animMotion origin="layout" path="M 0.250375 -0.005951 L 0.27 0 E" pathEditMode="relative" rAng="0" ptsTypes="AA">
                                      <p:cBhvr>
                                        <p:cTn id="2076" dur="12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2077" presetID="8" presetClass="emph" presetSubtype="0" fill="hold" grpId="45" nodeType="withEffect">
                                  <p:stCondLst>
                                    <p:cond delay="3120"/>
                                  </p:stCondLst>
                                  <p:childTnLst>
                                    <p:animRot by="-1049760">
                                      <p:cBhvr>
                                        <p:cTn id="2078" dur="12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2079" presetID="0" presetClass="path" presetSubtype="0" fill="hold" grpId="46" nodeType="withEffect">
                                  <p:stCondLst>
                                    <p:cond delay="3120"/>
                                  </p:stCondLst>
                                  <p:childTnLst>
                                    <p:animMotion origin="layout" path="M 0.242601 -0.007869 L 0.27 0 E" pathEditMode="relative" rAng="0" ptsTypes="AA">
                                      <p:cBhvr>
                                        <p:cTn id="2080" dur="12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2081" presetID="8" presetClass="emph" presetSubtype="0" fill="hold" grpId="47" nodeType="withEffect">
                                  <p:stCondLst>
                                    <p:cond delay="3120"/>
                                  </p:stCondLst>
                                  <p:childTnLst>
                                    <p:animRot by="-149760">
                                      <p:cBhvr>
                                        <p:cTn id="2082" dur="12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2083" presetID="0" presetClass="path" presetSubtype="0" fill="hold" grpId="48" nodeType="withEffect">
                                  <p:stCondLst>
                                    <p:cond delay="3120"/>
                                  </p:stCondLst>
                                  <p:childTnLst>
                                    <p:animMotion origin="layout" path="M 0.241454 -0.008081 L 0.27 0 E" pathEditMode="relative" rAng="0" ptsTypes="AA">
                                      <p:cBhvr>
                                        <p:cTn id="2084" dur="12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2085" presetID="8" presetClass="emph" presetSubtype="0" fill="hold" grpId="49" nodeType="withEffect">
                                  <p:stCondLst>
                                    <p:cond delay="3120"/>
                                  </p:stCondLst>
                                  <p:childTnLst>
                                    <p:animRot by="-41160">
                                      <p:cBhvr>
                                        <p:cTn id="2086" dur="12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2087" presetID="0" presetClass="path" presetSubtype="0" fill="hold" grpId="48" nodeType="withEffect">
                                  <p:stCondLst>
                                    <p:cond delay="3120"/>
                                  </p:stCondLst>
                                  <p:childTnLst>
                                    <p:animMotion origin="layout" path="M 0.241731 -0.008079 L 0.27 0 E" pathEditMode="relative" rAng="0" ptsTypes="AA">
                                      <p:cBhvr>
                                        <p:cTn id="2088" dur="12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2089" presetID="8" presetClass="emph" presetSubtype="0" fill="hold" grpId="49" nodeType="withEffect">
                                  <p:stCondLst>
                                    <p:cond delay="3120"/>
                                  </p:stCondLst>
                                  <p:childTnLst>
                                    <p:animRot by="-41160">
                                      <p:cBhvr>
                                        <p:cTn id="2090" dur="12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2091" presetID="0" presetClass="path" presetSubtype="0" fill="hold" grpId="51" nodeType="withEffect">
                                  <p:stCondLst>
                                    <p:cond delay="3240"/>
                                  </p:stCondLst>
                                  <p:childTnLst>
                                    <p:animMotion origin="layout" path="M 0.27 -0 L 0.28 -0 E" pathEditMode="relative" rAng="0" ptsTypes="AA">
                                      <p:cBhvr>
                                        <p:cTn id="2092" dur="12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2093" presetID="0" presetClass="path" presetSubtype="0" fill="hold" grpId="51" nodeType="withEffect">
                                  <p:stCondLst>
                                    <p:cond delay="3240"/>
                                  </p:stCondLst>
                                  <p:childTnLst>
                                    <p:animMotion origin="layout" path="M 0.27 -0 L 0.28 -0 E" pathEditMode="relative" rAng="0" ptsTypes="AA">
                                      <p:cBhvr>
                                        <p:cTn id="2094" dur="12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2095" presetID="0" presetClass="path" presetSubtype="0" fill="hold" grpId="51" nodeType="withEffect">
                                  <p:stCondLst>
                                    <p:cond delay="3240"/>
                                  </p:stCondLst>
                                  <p:childTnLst>
                                    <p:animMotion origin="layout" path="M 0.27 -0 L 0.28 -0 E" pathEditMode="relative" rAng="0" ptsTypes="AA">
                                      <p:cBhvr>
                                        <p:cTn id="2096" dur="12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2097" presetID="0" presetClass="path" presetSubtype="0" fill="hold" grpId="51" nodeType="withEffect">
                                  <p:stCondLst>
                                    <p:cond delay="3240"/>
                                  </p:stCondLst>
                                  <p:childTnLst>
                                    <p:animMotion origin="layout" path="M 0.27 0 L 0.28 0 E" pathEditMode="relative" rAng="0" ptsTypes="AA">
                                      <p:cBhvr>
                                        <p:cTn id="2098" dur="12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2099" presetID="0" presetClass="path" presetSubtype="0" fill="hold" grpId="51" nodeType="withEffect">
                                  <p:stCondLst>
                                    <p:cond delay="3240"/>
                                  </p:stCondLst>
                                  <p:childTnLst>
                                    <p:animMotion origin="layout" path="M 0.27 0 L 0.28 0 E" pathEditMode="relative" rAng="0" ptsTypes="AA">
                                      <p:cBhvr>
                                        <p:cTn id="2100" dur="12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2101" presetID="0" presetClass="path" presetSubtype="0" fill="hold" grpId="51" nodeType="withEffect">
                                  <p:stCondLst>
                                    <p:cond delay="3240"/>
                                  </p:stCondLst>
                                  <p:childTnLst>
                                    <p:animMotion origin="layout" path="M 0.27 0 L 0.28 0 E" pathEditMode="relative" rAng="0" ptsTypes="AA">
                                      <p:cBhvr>
                                        <p:cTn id="2102" dur="12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2103" presetID="0" presetClass="path" presetSubtype="0" fill="hold" grpId="50" nodeType="withEffect">
                                  <p:stCondLst>
                                    <p:cond delay="3240"/>
                                  </p:stCondLst>
                                  <p:childTnLst>
                                    <p:animMotion origin="layout" path="M 0.27 0 L 0.28 0 E" pathEditMode="relative" rAng="0" ptsTypes="AA">
                                      <p:cBhvr>
                                        <p:cTn id="2104" dur="12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2105" presetID="0" presetClass="path" presetSubtype="0" fill="hold" grpId="49" nodeType="withEffect">
                                  <p:stCondLst>
                                    <p:cond delay="3240"/>
                                  </p:stCondLst>
                                  <p:childTnLst>
                                    <p:animMotion origin="layout" path="M 0.27 0 L 0.28 0 E" pathEditMode="relative" rAng="0" ptsTypes="AA">
                                      <p:cBhvr>
                                        <p:cTn id="2106" dur="12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2107" presetID="0" presetClass="path" presetSubtype="0" fill="hold" grpId="50" nodeType="withEffect">
                                  <p:stCondLst>
                                    <p:cond delay="3240"/>
                                  </p:stCondLst>
                                  <p:childTnLst>
                                    <p:animMotion origin="layout" path="M 0.27 -0 L 0.28 -0 E" pathEditMode="relative" rAng="0" ptsTypes="AA">
                                      <p:cBhvr>
                                        <p:cTn id="2108" dur="12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2109" presetID="0" presetClass="path" presetSubtype="0" fill="hold" grpId="50" nodeType="withEffect">
                                  <p:stCondLst>
                                    <p:cond delay="3240"/>
                                  </p:stCondLst>
                                  <p:childTnLst>
                                    <p:animMotion origin="layout" path="M 0.27 0 L 0.28 0 E" pathEditMode="relative" rAng="0" ptsTypes="AA">
                                      <p:cBhvr>
                                        <p:cTn id="2110" dur="12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2111" presetID="0" presetClass="path" presetSubtype="0" fill="hold" grpId="50" nodeType="withEffect">
                                  <p:stCondLst>
                                    <p:cond delay="3240"/>
                                  </p:stCondLst>
                                  <p:childTnLst>
                                    <p:animMotion origin="layout" path="M 0.27 0 L 0.28 0 E" pathEditMode="relative" rAng="0" ptsTypes="AA">
                                      <p:cBhvr>
                                        <p:cTn id="2112" dur="12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2113" presetID="0" presetClass="path" presetSubtype="0" fill="hold" grpId="50" nodeType="withEffect">
                                  <p:stCondLst>
                                    <p:cond delay="3240"/>
                                  </p:stCondLst>
                                  <p:childTnLst>
                                    <p:animMotion origin="layout" path="M 0.27 0 L 0.28 0 E" pathEditMode="relative" rAng="0" ptsTypes="AA">
                                      <p:cBhvr>
                                        <p:cTn id="2114" dur="12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2115" presetID="0" presetClass="path" presetSubtype="0" fill="hold" grpId="50" nodeType="withEffect">
                                  <p:stCondLst>
                                    <p:cond delay="3240"/>
                                  </p:stCondLst>
                                  <p:childTnLst>
                                    <p:animMotion origin="layout" path="M 0.27 -0 L 0.28 -0 E" pathEditMode="relative" rAng="0" ptsTypes="AA">
                                      <p:cBhvr>
                                        <p:cTn id="2116" dur="12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2117" presetID="0" presetClass="path" presetSubtype="0" fill="hold" grpId="50" nodeType="withEffect">
                                  <p:stCondLst>
                                    <p:cond delay="3240"/>
                                  </p:stCondLst>
                                  <p:childTnLst>
                                    <p:animMotion origin="layout" path="M 0.27 0 L 0.28 0 E" pathEditMode="relative" rAng="0" ptsTypes="AA">
                                      <p:cBhvr>
                                        <p:cTn id="2118" dur="12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2119" presetID="0" presetClass="path" presetSubtype="0" fill="hold" grpId="50" nodeType="withEffect">
                                  <p:stCondLst>
                                    <p:cond delay="3240"/>
                                  </p:stCondLst>
                                  <p:childTnLst>
                                    <p:animMotion origin="layout" path="M 0.27 0 L 0.28 0 E" pathEditMode="relative" rAng="0" ptsTypes="AA">
                                      <p:cBhvr>
                                        <p:cTn id="2120" dur="12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2121" presetID="0" presetClass="path" presetSubtype="0" fill="hold" grpId="46" nodeType="withEffect">
                                  <p:stCondLst>
                                    <p:cond delay="3240"/>
                                  </p:stCondLst>
                                  <p:childTnLst>
                                    <p:animMotion origin="layout" path="M 0.27 0 L 0.28 0 E" pathEditMode="relative" rAng="0" ptsTypes="AA">
                                      <p:cBhvr>
                                        <p:cTn id="2122" dur="12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2123" presetID="0" presetClass="path" presetSubtype="0" fill="hold" grpId="48" nodeType="withEffect">
                                  <p:stCondLst>
                                    <p:cond delay="3240"/>
                                  </p:stCondLst>
                                  <p:childTnLst>
                                    <p:animMotion origin="layout" path="M 0.27 0 L 0.28 0 E" pathEditMode="relative" rAng="0" ptsTypes="AA">
                                      <p:cBhvr>
                                        <p:cTn id="2124" dur="12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2125" presetID="0" presetClass="path" presetSubtype="0" fill="hold" grpId="46" nodeType="withEffect">
                                  <p:stCondLst>
                                    <p:cond delay="3240"/>
                                  </p:stCondLst>
                                  <p:childTnLst>
                                    <p:animMotion origin="layout" path="M 0.27 0 L 0.28 0 E" pathEditMode="relative" rAng="0" ptsTypes="AA">
                                      <p:cBhvr>
                                        <p:cTn id="2126" dur="12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2127" presetID="0" presetClass="path" presetSubtype="0" fill="hold" grpId="48" nodeType="withEffect">
                                  <p:stCondLst>
                                    <p:cond delay="3240"/>
                                  </p:stCondLst>
                                  <p:childTnLst>
                                    <p:animMotion origin="layout" path="M 0.27 0 L 0.28 0 E" pathEditMode="relative" rAng="0" ptsTypes="AA">
                                      <p:cBhvr>
                                        <p:cTn id="2128" dur="12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2129" presetID="0" presetClass="path" presetSubtype="0" fill="hold" grpId="50" nodeType="withEffect">
                                  <p:stCondLst>
                                    <p:cond delay="3240"/>
                                  </p:stCondLst>
                                  <p:childTnLst>
                                    <p:animMotion origin="layout" path="M 0.27 0 L 0.28 0 E" pathEditMode="relative" rAng="0" ptsTypes="AA">
                                      <p:cBhvr>
                                        <p:cTn id="2130" dur="12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2131" presetID="0" presetClass="path" presetSubtype="0" fill="hold" grpId="50" nodeType="withEffect">
                                  <p:stCondLst>
                                    <p:cond delay="3240"/>
                                  </p:stCondLst>
                                  <p:childTnLst>
                                    <p:animMotion origin="layout" path="M 0.27 0 L 0.28 0 E" pathEditMode="relative" rAng="0" ptsTypes="AA">
                                      <p:cBhvr>
                                        <p:cTn id="2132" dur="12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2133" presetID="0" presetClass="path" presetSubtype="0" fill="hold" grpId="52" nodeType="withEffect">
                                  <p:stCondLst>
                                    <p:cond delay="3360"/>
                                  </p:stCondLst>
                                  <p:childTnLst>
                                    <p:animMotion origin="layout" path="M 0.28 -0 L 0.29 -0 E" pathEditMode="relative" rAng="0" ptsTypes="AA">
                                      <p:cBhvr>
                                        <p:cTn id="2134" dur="12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2135" presetID="0" presetClass="path" presetSubtype="0" fill="hold" grpId="52" nodeType="withEffect">
                                  <p:stCondLst>
                                    <p:cond delay="3360"/>
                                  </p:stCondLst>
                                  <p:childTnLst>
                                    <p:animMotion origin="layout" path="M 0.28 -0 L 0.29 -0 E" pathEditMode="relative" rAng="0" ptsTypes="AA">
                                      <p:cBhvr>
                                        <p:cTn id="2136" dur="12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2137" presetID="0" presetClass="path" presetSubtype="0" fill="hold" grpId="52" nodeType="withEffect">
                                  <p:stCondLst>
                                    <p:cond delay="3360"/>
                                  </p:stCondLst>
                                  <p:childTnLst>
                                    <p:animMotion origin="layout" path="M 0.28 -0 L 0.29 -0 E" pathEditMode="relative" rAng="0" ptsTypes="AA">
                                      <p:cBhvr>
                                        <p:cTn id="2138" dur="12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2139" presetID="0" presetClass="path" presetSubtype="0" fill="hold" grpId="52" nodeType="withEffect">
                                  <p:stCondLst>
                                    <p:cond delay="3360"/>
                                  </p:stCondLst>
                                  <p:childTnLst>
                                    <p:animMotion origin="layout" path="M 0.28 0 L 0.29 0 E" pathEditMode="relative" rAng="0" ptsTypes="AA">
                                      <p:cBhvr>
                                        <p:cTn id="2140" dur="12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2141" presetID="0" presetClass="path" presetSubtype="0" fill="hold" grpId="52" nodeType="withEffect">
                                  <p:stCondLst>
                                    <p:cond delay="3360"/>
                                  </p:stCondLst>
                                  <p:childTnLst>
                                    <p:animMotion origin="layout" path="M 0.28 0 L 0.29 0 E" pathEditMode="relative" rAng="0" ptsTypes="AA">
                                      <p:cBhvr>
                                        <p:cTn id="2142" dur="12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2143" presetID="0" presetClass="path" presetSubtype="0" fill="hold" grpId="52" nodeType="withEffect">
                                  <p:stCondLst>
                                    <p:cond delay="3360"/>
                                  </p:stCondLst>
                                  <p:childTnLst>
                                    <p:animMotion origin="layout" path="M 0.28 0 L 0.29 0 E" pathEditMode="relative" rAng="0" ptsTypes="AA">
                                      <p:cBhvr>
                                        <p:cTn id="2144" dur="12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2145" presetID="0" presetClass="path" presetSubtype="0" fill="hold" grpId="51" nodeType="withEffect">
                                  <p:stCondLst>
                                    <p:cond delay="3360"/>
                                  </p:stCondLst>
                                  <p:childTnLst>
                                    <p:animMotion origin="layout" path="M 0.28 0 L 0.29 0 E" pathEditMode="relative" rAng="0" ptsTypes="AA">
                                      <p:cBhvr>
                                        <p:cTn id="2146" dur="12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2147" presetID="0" presetClass="path" presetSubtype="0" fill="hold" grpId="50" nodeType="withEffect">
                                  <p:stCondLst>
                                    <p:cond delay="3360"/>
                                  </p:stCondLst>
                                  <p:childTnLst>
                                    <p:animMotion origin="layout" path="M 0.28 0 L 0.29 0 E" pathEditMode="relative" rAng="0" ptsTypes="AA">
                                      <p:cBhvr>
                                        <p:cTn id="2148" dur="12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2149" presetID="6" presetClass="emph" presetSubtype="0" fill="hold" grpId="51" nodeType="withEffect">
                                  <p:stCondLst>
                                    <p:cond delay="3360"/>
                                  </p:stCondLst>
                                  <p:childTnLst>
                                    <p:animScale>
                                      <p:cBhvr>
                                        <p:cTn id="2150" dur="120" fill="hold"/>
                                        <p:tgtEl>
                                          <p:spTgt spid="18"/>
                                        </p:tgtEl>
                                      </p:cBhvr>
                                      <p:by x="106157" y="106157"/>
                                    </p:animScale>
                                  </p:childTnLst>
                                </p:cTn>
                              </p:par>
                              <p:par>
                                <p:cTn id="2151" presetID="0" presetClass="path" presetSubtype="0" fill="hold" grpId="51" nodeType="withEffect">
                                  <p:stCondLst>
                                    <p:cond delay="3360"/>
                                  </p:stCondLst>
                                  <p:childTnLst>
                                    <p:animMotion origin="layout" path="M 0.28 -0 L 0.29 -0 E" pathEditMode="relative" rAng="0" ptsTypes="AA">
                                      <p:cBhvr>
                                        <p:cTn id="2152" dur="12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2153" presetID="0" presetClass="path" presetSubtype="0" fill="hold" grpId="51" nodeType="withEffect">
                                  <p:stCondLst>
                                    <p:cond delay="3360"/>
                                  </p:stCondLst>
                                  <p:childTnLst>
                                    <p:animMotion origin="layout" path="M 0.28 0 L 0.29 0 E" pathEditMode="relative" rAng="0" ptsTypes="AA">
                                      <p:cBhvr>
                                        <p:cTn id="2154" dur="12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2155" presetID="0" presetClass="path" presetSubtype="0" fill="hold" grpId="51" nodeType="withEffect">
                                  <p:stCondLst>
                                    <p:cond delay="3360"/>
                                  </p:stCondLst>
                                  <p:childTnLst>
                                    <p:animMotion origin="layout" path="M 0.28 0 L 0.29 0 E" pathEditMode="relative" rAng="0" ptsTypes="AA">
                                      <p:cBhvr>
                                        <p:cTn id="2156" dur="12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2157" presetID="0" presetClass="path" presetSubtype="0" fill="hold" grpId="51" nodeType="withEffect">
                                  <p:stCondLst>
                                    <p:cond delay="3360"/>
                                  </p:stCondLst>
                                  <p:childTnLst>
                                    <p:animMotion origin="layout" path="M 0.28 0 L 0.29 0 E" pathEditMode="relative" rAng="0" ptsTypes="AA">
                                      <p:cBhvr>
                                        <p:cTn id="2158" dur="12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2159" presetID="0" presetClass="path" presetSubtype="0" fill="hold" grpId="51" nodeType="withEffect">
                                  <p:stCondLst>
                                    <p:cond delay="3360"/>
                                  </p:stCondLst>
                                  <p:childTnLst>
                                    <p:animMotion origin="layout" path="M 0.28 -0 L 0.29 -0 E" pathEditMode="relative" rAng="0" ptsTypes="AA">
                                      <p:cBhvr>
                                        <p:cTn id="2160" dur="12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2161" presetID="0" presetClass="path" presetSubtype="0" fill="hold" grpId="51" nodeType="withEffect">
                                  <p:stCondLst>
                                    <p:cond delay="3360"/>
                                  </p:stCondLst>
                                  <p:childTnLst>
                                    <p:animMotion origin="layout" path="M 0.28 0 L 0.29 0 E" pathEditMode="relative" rAng="0" ptsTypes="AA">
                                      <p:cBhvr>
                                        <p:cTn id="2162" dur="12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2163" presetID="0" presetClass="path" presetSubtype="0" fill="hold" grpId="51" nodeType="withEffect">
                                  <p:stCondLst>
                                    <p:cond delay="3360"/>
                                  </p:stCondLst>
                                  <p:childTnLst>
                                    <p:animMotion origin="layout" path="M 0.28 0 L 0.29 0 E" pathEditMode="relative" rAng="0" ptsTypes="AA">
                                      <p:cBhvr>
                                        <p:cTn id="2164" dur="12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2165" presetID="0" presetClass="path" presetSubtype="0" fill="hold" grpId="47" nodeType="withEffect">
                                  <p:stCondLst>
                                    <p:cond delay="3360"/>
                                  </p:stCondLst>
                                  <p:childTnLst>
                                    <p:animMotion origin="layout" path="M 0.28 0 L 0.29 0 E" pathEditMode="relative" rAng="0" ptsTypes="AA">
                                      <p:cBhvr>
                                        <p:cTn id="2166" dur="12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2167" presetID="0" presetClass="path" presetSubtype="0" fill="hold" grpId="49" nodeType="withEffect">
                                  <p:stCondLst>
                                    <p:cond delay="3360"/>
                                  </p:stCondLst>
                                  <p:childTnLst>
                                    <p:animMotion origin="layout" path="M 0.28 0 L 0.29 0 E" pathEditMode="relative" rAng="0" ptsTypes="AA">
                                      <p:cBhvr>
                                        <p:cTn id="2168" dur="12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2169" presetID="0" presetClass="path" presetSubtype="0" fill="hold" grpId="47" nodeType="withEffect">
                                  <p:stCondLst>
                                    <p:cond delay="3360"/>
                                  </p:stCondLst>
                                  <p:childTnLst>
                                    <p:animMotion origin="layout" path="M 0.28 0 L 0.29 0 E" pathEditMode="relative" rAng="0" ptsTypes="AA">
                                      <p:cBhvr>
                                        <p:cTn id="2170" dur="12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2171" presetID="0" presetClass="path" presetSubtype="0" fill="hold" grpId="49" nodeType="withEffect">
                                  <p:stCondLst>
                                    <p:cond delay="3360"/>
                                  </p:stCondLst>
                                  <p:childTnLst>
                                    <p:animMotion origin="layout" path="M 0.28 0 L 0.29 0 E" pathEditMode="relative" rAng="0" ptsTypes="AA">
                                      <p:cBhvr>
                                        <p:cTn id="2172" dur="12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2173" presetID="0" presetClass="path" presetSubtype="0" fill="hold" grpId="51" nodeType="withEffect">
                                  <p:stCondLst>
                                    <p:cond delay="3360"/>
                                  </p:stCondLst>
                                  <p:childTnLst>
                                    <p:animMotion origin="layout" path="M 0.28 0 L 0.29 0 E" pathEditMode="relative" rAng="0" ptsTypes="AA">
                                      <p:cBhvr>
                                        <p:cTn id="2174" dur="12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2175" presetID="0" presetClass="path" presetSubtype="0" fill="hold" grpId="51" nodeType="withEffect">
                                  <p:stCondLst>
                                    <p:cond delay="3360"/>
                                  </p:stCondLst>
                                  <p:childTnLst>
                                    <p:animMotion origin="layout" path="M 0.28 0 L 0.29 0 E" pathEditMode="relative" rAng="0" ptsTypes="AA">
                                      <p:cBhvr>
                                        <p:cTn id="2176" dur="12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2177" presetID="0" presetClass="path" presetSubtype="0" fill="hold" grpId="53" nodeType="withEffect">
                                  <p:stCondLst>
                                    <p:cond delay="3480"/>
                                  </p:stCondLst>
                                  <p:childTnLst>
                                    <p:animMotion origin="layout" path="M 0.29 -0 L 0.3 0 E" pathEditMode="relative" rAng="0" ptsTypes="AA">
                                      <p:cBhvr>
                                        <p:cTn id="2178" dur="12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2179" presetID="0" presetClass="path" presetSubtype="0" fill="hold" grpId="53" nodeType="withEffect">
                                  <p:stCondLst>
                                    <p:cond delay="3480"/>
                                  </p:stCondLst>
                                  <p:childTnLst>
                                    <p:animMotion origin="layout" path="M 0.29 -0 L 0.3 0 E" pathEditMode="relative" rAng="0" ptsTypes="AA">
                                      <p:cBhvr>
                                        <p:cTn id="2180" dur="12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2181" presetID="0" presetClass="path" presetSubtype="0" fill="hold" grpId="53" nodeType="withEffect">
                                  <p:stCondLst>
                                    <p:cond delay="3480"/>
                                  </p:stCondLst>
                                  <p:childTnLst>
                                    <p:animMotion origin="layout" path="M 0.29 -0 L 0.3 0 E" pathEditMode="relative" rAng="0" ptsTypes="AA">
                                      <p:cBhvr>
                                        <p:cTn id="2182" dur="12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2183" presetID="0" presetClass="path" presetSubtype="0" fill="hold" grpId="53" nodeType="withEffect">
                                  <p:stCondLst>
                                    <p:cond delay="3480"/>
                                  </p:stCondLst>
                                  <p:childTnLst>
                                    <p:animMotion origin="layout" path="M 0.29 0 L 0.3 0 E" pathEditMode="relative" rAng="0" ptsTypes="AA">
                                      <p:cBhvr>
                                        <p:cTn id="2184" dur="12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2185" presetID="0" presetClass="path" presetSubtype="0" fill="hold" grpId="53" nodeType="withEffect">
                                  <p:stCondLst>
                                    <p:cond delay="3480"/>
                                  </p:stCondLst>
                                  <p:childTnLst>
                                    <p:animMotion origin="layout" path="M 0.29 0 L 0.3 0 E" pathEditMode="relative" rAng="0" ptsTypes="AA">
                                      <p:cBhvr>
                                        <p:cTn id="2186" dur="12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2187" presetID="0" presetClass="path" presetSubtype="0" fill="hold" grpId="53" nodeType="withEffect">
                                  <p:stCondLst>
                                    <p:cond delay="3480"/>
                                  </p:stCondLst>
                                  <p:childTnLst>
                                    <p:animMotion origin="layout" path="M 0.29 0 L 0.3 0 E" pathEditMode="relative" rAng="0" ptsTypes="AA">
                                      <p:cBhvr>
                                        <p:cTn id="2188" dur="12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2189" presetID="0" presetClass="path" presetSubtype="0" fill="hold" grpId="52" nodeType="withEffect">
                                  <p:stCondLst>
                                    <p:cond delay="3480"/>
                                  </p:stCondLst>
                                  <p:childTnLst>
                                    <p:animMotion origin="layout" path="M 0.29 0 L 0.3 0 E" pathEditMode="relative" rAng="0" ptsTypes="AA">
                                      <p:cBhvr>
                                        <p:cTn id="2190" dur="12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2191" presetID="0" presetClass="path" presetSubtype="0" fill="hold" grpId="52" nodeType="withEffect">
                                  <p:stCondLst>
                                    <p:cond delay="3480"/>
                                  </p:stCondLst>
                                  <p:childTnLst>
                                    <p:animMotion origin="layout" path="M 0.29 0 L 0.3 0 E" pathEditMode="relative" rAng="0" ptsTypes="AA">
                                      <p:cBhvr>
                                        <p:cTn id="2192" dur="12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2193" presetID="6" presetClass="emph" presetSubtype="0" fill="hold" grpId="53" nodeType="withEffect">
                                  <p:stCondLst>
                                    <p:cond delay="3480"/>
                                  </p:stCondLst>
                                  <p:childTnLst>
                                    <p:animScale>
                                      <p:cBhvr>
                                        <p:cTn id="2194" dur="120" fill="hold"/>
                                        <p:tgtEl>
                                          <p:spTgt spid="18"/>
                                        </p:tgtEl>
                                      </p:cBhvr>
                                      <p:by x="103573" y="103573"/>
                                    </p:animScale>
                                  </p:childTnLst>
                                </p:cTn>
                              </p:par>
                              <p:par>
                                <p:cTn id="2195" presetID="0" presetClass="path" presetSubtype="0" fill="hold" grpId="52" nodeType="withEffect">
                                  <p:stCondLst>
                                    <p:cond delay="3480"/>
                                  </p:stCondLst>
                                  <p:childTnLst>
                                    <p:animMotion origin="layout" path="M 0.29 -0 L 0.3 -0 E" pathEditMode="relative" rAng="0" ptsTypes="AA">
                                      <p:cBhvr>
                                        <p:cTn id="2196" dur="12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2197" presetID="0" presetClass="path" presetSubtype="0" fill="hold" grpId="52" nodeType="withEffect">
                                  <p:stCondLst>
                                    <p:cond delay="3480"/>
                                  </p:stCondLst>
                                  <p:childTnLst>
                                    <p:animMotion origin="layout" path="M 0.29 0 L 0.3 0 E" pathEditMode="relative" rAng="0" ptsTypes="AA">
                                      <p:cBhvr>
                                        <p:cTn id="2198" dur="12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2199" presetID="0" presetClass="path" presetSubtype="0" fill="hold" grpId="52" nodeType="withEffect">
                                  <p:stCondLst>
                                    <p:cond delay="3480"/>
                                  </p:stCondLst>
                                  <p:childTnLst>
                                    <p:animMotion origin="layout" path="M 0.29 0 L 0.3 0 E" pathEditMode="relative" rAng="0" ptsTypes="AA">
                                      <p:cBhvr>
                                        <p:cTn id="2200" dur="12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2201" presetID="0" presetClass="path" presetSubtype="0" fill="hold" grpId="52" nodeType="withEffect">
                                  <p:stCondLst>
                                    <p:cond delay="3480"/>
                                  </p:stCondLst>
                                  <p:childTnLst>
                                    <p:animMotion origin="layout" path="M 0.29 0 L 0.3 0 E" pathEditMode="relative" rAng="0" ptsTypes="AA">
                                      <p:cBhvr>
                                        <p:cTn id="2202" dur="12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2203" presetID="0" presetClass="path" presetSubtype="0" fill="hold" grpId="52" nodeType="withEffect">
                                  <p:stCondLst>
                                    <p:cond delay="3480"/>
                                  </p:stCondLst>
                                  <p:childTnLst>
                                    <p:animMotion origin="layout" path="M 0.29 -0 L 0.3 -0 E" pathEditMode="relative" rAng="0" ptsTypes="AA">
                                      <p:cBhvr>
                                        <p:cTn id="2204" dur="12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2205" presetID="0" presetClass="path" presetSubtype="0" fill="hold" grpId="52" nodeType="withEffect">
                                  <p:stCondLst>
                                    <p:cond delay="3480"/>
                                  </p:stCondLst>
                                  <p:childTnLst>
                                    <p:animMotion origin="layout" path="M 0.29 0 L 0.3 0 E" pathEditMode="relative" rAng="0" ptsTypes="AA">
                                      <p:cBhvr>
                                        <p:cTn id="2206" dur="12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2207" presetID="0" presetClass="path" presetSubtype="0" fill="hold" grpId="52" nodeType="withEffect">
                                  <p:stCondLst>
                                    <p:cond delay="3480"/>
                                  </p:stCondLst>
                                  <p:childTnLst>
                                    <p:animMotion origin="layout" path="M 0.29 0 L 0.3 0 E" pathEditMode="relative" rAng="0" ptsTypes="AA">
                                      <p:cBhvr>
                                        <p:cTn id="2208" dur="12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2209" presetID="0" presetClass="path" presetSubtype="0" fill="hold" grpId="48" nodeType="withEffect">
                                  <p:stCondLst>
                                    <p:cond delay="3480"/>
                                  </p:stCondLst>
                                  <p:childTnLst>
                                    <p:animMotion origin="layout" path="M 0.29 0 L 0.3 0 E" pathEditMode="relative" rAng="0" ptsTypes="AA">
                                      <p:cBhvr>
                                        <p:cTn id="2210" dur="12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2211" presetID="0" presetClass="path" presetSubtype="0" fill="hold" grpId="50" nodeType="withEffect">
                                  <p:stCondLst>
                                    <p:cond delay="3480"/>
                                  </p:stCondLst>
                                  <p:childTnLst>
                                    <p:animMotion origin="layout" path="M 0.29 0 L 0.3 0 E" pathEditMode="relative" rAng="0" ptsTypes="AA">
                                      <p:cBhvr>
                                        <p:cTn id="2212" dur="12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2213" presetID="0" presetClass="path" presetSubtype="0" fill="hold" grpId="48" nodeType="withEffect">
                                  <p:stCondLst>
                                    <p:cond delay="3480"/>
                                  </p:stCondLst>
                                  <p:childTnLst>
                                    <p:animMotion origin="layout" path="M 0.29 0 L 0.3 0 E" pathEditMode="relative" rAng="0" ptsTypes="AA">
                                      <p:cBhvr>
                                        <p:cTn id="2214" dur="12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2215" presetID="0" presetClass="path" presetSubtype="0" fill="hold" grpId="50" nodeType="withEffect">
                                  <p:stCondLst>
                                    <p:cond delay="3480"/>
                                  </p:stCondLst>
                                  <p:childTnLst>
                                    <p:animMotion origin="layout" path="M 0.29 0 L 0.3 0 E" pathEditMode="relative" rAng="0" ptsTypes="AA">
                                      <p:cBhvr>
                                        <p:cTn id="2216" dur="12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2217" presetID="0" presetClass="path" presetSubtype="0" fill="hold" grpId="52" nodeType="withEffect">
                                  <p:stCondLst>
                                    <p:cond delay="3480"/>
                                  </p:stCondLst>
                                  <p:childTnLst>
                                    <p:animMotion origin="layout" path="M 0.29 0 L 0.3 0 E" pathEditMode="relative" rAng="0" ptsTypes="AA">
                                      <p:cBhvr>
                                        <p:cTn id="2218" dur="12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2219" presetID="0" presetClass="path" presetSubtype="0" fill="hold" grpId="52" nodeType="withEffect">
                                  <p:stCondLst>
                                    <p:cond delay="3480"/>
                                  </p:stCondLst>
                                  <p:childTnLst>
                                    <p:animMotion origin="layout" path="M 0.29 0 L 0.3 0 E" pathEditMode="relative" rAng="0" ptsTypes="AA">
                                      <p:cBhvr>
                                        <p:cTn id="2220" dur="12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21" fill="hold">
                      <p:stCondLst>
                        <p:cond delay="indefinite"/>
                      </p:stCondLst>
                      <p:childTnLst>
                        <p:par>
                          <p:cTn id="2222" fill="hold">
                            <p:stCondLst>
                              <p:cond delay="0"/>
                            </p:stCondLst>
                            <p:childTnLst>
                              <p:par>
                                <p:cTn id="2223" presetID="0" presetClass="pat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88 -0 E" pathEditMode="relative" rAng="0" ptsTypes="AA">
                                      <p:cBhvr>
                                        <p:cTn id="2224" dur="12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2225" presetID="8" presetClass="emph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Rot by="66720">
                                      <p:cBhvr>
                                        <p:cTn id="2226" dur="12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2227" presetID="0" presetClass="pat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9779 1e-05 E" pathEditMode="relative" rAng="0" ptsTypes="AA">
                                      <p:cBhvr>
                                        <p:cTn id="2228" dur="12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2229" presetID="8" presetClass="emph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Rot by="66720">
                                      <p:cBhvr>
                                        <p:cTn id="2230" dur="12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2231" presetID="0" presetClass="pat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8436 -4e-06 E" pathEditMode="relative" rAng="0" ptsTypes="AA">
                                      <p:cBhvr>
                                        <p:cTn id="2232" dur="12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2233" presetID="8" presetClass="emph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Rot by="66720">
                                      <p:cBhvr>
                                        <p:cTn id="2234" dur="12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2235" presetID="0" presetClass="pat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9889 1.9e-05 E" pathEditMode="relative" rAng="0" ptsTypes="AA">
                                      <p:cBhvr>
                                        <p:cTn id="2236" dur="12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2237" presetID="8" presetClass="emph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Rot by="30060">
                                      <p:cBhvr>
                                        <p:cTn id="2238" dur="12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2239" presetID="0" presetClass="pat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10023 1.9e-05 E" pathEditMode="relative" rAng="0" ptsTypes="AA">
                                      <p:cBhvr>
                                        <p:cTn id="2240" dur="12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2241" presetID="8" presetClass="emph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Rot by="30060">
                                      <p:cBhvr>
                                        <p:cTn id="2242" dur="12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2243" presetID="0" presetClass="pat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9909 7.1e-05 E" pathEditMode="relative" rAng="0" ptsTypes="AA">
                                      <p:cBhvr>
                                        <p:cTn id="2244" dur="12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2245" presetID="8" presetClass="emph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Rot by="30060">
                                      <p:cBhvr>
                                        <p:cTn id="2246" dur="12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2247" presetID="0" presetClass="pat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9434 -0.000224 E" pathEditMode="relative" rAng="0" ptsTypes="AA">
                                      <p:cBhvr>
                                        <p:cTn id="2248" dur="12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2249" presetID="0" presetClass="pat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88 0 E" pathEditMode="relative" rAng="0" ptsTypes="AA">
                                      <p:cBhvr>
                                        <p:cTn id="2250" dur="12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2251" presetID="6" presetClass="emph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2252" dur="120" fill="hold"/>
                                        <p:tgtEl>
                                          <p:spTgt spid="39"/>
                                        </p:tgtEl>
                                      </p:cBhvr>
                                      <p:by x="96550" y="96550"/>
                                    </p:animScale>
                                  </p:childTnLst>
                                </p:cTn>
                              </p:par>
                              <p:par>
                                <p:cTn id="2253" presetID="0" presetClass="pat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8104 -1.2e-05 E" pathEditMode="relative" rAng="0" ptsTypes="AA">
                                      <p:cBhvr>
                                        <p:cTn id="2254" dur="12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2255" presetID="0" presetClass="pat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8104 -1.2e-05 E" pathEditMode="relative" rAng="0" ptsTypes="AA">
                                      <p:cBhvr>
                                        <p:cTn id="2256" dur="12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2257" presetID="0" presetClass="pat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8104 -1.2e-05 E" pathEditMode="relative" rAng="0" ptsTypes="AA">
                                      <p:cBhvr>
                                        <p:cTn id="2258" dur="12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2259" presetID="0" presetClass="pat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8104 -1.2e-05 E" pathEditMode="relative" rAng="0" ptsTypes="AA">
                                      <p:cBhvr>
                                        <p:cTn id="2260" dur="12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2261" presetID="0" presetClass="pat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8104 1.1e-05 E" pathEditMode="relative" rAng="0" ptsTypes="AA">
                                      <p:cBhvr>
                                        <p:cTn id="2262" dur="12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2263" presetID="0" presetClass="pat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8104 1.1e-05 E" pathEditMode="relative" rAng="0" ptsTypes="AA">
                                      <p:cBhvr>
                                        <p:cTn id="2264" dur="12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2265" presetID="0" presetClass="pat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8104 1.1e-05 E" pathEditMode="relative" rAng="0" ptsTypes="AA">
                                      <p:cBhvr>
                                        <p:cTn id="2266" dur="12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2267" presetID="0" presetClass="pat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9301 9e-06 E" pathEditMode="relative" rAng="0" ptsTypes="AA">
                                      <p:cBhvr>
                                        <p:cTn id="2268" dur="12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2269" presetID="0" presetClass="pat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9301 9e-06 E" pathEditMode="relative" rAng="0" ptsTypes="AA">
                                      <p:cBhvr>
                                        <p:cTn id="2270" dur="12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2271" presetID="0" presetClass="pat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9301 9e-06 E" pathEditMode="relative" rAng="0" ptsTypes="AA">
                                      <p:cBhvr>
                                        <p:cTn id="2272" dur="12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2273" presetID="0" presetClass="pat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9301 9e-06 E" pathEditMode="relative" rAng="0" ptsTypes="AA">
                                      <p:cBhvr>
                                        <p:cTn id="2274" dur="12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2275" presetID="0" presetClass="pat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9301 9e-06 E" pathEditMode="relative" rAng="0" ptsTypes="AA">
                                      <p:cBhvr>
                                        <p:cTn id="2276" dur="12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2277" presetID="0" presetClass="pat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9301 9e-06 E" pathEditMode="relative" rAng="0" ptsTypes="AA">
                                      <p:cBhvr>
                                        <p:cTn id="2278" dur="12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2279" presetID="0" presetClass="path" presetSubtype="0" fill="hold" grpId="2" nodeType="withEffect">
                                  <p:stCondLst>
                                    <p:cond delay="120"/>
                                  </p:stCondLst>
                                  <p:childTnLst>
                                    <p:animMotion origin="layout" path="M 0.0088 -0 L 0.0176 -0 E" pathEditMode="relative" rAng="0" ptsTypes="AA">
                                      <p:cBhvr>
                                        <p:cTn id="2280" dur="12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2281" presetID="8" presetClass="emph" presetSubtype="0" fill="hold" grpId="3" nodeType="withEffect">
                                  <p:stCondLst>
                                    <p:cond delay="120"/>
                                  </p:stCondLst>
                                  <p:childTnLst>
                                    <p:animRot by="60240">
                                      <p:cBhvr>
                                        <p:cTn id="2282" dur="12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2283" presetID="0" presetClass="path" presetSubtype="0" fill="hold" grpId="2" nodeType="withEffect">
                                  <p:stCondLst>
                                    <p:cond delay="120"/>
                                  </p:stCondLst>
                                  <p:childTnLst>
                                    <p:animMotion origin="layout" path="M 0.009779 1e-05 L 0.019463 3.4e-05 E" pathEditMode="relative" rAng="0" ptsTypes="AA">
                                      <p:cBhvr>
                                        <p:cTn id="2284" dur="12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2285" presetID="8" presetClass="emph" presetSubtype="0" fill="hold" grpId="3" nodeType="withEffect">
                                  <p:stCondLst>
                                    <p:cond delay="120"/>
                                  </p:stCondLst>
                                  <p:childTnLst>
                                    <p:animRot by="60240">
                                      <p:cBhvr>
                                        <p:cTn id="2286" dur="12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2287" presetID="0" presetClass="path" presetSubtype="0" fill="hold" grpId="2" nodeType="withEffect">
                                  <p:stCondLst>
                                    <p:cond delay="120"/>
                                  </p:stCondLst>
                                  <p:childTnLst>
                                    <p:animMotion origin="layout" path="M 0.008436 -4e-06 L 0.016907 -1.3e-05 E" pathEditMode="relative" rAng="0" ptsTypes="AA">
                                      <p:cBhvr>
                                        <p:cTn id="2288" dur="12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2289" presetID="8" presetClass="emph" presetSubtype="0" fill="hold" grpId="3" nodeType="withEffect">
                                  <p:stCondLst>
                                    <p:cond delay="120"/>
                                  </p:stCondLst>
                                  <p:childTnLst>
                                    <p:animRot by="60240">
                                      <p:cBhvr>
                                        <p:cTn id="2290" dur="12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2291" presetID="0" presetClass="path" presetSubtype="0" fill="hold" grpId="2" nodeType="withEffect">
                                  <p:stCondLst>
                                    <p:cond delay="120"/>
                                  </p:stCondLst>
                                  <p:childTnLst>
                                    <p:animMotion origin="layout" path="M 0.009889 1.9e-05 L 0.019671 6.8e-05 E" pathEditMode="relative" rAng="0" ptsTypes="AA">
                                      <p:cBhvr>
                                        <p:cTn id="2292" dur="12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2293" presetID="8" presetClass="emph" presetSubtype="0" fill="hold" grpId="3" nodeType="withEffect">
                                  <p:stCondLst>
                                    <p:cond delay="120"/>
                                  </p:stCondLst>
                                  <p:childTnLst>
                                    <p:animRot by="27060">
                                      <p:cBhvr>
                                        <p:cTn id="2294" dur="12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2295" presetID="0" presetClass="path" presetSubtype="0" fill="hold" grpId="2" nodeType="withEffect">
                                  <p:stCondLst>
                                    <p:cond delay="120"/>
                                  </p:stCondLst>
                                  <p:childTnLst>
                                    <p:animMotion origin="layout" path="M 0.010023 1.9e-05 L 0.019925 7e-05 E" pathEditMode="relative" rAng="0" ptsTypes="AA">
                                      <p:cBhvr>
                                        <p:cTn id="2296" dur="12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2297" presetID="8" presetClass="emph" presetSubtype="0" fill="hold" grpId="3" nodeType="withEffect">
                                  <p:stCondLst>
                                    <p:cond delay="120"/>
                                  </p:stCondLst>
                                  <p:childTnLst>
                                    <p:animRot by="27060">
                                      <p:cBhvr>
                                        <p:cTn id="2298" dur="12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2299" presetID="0" presetClass="path" presetSubtype="0" fill="hold" grpId="2" nodeType="withEffect">
                                  <p:stCondLst>
                                    <p:cond delay="120"/>
                                  </p:stCondLst>
                                  <p:childTnLst>
                                    <p:animMotion origin="layout" path="M 0.009909 7.1e-05 L 0.01971 0.000167 E" pathEditMode="relative" rAng="0" ptsTypes="AA">
                                      <p:cBhvr>
                                        <p:cTn id="2300" dur="12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2301" presetID="8" presetClass="emph" presetSubtype="0" fill="hold" grpId="3" nodeType="withEffect">
                                  <p:stCondLst>
                                    <p:cond delay="120"/>
                                  </p:stCondLst>
                                  <p:childTnLst>
                                    <p:animRot by="27060">
                                      <p:cBhvr>
                                        <p:cTn id="2302" dur="12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2303" presetID="0" presetClass="path" presetSubtype="0" fill="hold" grpId="1" nodeType="withEffect">
                                  <p:stCondLst>
                                    <p:cond delay="120"/>
                                  </p:stCondLst>
                                  <p:childTnLst>
                                    <p:animMotion origin="layout" path="M 0.009434 -0.000224 L 0.018808 -0.000407 E" pathEditMode="relative" rAng="0" ptsTypes="AA">
                                      <p:cBhvr>
                                        <p:cTn id="2304" dur="12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2305" presetID="0" presetClass="path" presetSubtype="0" fill="hold" grpId="2" nodeType="withEffect">
                                  <p:stCondLst>
                                    <p:cond delay="120"/>
                                  </p:stCondLst>
                                  <p:childTnLst>
                                    <p:animMotion origin="layout" path="M 0.0088 0 L 0.0176 0 E" pathEditMode="relative" rAng="0" ptsTypes="AA">
                                      <p:cBhvr>
                                        <p:cTn id="2306" dur="12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2307" presetID="6" presetClass="emph" presetSubtype="0" fill="hold" grpId="3" nodeType="withEffect">
                                  <p:stCondLst>
                                    <p:cond delay="120"/>
                                  </p:stCondLst>
                                  <p:childTnLst>
                                    <p:animScale>
                                      <p:cBhvr>
                                        <p:cTn id="2308" dur="120" fill="hold"/>
                                        <p:tgtEl>
                                          <p:spTgt spid="39"/>
                                        </p:tgtEl>
                                      </p:cBhvr>
                                      <p:by x="94200" y="94200"/>
                                    </p:animScale>
                                  </p:childTnLst>
                                </p:cTn>
                              </p:par>
                              <p:par>
                                <p:cTn id="2309" presetID="0" presetClass="path" presetSubtype="0" fill="hold" grpId="1" nodeType="withEffect">
                                  <p:stCondLst>
                                    <p:cond delay="120"/>
                                  </p:stCondLst>
                                  <p:childTnLst>
                                    <p:animMotion origin="layout" path="M 0.008104 -1.2e-05 L 0.016276 -4.3e-05 E" pathEditMode="relative" rAng="0" ptsTypes="AA">
                                      <p:cBhvr>
                                        <p:cTn id="2310" dur="12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2311" presetID="0" presetClass="path" presetSubtype="0" fill="hold" grpId="1" nodeType="withEffect">
                                  <p:stCondLst>
                                    <p:cond delay="120"/>
                                  </p:stCondLst>
                                  <p:childTnLst>
                                    <p:animMotion origin="layout" path="M 0.008104 -1.2e-05 L 0.016276 -4.3e-05 E" pathEditMode="relative" rAng="0" ptsTypes="AA">
                                      <p:cBhvr>
                                        <p:cTn id="2312" dur="12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2313" presetID="0" presetClass="path" presetSubtype="0" fill="hold" grpId="1" nodeType="withEffect">
                                  <p:stCondLst>
                                    <p:cond delay="120"/>
                                  </p:stCondLst>
                                  <p:childTnLst>
                                    <p:animMotion origin="layout" path="M 0.008104 -1.2e-05 L 0.016276 -4.3e-05 E" pathEditMode="relative" rAng="0" ptsTypes="AA">
                                      <p:cBhvr>
                                        <p:cTn id="2314" dur="12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2315" presetID="0" presetClass="path" presetSubtype="0" fill="hold" grpId="1" nodeType="withEffect">
                                  <p:stCondLst>
                                    <p:cond delay="120"/>
                                  </p:stCondLst>
                                  <p:childTnLst>
                                    <p:animMotion origin="layout" path="M 0.008104 -1.2e-05 L 0.016276 -4.3e-05 E" pathEditMode="relative" rAng="0" ptsTypes="AA">
                                      <p:cBhvr>
                                        <p:cTn id="2316" dur="12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2317" presetID="0" presetClass="path" presetSubtype="0" fill="hold" grpId="1" nodeType="withEffect">
                                  <p:stCondLst>
                                    <p:cond delay="120"/>
                                  </p:stCondLst>
                                  <p:childTnLst>
                                    <p:animMotion origin="layout" path="M 0.008104 1.1e-05 L 0.016276 -0 E" pathEditMode="relative" rAng="0" ptsTypes="AA">
                                      <p:cBhvr>
                                        <p:cTn id="2318" dur="12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2319" presetID="0" presetClass="path" presetSubtype="0" fill="hold" grpId="1" nodeType="withEffect">
                                  <p:stCondLst>
                                    <p:cond delay="120"/>
                                  </p:stCondLst>
                                  <p:childTnLst>
                                    <p:animMotion origin="layout" path="M 0.008104 1.1e-05 L 0.016276 -0 E" pathEditMode="relative" rAng="0" ptsTypes="AA">
                                      <p:cBhvr>
                                        <p:cTn id="2320" dur="12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2321" presetID="0" presetClass="path" presetSubtype="0" fill="hold" grpId="1" nodeType="withEffect">
                                  <p:stCondLst>
                                    <p:cond delay="120"/>
                                  </p:stCondLst>
                                  <p:childTnLst>
                                    <p:animMotion origin="layout" path="M 0.008104 1.1e-05 L 0.016276 -0 E" pathEditMode="relative" rAng="0" ptsTypes="AA">
                                      <p:cBhvr>
                                        <p:cTn id="2322" dur="12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2323" presetID="0" presetClass="path" presetSubtype="0" fill="hold" grpId="1" nodeType="withEffect">
                                  <p:stCondLst>
                                    <p:cond delay="120"/>
                                  </p:stCondLst>
                                  <p:childTnLst>
                                    <p:animMotion origin="layout" path="M 0.009301 9e-06 L 0.018552 3.1e-05 E" pathEditMode="relative" rAng="0" ptsTypes="AA">
                                      <p:cBhvr>
                                        <p:cTn id="2324" dur="12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2325" presetID="0" presetClass="path" presetSubtype="0" fill="hold" grpId="1" nodeType="withEffect">
                                  <p:stCondLst>
                                    <p:cond delay="120"/>
                                  </p:stCondLst>
                                  <p:childTnLst>
                                    <p:animMotion origin="layout" path="M 0.009301 9e-06 L 0.018552 3.1e-05 E" pathEditMode="relative" rAng="0" ptsTypes="AA">
                                      <p:cBhvr>
                                        <p:cTn id="2326" dur="12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2327" presetID="0" presetClass="path" presetSubtype="0" fill="hold" grpId="1" nodeType="withEffect">
                                  <p:stCondLst>
                                    <p:cond delay="120"/>
                                  </p:stCondLst>
                                  <p:childTnLst>
                                    <p:animMotion origin="layout" path="M 0.009301 9e-06 L 0.018552 3.1e-05 E" pathEditMode="relative" rAng="0" ptsTypes="AA">
                                      <p:cBhvr>
                                        <p:cTn id="2328" dur="12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2329" presetID="0" presetClass="path" presetSubtype="0" fill="hold" grpId="1" nodeType="withEffect">
                                  <p:stCondLst>
                                    <p:cond delay="120"/>
                                  </p:stCondLst>
                                  <p:childTnLst>
                                    <p:animMotion origin="layout" path="M 0.009301 9e-06 L 0.018552 3.1e-05 E" pathEditMode="relative" rAng="0" ptsTypes="AA">
                                      <p:cBhvr>
                                        <p:cTn id="2330" dur="12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2331" presetID="0" presetClass="path" presetSubtype="0" fill="hold" grpId="1" nodeType="withEffect">
                                  <p:stCondLst>
                                    <p:cond delay="120"/>
                                  </p:stCondLst>
                                  <p:childTnLst>
                                    <p:animMotion origin="layout" path="M 0.009301 9e-06 L 0.018552 3.1e-05 E" pathEditMode="relative" rAng="0" ptsTypes="AA">
                                      <p:cBhvr>
                                        <p:cTn id="2332" dur="12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2333" presetID="0" presetClass="path" presetSubtype="0" fill="hold" grpId="1" nodeType="withEffect">
                                  <p:stCondLst>
                                    <p:cond delay="120"/>
                                  </p:stCondLst>
                                  <p:childTnLst>
                                    <p:animMotion origin="layout" path="M 0.009301 9e-06 L 0.018552 3.1e-05 E" pathEditMode="relative" rAng="0" ptsTypes="AA">
                                      <p:cBhvr>
                                        <p:cTn id="2334" dur="12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2335" presetID="0" presetClass="path" presetSubtype="0" fill="hold" grpId="4" nodeType="withEffect">
                                  <p:stCondLst>
                                    <p:cond delay="240"/>
                                  </p:stCondLst>
                                  <p:childTnLst>
                                    <p:animMotion origin="layout" path="M 0.0176 -0 L 0.0264 -0 E" pathEditMode="relative" rAng="0" ptsTypes="AA">
                                      <p:cBhvr>
                                        <p:cTn id="2336" dur="12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2337" presetID="8" presetClass="emph" presetSubtype="0" fill="hold" grpId="5" nodeType="withEffect">
                                  <p:stCondLst>
                                    <p:cond delay="240"/>
                                  </p:stCondLst>
                                  <p:childTnLst>
                                    <p:animRot by="47760">
                                      <p:cBhvr>
                                        <p:cTn id="2338" dur="12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2339" presetID="0" presetClass="path" presetSubtype="0" fill="hold" grpId="4" nodeType="withEffect">
                                  <p:stCondLst>
                                    <p:cond delay="240"/>
                                  </p:stCondLst>
                                  <p:childTnLst>
                                    <p:animMotion origin="layout" path="M 0.019463 3.4e-05 L 0.028963 6.5e-05 E" pathEditMode="relative" rAng="0" ptsTypes="AA">
                                      <p:cBhvr>
                                        <p:cTn id="2340" dur="12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2341" presetID="8" presetClass="emph" presetSubtype="0" fill="hold" grpId="5" nodeType="withEffect">
                                  <p:stCondLst>
                                    <p:cond delay="240"/>
                                  </p:stCondLst>
                                  <p:childTnLst>
                                    <p:animRot by="47760">
                                      <p:cBhvr>
                                        <p:cTn id="2342" dur="12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2343" presetID="0" presetClass="path" presetSubtype="0" fill="hold" grpId="4" nodeType="withEffect">
                                  <p:stCondLst>
                                    <p:cond delay="240"/>
                                  </p:stCondLst>
                                  <p:childTnLst>
                                    <p:animMotion origin="layout" path="M 0.016907 -1.3e-05 L 0.025446 -2.4e-05 E" pathEditMode="relative" rAng="0" ptsTypes="AA">
                                      <p:cBhvr>
                                        <p:cTn id="2344" dur="12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2345" presetID="8" presetClass="emph" presetSubtype="0" fill="hold" grpId="5" nodeType="withEffect">
                                  <p:stCondLst>
                                    <p:cond delay="240"/>
                                  </p:stCondLst>
                                  <p:childTnLst>
                                    <p:animRot by="47760">
                                      <p:cBhvr>
                                        <p:cTn id="2346" dur="12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2347" presetID="0" presetClass="path" presetSubtype="0" fill="hold" grpId="4" nodeType="withEffect">
                                  <p:stCondLst>
                                    <p:cond delay="240"/>
                                  </p:stCondLst>
                                  <p:childTnLst>
                                    <p:animMotion origin="layout" path="M 0.019671 6.8e-05 L 0.02925 0.000129 E" pathEditMode="relative" rAng="0" ptsTypes="AA">
                                      <p:cBhvr>
                                        <p:cTn id="2348" dur="12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2349" presetID="8" presetClass="emph" presetSubtype="0" fill="hold" grpId="5" nodeType="withEffect">
                                  <p:stCondLst>
                                    <p:cond delay="240"/>
                                  </p:stCondLst>
                                  <p:childTnLst>
                                    <p:animRot by="21540">
                                      <p:cBhvr>
                                        <p:cTn id="2350" dur="12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2351" presetID="0" presetClass="path" presetSubtype="0" fill="hold" grpId="4" nodeType="withEffect">
                                  <p:stCondLst>
                                    <p:cond delay="240"/>
                                  </p:stCondLst>
                                  <p:childTnLst>
                                    <p:animMotion origin="layout" path="M 0.019925 7e-05 L 0.029599 0.000133 E" pathEditMode="relative" rAng="0" ptsTypes="AA">
                                      <p:cBhvr>
                                        <p:cTn id="2352" dur="12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2353" presetID="8" presetClass="emph" presetSubtype="0" fill="hold" grpId="5" nodeType="withEffect">
                                  <p:stCondLst>
                                    <p:cond delay="240"/>
                                  </p:stCondLst>
                                  <p:childTnLst>
                                    <p:animRot by="21540">
                                      <p:cBhvr>
                                        <p:cTn id="2354" dur="12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2355" presetID="0" presetClass="path" presetSubtype="0" fill="hold" grpId="4" nodeType="withEffect">
                                  <p:stCondLst>
                                    <p:cond delay="240"/>
                                  </p:stCondLst>
                                  <p:childTnLst>
                                    <p:animMotion origin="layout" path="M 0.01971 0.000167 L 0.029303 0.000265 E" pathEditMode="relative" rAng="0" ptsTypes="AA">
                                      <p:cBhvr>
                                        <p:cTn id="2356" dur="12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2357" presetID="8" presetClass="emph" presetSubtype="0" fill="hold" grpId="5" nodeType="withEffect">
                                  <p:stCondLst>
                                    <p:cond delay="240"/>
                                  </p:stCondLst>
                                  <p:childTnLst>
                                    <p:animRot by="21540">
                                      <p:cBhvr>
                                        <p:cTn id="2358" dur="12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2359" presetID="0" presetClass="path" presetSubtype="0" fill="hold" grpId="2" nodeType="withEffect">
                                  <p:stCondLst>
                                    <p:cond delay="240"/>
                                  </p:stCondLst>
                                  <p:childTnLst>
                                    <p:animMotion origin="layout" path="M 0.018808 -0.000407 L 0.028065 -0.000539 E" pathEditMode="relative" rAng="0" ptsTypes="AA">
                                      <p:cBhvr>
                                        <p:cTn id="2360" dur="12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2361" presetID="0" presetClass="path" presetSubtype="0" fill="hold" grpId="4" nodeType="withEffect">
                                  <p:stCondLst>
                                    <p:cond delay="240"/>
                                  </p:stCondLst>
                                  <p:childTnLst>
                                    <p:animMotion origin="layout" path="M 0.0176 0 L 0.0264 0 E" pathEditMode="relative" rAng="0" ptsTypes="AA">
                                      <p:cBhvr>
                                        <p:cTn id="2362" dur="12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2363" presetID="0" presetClass="path" presetSubtype="0" fill="hold" grpId="2" nodeType="withEffect">
                                  <p:stCondLst>
                                    <p:cond delay="240"/>
                                  </p:stCondLst>
                                  <p:childTnLst>
                                    <p:animMotion origin="layout" path="M 0.016276 -4.3e-05 L 0.024578 -8.2e-05 E" pathEditMode="relative" rAng="0" ptsTypes="AA">
                                      <p:cBhvr>
                                        <p:cTn id="2364" dur="12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2365" presetID="0" presetClass="path" presetSubtype="0" fill="hold" grpId="2" nodeType="withEffect">
                                  <p:stCondLst>
                                    <p:cond delay="240"/>
                                  </p:stCondLst>
                                  <p:childTnLst>
                                    <p:animMotion origin="layout" path="M 0.016276 -4.3e-05 L 0.024578 -8.2e-05 E" pathEditMode="relative" rAng="0" ptsTypes="AA">
                                      <p:cBhvr>
                                        <p:cTn id="2366" dur="12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2367" presetID="0" presetClass="path" presetSubtype="0" fill="hold" grpId="2" nodeType="withEffect">
                                  <p:stCondLst>
                                    <p:cond delay="240"/>
                                  </p:stCondLst>
                                  <p:childTnLst>
                                    <p:animMotion origin="layout" path="M 0.016276 -4.3e-05 L 0.024578 -8.2e-05 E" pathEditMode="relative" rAng="0" ptsTypes="AA">
                                      <p:cBhvr>
                                        <p:cTn id="2368" dur="12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2369" presetID="0" presetClass="path" presetSubtype="0" fill="hold" grpId="2" nodeType="withEffect">
                                  <p:stCondLst>
                                    <p:cond delay="240"/>
                                  </p:stCondLst>
                                  <p:childTnLst>
                                    <p:animMotion origin="layout" path="M 0.016276 -4.3e-05 L 0.024578 -8.2e-05 E" pathEditMode="relative" rAng="0" ptsTypes="AA">
                                      <p:cBhvr>
                                        <p:cTn id="2370" dur="12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2371" presetID="0" presetClass="path" presetSubtype="0" fill="hold" grpId="2" nodeType="withEffect">
                                  <p:stCondLst>
                                    <p:cond delay="240"/>
                                  </p:stCondLst>
                                  <p:childTnLst>
                                    <p:animMotion origin="layout" path="M 0.016276 -0 L 0.024578 -2.3e-05 E" pathEditMode="relative" rAng="0" ptsTypes="AA">
                                      <p:cBhvr>
                                        <p:cTn id="2372" dur="12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2373" presetID="0" presetClass="path" presetSubtype="0" fill="hold" grpId="2" nodeType="withEffect">
                                  <p:stCondLst>
                                    <p:cond delay="240"/>
                                  </p:stCondLst>
                                  <p:childTnLst>
                                    <p:animMotion origin="layout" path="M 0.016276 -0 L 0.024578 -2.3e-05 E" pathEditMode="relative" rAng="0" ptsTypes="AA">
                                      <p:cBhvr>
                                        <p:cTn id="2374" dur="12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2375" presetID="0" presetClass="path" presetSubtype="0" fill="hold" grpId="2" nodeType="withEffect">
                                  <p:stCondLst>
                                    <p:cond delay="240"/>
                                  </p:stCondLst>
                                  <p:childTnLst>
                                    <p:animMotion origin="layout" path="M 0.016276 -0 L 0.024578 -2.3e-05 E" pathEditMode="relative" rAng="0" ptsTypes="AA">
                                      <p:cBhvr>
                                        <p:cTn id="2376" dur="12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2377" presetID="0" presetClass="path" presetSubtype="0" fill="hold" grpId="2" nodeType="withEffect">
                                  <p:stCondLst>
                                    <p:cond delay="240"/>
                                  </p:stCondLst>
                                  <p:childTnLst>
                                    <p:animMotion origin="layout" path="M 0.018552 3.1e-05 L 0.027711 5.9e-05 E" pathEditMode="relative" rAng="0" ptsTypes="AA">
                                      <p:cBhvr>
                                        <p:cTn id="2378" dur="12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2379" presetID="0" presetClass="path" presetSubtype="0" fill="hold" grpId="2" nodeType="withEffect">
                                  <p:stCondLst>
                                    <p:cond delay="240"/>
                                  </p:stCondLst>
                                  <p:childTnLst>
                                    <p:animMotion origin="layout" path="M 0.018552 3.1e-05 L 0.027711 5.9e-05 E" pathEditMode="relative" rAng="0" ptsTypes="AA">
                                      <p:cBhvr>
                                        <p:cTn id="2380" dur="12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2381" presetID="0" presetClass="path" presetSubtype="0" fill="hold" grpId="2" nodeType="withEffect">
                                  <p:stCondLst>
                                    <p:cond delay="240"/>
                                  </p:stCondLst>
                                  <p:childTnLst>
                                    <p:animMotion origin="layout" path="M 0.018552 3.1e-05 L 0.027711 5.9e-05 E" pathEditMode="relative" rAng="0" ptsTypes="AA">
                                      <p:cBhvr>
                                        <p:cTn id="2382" dur="12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2383" presetID="0" presetClass="path" presetSubtype="0" fill="hold" grpId="2" nodeType="withEffect">
                                  <p:stCondLst>
                                    <p:cond delay="240"/>
                                  </p:stCondLst>
                                  <p:childTnLst>
                                    <p:animMotion origin="layout" path="M 0.018552 3.1e-05 L 0.027711 5.9e-05 E" pathEditMode="relative" rAng="0" ptsTypes="AA">
                                      <p:cBhvr>
                                        <p:cTn id="2384" dur="12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2385" presetID="0" presetClass="path" presetSubtype="0" fill="hold" grpId="2" nodeType="withEffect">
                                  <p:stCondLst>
                                    <p:cond delay="240"/>
                                  </p:stCondLst>
                                  <p:childTnLst>
                                    <p:animMotion origin="layout" path="M 0.018552 3.1e-05 L 0.027711 5.9e-05 E" pathEditMode="relative" rAng="0" ptsTypes="AA">
                                      <p:cBhvr>
                                        <p:cTn id="2386" dur="12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2387" presetID="0" presetClass="path" presetSubtype="0" fill="hold" grpId="2" nodeType="withEffect">
                                  <p:stCondLst>
                                    <p:cond delay="240"/>
                                  </p:stCondLst>
                                  <p:childTnLst>
                                    <p:animMotion origin="layout" path="M 0.018552 3.1e-05 L 0.027711 5.9e-05 E" pathEditMode="relative" rAng="0" ptsTypes="AA">
                                      <p:cBhvr>
                                        <p:cTn id="2388" dur="12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2389" presetID="0" presetClass="path" presetSubtype="0" fill="hold" grpId="6" nodeType="withEffect">
                                  <p:stCondLst>
                                    <p:cond delay="360"/>
                                  </p:stCondLst>
                                  <p:childTnLst>
                                    <p:animMotion origin="layout" path="M 0.0264 -0 L 0.036874 -0.003455 E" pathEditMode="relative" rAng="0" ptsTypes="AA">
                                      <p:cBhvr>
                                        <p:cTn id="2390" dur="12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2391" presetID="8" presetClass="emph" presetSubtype="0" fill="hold" grpId="7" nodeType="withEffect">
                                  <p:stCondLst>
                                    <p:cond delay="360"/>
                                  </p:stCondLst>
                                  <p:childTnLst>
                                    <p:animRot by="108300">
                                      <p:cBhvr>
                                        <p:cTn id="2392" dur="12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2393" presetID="0" presetClass="path" presetSubtype="0" fill="hold" grpId="6" nodeType="withEffect">
                                  <p:stCondLst>
                                    <p:cond delay="360"/>
                                  </p:stCondLst>
                                  <p:childTnLst>
                                    <p:animMotion origin="layout" path="M 0.028963 6.5e-05 L 0.041023 -0.003284 E" pathEditMode="relative" rAng="0" ptsTypes="AA">
                                      <p:cBhvr>
                                        <p:cTn id="2394" dur="12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2395" presetID="8" presetClass="emph" presetSubtype="0" fill="hold" grpId="7" nodeType="withEffect">
                                  <p:stCondLst>
                                    <p:cond delay="360"/>
                                  </p:stCondLst>
                                  <p:childTnLst>
                                    <p:animRot by="108300">
                                      <p:cBhvr>
                                        <p:cTn id="2396" dur="12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2397" presetID="0" presetClass="path" presetSubtype="0" fill="hold" grpId="6" nodeType="withEffect">
                                  <p:stCondLst>
                                    <p:cond delay="360"/>
                                  </p:stCondLst>
                                  <p:childTnLst>
                                    <p:animMotion origin="layout" path="M 0.025446 -2.4e-05 L 0.03533 -0.003518 E" pathEditMode="relative" rAng="0" ptsTypes="AA">
                                      <p:cBhvr>
                                        <p:cTn id="2398" dur="12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2399" presetID="8" presetClass="emph" presetSubtype="0" fill="hold" grpId="7" nodeType="withEffect">
                                  <p:stCondLst>
                                    <p:cond delay="360"/>
                                  </p:stCondLst>
                                  <p:childTnLst>
                                    <p:animRot by="108300">
                                      <p:cBhvr>
                                        <p:cTn id="2400" dur="12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2401" presetID="0" presetClass="path" presetSubtype="0" fill="hold" grpId="6" nodeType="withEffect">
                                  <p:stCondLst>
                                    <p:cond delay="360"/>
                                  </p:stCondLst>
                                  <p:childTnLst>
                                    <p:animMotion origin="layout" path="M 0.02925 0.000129 L 0.041487 -0.003117 E" pathEditMode="relative" rAng="0" ptsTypes="AA">
                                      <p:cBhvr>
                                        <p:cTn id="2402" dur="12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2403" presetID="8" presetClass="emph" presetSubtype="0" fill="hold" grpId="7" nodeType="withEffect">
                                  <p:stCondLst>
                                    <p:cond delay="360"/>
                                  </p:stCondLst>
                                  <p:childTnLst>
                                    <p:animRot by="2340">
                                      <p:cBhvr>
                                        <p:cTn id="2404" dur="12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2405" presetID="0" presetClass="path" presetSubtype="0" fill="hold" grpId="6" nodeType="withEffect">
                                  <p:stCondLst>
                                    <p:cond delay="360"/>
                                  </p:stCondLst>
                                  <p:childTnLst>
                                    <p:animMotion origin="layout" path="M 0.029599 0.000133 L 0.041846 -0.003113 E" pathEditMode="relative" rAng="0" ptsTypes="AA">
                                      <p:cBhvr>
                                        <p:cTn id="2406" dur="12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2407" presetID="8" presetClass="emph" presetSubtype="0" fill="hold" grpId="7" nodeType="withEffect">
                                  <p:stCondLst>
                                    <p:cond delay="360"/>
                                  </p:stCondLst>
                                  <p:childTnLst>
                                    <p:animRot by="2340">
                                      <p:cBhvr>
                                        <p:cTn id="2408" dur="12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2409" presetID="0" presetClass="path" presetSubtype="0" fill="hold" grpId="6" nodeType="withEffect">
                                  <p:stCondLst>
                                    <p:cond delay="360"/>
                                  </p:stCondLst>
                                  <p:childTnLst>
                                    <p:animMotion origin="layout" path="M 0.029303 0.000265 L 0.041541 -0.002977 E" pathEditMode="relative" rAng="0" ptsTypes="AA">
                                      <p:cBhvr>
                                        <p:cTn id="2410" dur="12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2411" presetID="8" presetClass="emph" presetSubtype="0" fill="hold" grpId="7" nodeType="withEffect">
                                  <p:stCondLst>
                                    <p:cond delay="360"/>
                                  </p:stCondLst>
                                  <p:childTnLst>
                                    <p:animRot by="2340">
                                      <p:cBhvr>
                                        <p:cTn id="2412" dur="12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2413" presetID="0" presetClass="path" presetSubtype="0" fill="hold" grpId="3" nodeType="withEffect">
                                  <p:stCondLst>
                                    <p:cond delay="360"/>
                                  </p:stCondLst>
                                  <p:childTnLst>
                                    <p:animMotion origin="layout" path="M 0.028065 -0.000539 L 0.039862 -0.002098 E" pathEditMode="relative" rAng="0" ptsTypes="AA">
                                      <p:cBhvr>
                                        <p:cTn id="2414" dur="12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2415" presetID="8" presetClass="emph" presetSubtype="0" fill="hold" grpId="4" nodeType="withEffect">
                                  <p:stCondLst>
                                    <p:cond delay="360"/>
                                  </p:stCondLst>
                                  <p:childTnLst>
                                    <p:animRot by="-233820">
                                      <p:cBhvr>
                                        <p:cTn id="2416" dur="12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2417" presetID="0" presetClass="path" presetSubtype="0" fill="hold" grpId="5" nodeType="withEffect">
                                  <p:stCondLst>
                                    <p:cond delay="360"/>
                                  </p:stCondLst>
                                  <p:childTnLst>
                                    <p:animMotion origin="layout" path="M 0.0264 0 L 0.036874 0 E" pathEditMode="relative" rAng="0" ptsTypes="AA">
                                      <p:cBhvr>
                                        <p:cTn id="2418" dur="12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2419" presetID="6" presetClass="emph" presetSubtype="0" fill="hold" grpId="6" nodeType="withEffect">
                                  <p:stCondLst>
                                    <p:cond delay="360"/>
                                  </p:stCondLst>
                                  <p:childTnLst>
                                    <p:animScale>
                                      <p:cBhvr>
                                        <p:cTn id="2420" dur="120" fill="hold"/>
                                        <p:tgtEl>
                                          <p:spTgt spid="39"/>
                                        </p:tgtEl>
                                      </p:cBhvr>
                                      <p:by x="106157" y="106157"/>
                                    </p:animScale>
                                  </p:childTnLst>
                                </p:cTn>
                              </p:par>
                              <p:par>
                                <p:cTn id="2421" presetID="0" presetClass="path" presetSubtype="0" fill="hold" grpId="3" nodeType="withEffect">
                                  <p:stCondLst>
                                    <p:cond delay="360"/>
                                  </p:stCondLst>
                                  <p:childTnLst>
                                    <p:animMotion origin="layout" path="M 0.024578 -8.2e-05 L 0.038218 -0.004462 E" pathEditMode="relative" rAng="0" ptsTypes="AA">
                                      <p:cBhvr>
                                        <p:cTn id="2422" dur="12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2423" presetID="8" presetClass="emph" presetSubtype="0" fill="hold" grpId="4" nodeType="withEffect">
                                  <p:stCondLst>
                                    <p:cond delay="360"/>
                                  </p:stCondLst>
                                  <p:childTnLst>
                                    <p:animRot by="-710700">
                                      <p:cBhvr>
                                        <p:cTn id="2424" dur="12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2425" presetID="0" presetClass="path" presetSubtype="0" fill="hold" grpId="3" nodeType="withEffect">
                                  <p:stCondLst>
                                    <p:cond delay="360"/>
                                  </p:stCondLst>
                                  <p:childTnLst>
                                    <p:animMotion origin="layout" path="M 0.024578 -8.2e-05 L 0.0359 -0.007991 E" pathEditMode="relative" rAng="0" ptsTypes="AA">
                                      <p:cBhvr>
                                        <p:cTn id="2426" dur="12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2427" presetID="8" presetClass="emph" presetSubtype="0" fill="hold" grpId="4" nodeType="withEffect">
                                  <p:stCondLst>
                                    <p:cond delay="360"/>
                                  </p:stCondLst>
                                  <p:childTnLst>
                                    <p:animRot by="1338420">
                                      <p:cBhvr>
                                        <p:cTn id="2428" dur="12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2429" presetID="0" presetClass="path" presetSubtype="0" fill="hold" grpId="3" nodeType="withEffect">
                                  <p:stCondLst>
                                    <p:cond delay="360"/>
                                  </p:stCondLst>
                                  <p:childTnLst>
                                    <p:animMotion origin="layout" path="M 0.024578 -8.2e-05 L 0.025714 -0.007641 E" pathEditMode="relative" rAng="0" ptsTypes="AA">
                                      <p:cBhvr>
                                        <p:cTn id="2430" dur="12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2431" presetID="8" presetClass="emph" presetSubtype="0" fill="hold" grpId="4" nodeType="withEffect">
                                  <p:stCondLst>
                                    <p:cond delay="360"/>
                                  </p:stCondLst>
                                  <p:childTnLst>
                                    <p:animRot by="1874700">
                                      <p:cBhvr>
                                        <p:cTn id="2432" dur="12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2433" presetID="0" presetClass="path" presetSubtype="0" fill="hold" grpId="3" nodeType="withEffect">
                                  <p:stCondLst>
                                    <p:cond delay="360"/>
                                  </p:stCondLst>
                                  <p:childTnLst>
                                    <p:animMotion origin="layout" path="M 0.024578 -8.2e-05 L 0.020845 -0.009002 E" pathEditMode="relative" rAng="0" ptsTypes="AA">
                                      <p:cBhvr>
                                        <p:cTn id="2434" dur="12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2435" presetID="8" presetClass="emph" presetSubtype="0" fill="hold" grpId="4" nodeType="withEffect">
                                  <p:stCondLst>
                                    <p:cond delay="360"/>
                                  </p:stCondLst>
                                  <p:childTnLst>
                                    <p:animRot by="1874700">
                                      <p:cBhvr>
                                        <p:cTn id="2436" dur="12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2437" presetID="0" presetClass="path" presetSubtype="0" fill="hold" grpId="3" nodeType="withEffect">
                                  <p:stCondLst>
                                    <p:cond delay="360"/>
                                  </p:stCondLst>
                                  <p:childTnLst>
                                    <p:animMotion origin="layout" path="M 0.024578 -2.3e-05 L 0.026008 -0.006341 E" pathEditMode="relative" rAng="0" ptsTypes="AA">
                                      <p:cBhvr>
                                        <p:cTn id="2438" dur="12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2439" presetID="8" presetClass="emph" presetSubtype="0" fill="hold" grpId="4" nodeType="withEffect">
                                  <p:stCondLst>
                                    <p:cond delay="360"/>
                                  </p:stCondLst>
                                  <p:childTnLst>
                                    <p:animRot by="1334820">
                                      <p:cBhvr>
                                        <p:cTn id="2440" dur="12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2441" presetID="0" presetClass="path" presetSubtype="0" fill="hold" grpId="3" nodeType="withEffect">
                                  <p:stCondLst>
                                    <p:cond delay="360"/>
                                  </p:stCondLst>
                                  <p:childTnLst>
                                    <p:animMotion origin="layout" path="M 0.024578 -2.3e-05 L 0.008343 -0.0134 E" pathEditMode="relative" rAng="0" ptsTypes="AA">
                                      <p:cBhvr>
                                        <p:cTn id="2442" dur="12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2443" presetID="8" presetClass="emph" presetSubtype="0" fill="hold" grpId="4" nodeType="withEffect">
                                  <p:stCondLst>
                                    <p:cond delay="360"/>
                                  </p:stCondLst>
                                  <p:childTnLst>
                                    <p:animRot by="1522440">
                                      <p:cBhvr>
                                        <p:cTn id="2444" dur="12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2445" presetID="0" presetClass="path" presetSubtype="0" fill="hold" grpId="3" nodeType="withEffect">
                                  <p:stCondLst>
                                    <p:cond delay="360"/>
                                  </p:stCondLst>
                                  <p:childTnLst>
                                    <p:animMotion origin="layout" path="M 0.024578 -2.3e-05 L -0.001435 -0.014958 E" pathEditMode="relative" rAng="0" ptsTypes="AA">
                                      <p:cBhvr>
                                        <p:cTn id="2446" dur="12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2447" presetID="8" presetClass="emph" presetSubtype="0" fill="hold" grpId="4" nodeType="withEffect">
                                  <p:stCondLst>
                                    <p:cond delay="360"/>
                                  </p:stCondLst>
                                  <p:childTnLst>
                                    <p:animRot by="986100">
                                      <p:cBhvr>
                                        <p:cTn id="2448" dur="12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2449" presetID="0" presetClass="path" presetSubtype="0" fill="hold" grpId="3" nodeType="withEffect">
                                  <p:stCondLst>
                                    <p:cond delay="360"/>
                                  </p:stCondLst>
                                  <p:childTnLst>
                                    <p:animMotion origin="layout" path="M 0.027711 5.9e-05 L 0.034004 -0.004517 E" pathEditMode="relative" rAng="0" ptsTypes="AA">
                                      <p:cBhvr>
                                        <p:cTn id="2450" dur="12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2451" presetID="8" presetClass="emph" presetSubtype="0" fill="hold" grpId="4" nodeType="withEffect">
                                  <p:stCondLst>
                                    <p:cond delay="360"/>
                                  </p:stCondLst>
                                  <p:childTnLst>
                                    <p:animRot by="937320">
                                      <p:cBhvr>
                                        <p:cTn id="2452" dur="12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2453" presetID="0" presetClass="path" presetSubtype="0" fill="hold" grpId="3" nodeType="withEffect">
                                  <p:stCondLst>
                                    <p:cond delay="360"/>
                                  </p:stCondLst>
                                  <p:childTnLst>
                                    <p:animMotion origin="layout" path="M 0.027711 5.9e-05 L 0.028663 -0.005937 E" pathEditMode="relative" rAng="0" ptsTypes="AA">
                                      <p:cBhvr>
                                        <p:cTn id="2454" dur="12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2455" presetID="8" presetClass="emph" presetSubtype="0" fill="hold" grpId="4" nodeType="withEffect">
                                  <p:stCondLst>
                                    <p:cond delay="360"/>
                                  </p:stCondLst>
                                  <p:childTnLst>
                                    <p:animRot by="37320">
                                      <p:cBhvr>
                                        <p:cTn id="2456" dur="12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2457" presetID="0" presetClass="path" presetSubtype="0" fill="hold" grpId="3" nodeType="withEffect">
                                  <p:stCondLst>
                                    <p:cond delay="360"/>
                                  </p:stCondLst>
                                  <p:childTnLst>
                                    <p:animMotion origin="layout" path="M 0.027711 5.9e-05 L 0.043405 -0.004246 E" pathEditMode="relative" rAng="0" ptsTypes="AA">
                                      <p:cBhvr>
                                        <p:cTn id="2458" dur="12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2459" presetID="8" presetClass="emph" presetSubtype="0" fill="hold" grpId="4" nodeType="withEffect">
                                  <p:stCondLst>
                                    <p:cond delay="360"/>
                                  </p:stCondLst>
                                  <p:childTnLst>
                                    <p:animRot by="-826080">
                                      <p:cBhvr>
                                        <p:cTn id="2460" dur="12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2461" presetID="0" presetClass="path" presetSubtype="0" fill="hold" grpId="3" nodeType="withEffect">
                                  <p:stCondLst>
                                    <p:cond delay="360"/>
                                  </p:stCondLst>
                                  <p:childTnLst>
                                    <p:animMotion origin="layout" path="M 0.027711 5.9e-05 L 0.060372 -0.014686 E" pathEditMode="relative" rAng="0" ptsTypes="AA">
                                      <p:cBhvr>
                                        <p:cTn id="2462" dur="12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2463" presetID="8" presetClass="emph" presetSubtype="0" fill="hold" grpId="4" nodeType="withEffect">
                                  <p:stCondLst>
                                    <p:cond delay="360"/>
                                  </p:stCondLst>
                                  <p:childTnLst>
                                    <p:animRot by="-2787060">
                                      <p:cBhvr>
                                        <p:cTn id="2464" dur="12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2465" presetID="0" presetClass="path" presetSubtype="0" fill="hold" grpId="3" nodeType="withEffect">
                                  <p:stCondLst>
                                    <p:cond delay="360"/>
                                  </p:stCondLst>
                                  <p:childTnLst>
                                    <p:animMotion origin="layout" path="M 0.027711 5.9e-05 L 0.079196 -0.028032 E" pathEditMode="relative" rAng="0" ptsTypes="AA">
                                      <p:cBhvr>
                                        <p:cTn id="2466" dur="12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2467" presetID="8" presetClass="emph" presetSubtype="0" fill="hold" grpId="4" nodeType="withEffect">
                                  <p:stCondLst>
                                    <p:cond delay="360"/>
                                  </p:stCondLst>
                                  <p:childTnLst>
                                    <p:animRot by="-2375940">
                                      <p:cBhvr>
                                        <p:cTn id="2468" dur="12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2469" presetID="0" presetClass="path" presetSubtype="0" fill="hold" grpId="3" nodeType="withEffect">
                                  <p:stCondLst>
                                    <p:cond delay="360"/>
                                  </p:stCondLst>
                                  <p:childTnLst>
                                    <p:animMotion origin="layout" path="M 0.027711 5.9e-05 L 0.066856 -0.023589 E" pathEditMode="relative" rAng="0" ptsTypes="AA">
                                      <p:cBhvr>
                                        <p:cTn id="2470" dur="12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2471" presetID="8" presetClass="emph" presetSubtype="0" fill="hold" grpId="4" nodeType="withEffect">
                                  <p:stCondLst>
                                    <p:cond delay="360"/>
                                  </p:stCondLst>
                                  <p:childTnLst>
                                    <p:animRot by="-2375940">
                                      <p:cBhvr>
                                        <p:cTn id="2472" dur="12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2473" presetID="0" presetClass="path" presetSubtype="0" fill="hold" grpId="8" nodeType="withEffect">
                                  <p:stCondLst>
                                    <p:cond delay="480"/>
                                  </p:stCondLst>
                                  <p:childTnLst>
                                    <p:animMotion origin="layout" path="M 0.036874 -0.003455 L 0.044 0 E" pathEditMode="relative" rAng="0" ptsTypes="AA">
                                      <p:cBhvr>
                                        <p:cTn id="2474" dur="12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2475" presetID="8" presetClass="emph" presetSubtype="0" fill="hold" grpId="9" nodeType="withEffect">
                                  <p:stCondLst>
                                    <p:cond delay="480"/>
                                  </p:stCondLst>
                                  <p:childTnLst>
                                    <p:animRot by="-67020">
                                      <p:cBhvr>
                                        <p:cTn id="2476" dur="12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2477" presetID="0" presetClass="path" presetSubtype="0" fill="hold" grpId="8" nodeType="withEffect">
                                  <p:stCondLst>
                                    <p:cond delay="480"/>
                                  </p:stCondLst>
                                  <p:childTnLst>
                                    <p:animMotion origin="layout" path="M 0.041023 -0.003284 L 0.047168 0.0001 E" pathEditMode="relative" rAng="0" ptsTypes="AA">
                                      <p:cBhvr>
                                        <p:cTn id="2478" dur="12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2479" presetID="8" presetClass="emph" presetSubtype="0" fill="hold" grpId="9" nodeType="withEffect">
                                  <p:stCondLst>
                                    <p:cond delay="480"/>
                                  </p:stCondLst>
                                  <p:childTnLst>
                                    <p:animRot by="-67020">
                                      <p:cBhvr>
                                        <p:cTn id="2480" dur="12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2481" presetID="0" presetClass="path" presetSubtype="0" fill="hold" grpId="8" nodeType="withEffect">
                                  <p:stCondLst>
                                    <p:cond delay="480"/>
                                  </p:stCondLst>
                                  <p:childTnLst>
                                    <p:animMotion origin="layout" path="M 0.03533 -0.003518 L 0.042821 -3.7e-05 E" pathEditMode="relative" rAng="0" ptsTypes="AA">
                                      <p:cBhvr>
                                        <p:cTn id="2482" dur="12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2483" presetID="8" presetClass="emph" presetSubtype="0" fill="hold" grpId="9" nodeType="withEffect">
                                  <p:stCondLst>
                                    <p:cond delay="480"/>
                                  </p:stCondLst>
                                  <p:childTnLst>
                                    <p:animRot by="-67020">
                                      <p:cBhvr>
                                        <p:cTn id="2484" dur="12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2485" presetID="0" presetClass="path" presetSubtype="0" fill="hold" grpId="8" nodeType="withEffect">
                                  <p:stCondLst>
                                    <p:cond delay="480"/>
                                  </p:stCondLst>
                                  <p:childTnLst>
                                    <p:animMotion origin="layout" path="M 0.041487 -0.003117 L 0.047523 0.000197 E" pathEditMode="relative" rAng="0" ptsTypes="AA">
                                      <p:cBhvr>
                                        <p:cTn id="2486" dur="12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2487" presetID="8" presetClass="emph" presetSubtype="0" fill="hold" grpId="9" nodeType="withEffect">
                                  <p:stCondLst>
                                    <p:cond delay="480"/>
                                  </p:stCondLst>
                                  <p:childTnLst>
                                    <p:animRot by="-133800">
                                      <p:cBhvr>
                                        <p:cTn id="2488" dur="12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2489" presetID="0" presetClass="path" presetSubtype="0" fill="hold" grpId="8" nodeType="withEffect">
                                  <p:stCondLst>
                                    <p:cond delay="480"/>
                                  </p:stCondLst>
                                  <p:childTnLst>
                                    <p:animMotion origin="layout" path="M 0.041846 -0.003113 L 0.047288 0.000199 E" pathEditMode="relative" rAng="0" ptsTypes="AA">
                                      <p:cBhvr>
                                        <p:cTn id="2490" dur="12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2491" presetID="8" presetClass="emph" presetSubtype="0" fill="hold" grpId="9" nodeType="withEffect">
                                  <p:stCondLst>
                                    <p:cond delay="480"/>
                                  </p:stCondLst>
                                  <p:childTnLst>
                                    <p:animRot by="-133800">
                                      <p:cBhvr>
                                        <p:cTn id="2492" dur="12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2493" presetID="0" presetClass="path" presetSubtype="0" fill="hold" grpId="8" nodeType="withEffect">
                                  <p:stCondLst>
                                    <p:cond delay="480"/>
                                  </p:stCondLst>
                                  <p:childTnLst>
                                    <p:animMotion origin="layout" path="M 0.041541 -0.002977 L 0.047486 0.000106 E" pathEditMode="relative" rAng="0" ptsTypes="AA">
                                      <p:cBhvr>
                                        <p:cTn id="2494" dur="12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2495" presetID="8" presetClass="emph" presetSubtype="0" fill="hold" grpId="9" nodeType="withEffect">
                                  <p:stCondLst>
                                    <p:cond delay="480"/>
                                  </p:stCondLst>
                                  <p:childTnLst>
                                    <p:animRot by="-133800">
                                      <p:cBhvr>
                                        <p:cTn id="2496" dur="12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2497" presetID="0" presetClass="path" presetSubtype="0" fill="hold" grpId="5" nodeType="withEffect">
                                  <p:stCondLst>
                                    <p:cond delay="480"/>
                                  </p:stCondLst>
                                  <p:childTnLst>
                                    <p:animMotion origin="layout" path="M 0.039862 -0.002098 L 0.04604 -0.000832 E" pathEditMode="relative" rAng="0" ptsTypes="AA">
                                      <p:cBhvr>
                                        <p:cTn id="2498" dur="12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2499" presetID="8" presetClass="emph" presetSubtype="0" fill="hold" grpId="6" nodeType="withEffect">
                                  <p:stCondLst>
                                    <p:cond delay="480"/>
                                  </p:stCondLst>
                                  <p:childTnLst>
                                    <p:animRot by="254040">
                                      <p:cBhvr>
                                        <p:cTn id="2500" dur="12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2501" presetID="0" presetClass="path" presetSubtype="0" fill="hold" grpId="7" nodeType="withEffect">
                                  <p:stCondLst>
                                    <p:cond delay="480"/>
                                  </p:stCondLst>
                                  <p:childTnLst>
                                    <p:animMotion origin="layout" path="M 0.036874 0 L 0.044 0 E" pathEditMode="relative" rAng="0" ptsTypes="AA">
                                      <p:cBhvr>
                                        <p:cTn id="2502" dur="12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2503" presetID="6" presetClass="emph" presetSubtype="0" fill="hold" grpId="8" nodeType="withEffect">
                                  <p:stCondLst>
                                    <p:cond delay="480"/>
                                  </p:stCondLst>
                                  <p:childTnLst>
                                    <p:animScale>
                                      <p:cBhvr>
                                        <p:cTn id="2504" dur="120" fill="hold"/>
                                        <p:tgtEl>
                                          <p:spTgt spid="39"/>
                                        </p:tgtEl>
                                      </p:cBhvr>
                                      <p:by x="103573" y="103573"/>
                                    </p:animScale>
                                  </p:childTnLst>
                                </p:cTn>
                              </p:par>
                              <p:par>
                                <p:cTn id="2505" presetID="0" presetClass="path" presetSubtype="0" fill="hold" grpId="5" nodeType="withEffect">
                                  <p:stCondLst>
                                    <p:cond delay="480"/>
                                  </p:stCondLst>
                                  <p:childTnLst>
                                    <p:animMotion origin="layout" path="M 0.038218 -0.004462 L 0.041007 -0.000149 E" pathEditMode="relative" rAng="0" ptsTypes="AA">
                                      <p:cBhvr>
                                        <p:cTn id="2506" dur="12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2507" presetID="8" presetClass="emph" presetSubtype="0" fill="hold" grpId="6" nodeType="withEffect">
                                  <p:stCondLst>
                                    <p:cond delay="480"/>
                                  </p:stCondLst>
                                  <p:childTnLst>
                                    <p:animRot by="832680">
                                      <p:cBhvr>
                                        <p:cTn id="2508" dur="12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2509" presetID="0" presetClass="path" presetSubtype="0" fill="hold" grpId="5" nodeType="withEffect">
                                  <p:stCondLst>
                                    <p:cond delay="480"/>
                                  </p:stCondLst>
                                  <p:childTnLst>
                                    <p:animMotion origin="layout" path="M 0.0359 -0.007991 L 0.034154 -0.001846 E" pathEditMode="relative" rAng="0" ptsTypes="AA">
                                      <p:cBhvr>
                                        <p:cTn id="2510" dur="12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2511" presetID="8" presetClass="emph" presetSubtype="0" fill="hold" grpId="6" nodeType="withEffect">
                                  <p:stCondLst>
                                    <p:cond delay="480"/>
                                  </p:stCondLst>
                                  <p:childTnLst>
                                    <p:animRot by="-266820">
                                      <p:cBhvr>
                                        <p:cTn id="2512" dur="12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2513" presetID="0" presetClass="path" presetSubtype="0" fill="hold" grpId="5" nodeType="withEffect">
                                  <p:stCondLst>
                                    <p:cond delay="480"/>
                                  </p:stCondLst>
                                  <p:childTnLst>
                                    <p:animMotion origin="layout" path="M 0.025714 -0.007641 L 0.025413 -0.000684 E" pathEditMode="relative" rAng="0" ptsTypes="AA">
                                      <p:cBhvr>
                                        <p:cTn id="2514" dur="12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2515" presetID="8" presetClass="emph" presetSubtype="0" fill="hold" grpId="6" nodeType="withEffect">
                                  <p:stCondLst>
                                    <p:cond delay="480"/>
                                  </p:stCondLst>
                                  <p:childTnLst>
                                    <p:animRot by="10800">
                                      <p:cBhvr>
                                        <p:cTn id="2516" dur="12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2517" presetID="0" presetClass="path" presetSubtype="0" fill="hold" grpId="5" nodeType="withEffect">
                                  <p:stCondLst>
                                    <p:cond delay="480"/>
                                  </p:stCondLst>
                                  <p:childTnLst>
                                    <p:animMotion origin="layout" path="M 0.020845 -0.009002 L 0.020519 -0.002061 E" pathEditMode="relative" rAng="0" ptsTypes="AA">
                                      <p:cBhvr>
                                        <p:cTn id="2518" dur="12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2519" presetID="8" presetClass="emph" presetSubtype="0" fill="hold" grpId="6" nodeType="withEffect">
                                  <p:stCondLst>
                                    <p:cond delay="480"/>
                                  </p:stCondLst>
                                  <p:childTnLst>
                                    <p:animRot by="10800">
                                      <p:cBhvr>
                                        <p:cTn id="2520" dur="12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2521" presetID="0" presetClass="path" presetSubtype="0" fill="hold" grpId="5" nodeType="withEffect">
                                  <p:stCondLst>
                                    <p:cond delay="480"/>
                                  </p:stCondLst>
                                  <p:childTnLst>
                                    <p:animMotion origin="layout" path="M 0.026008 -0.006341 L 0.041006 -7.5e-05 E" pathEditMode="relative" rAng="0" ptsTypes="AA">
                                      <p:cBhvr>
                                        <p:cTn id="2522" dur="12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2523" presetID="8" presetClass="emph" presetSubtype="0" fill="hold" grpId="6" nodeType="withEffect">
                                  <p:stCondLst>
                                    <p:cond delay="480"/>
                                  </p:stCondLst>
                                  <p:childTnLst>
                                    <p:animRot by="-1212840">
                                      <p:cBhvr>
                                        <p:cTn id="2524" dur="12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2525" presetID="0" presetClass="path" presetSubtype="0" fill="hold" grpId="5" nodeType="withEffect">
                                  <p:stCondLst>
                                    <p:cond delay="480"/>
                                  </p:stCondLst>
                                  <p:childTnLst>
                                    <p:animMotion origin="layout" path="M 0.008343 -0.0134 L 0.039438 -0.000167 E" pathEditMode="relative" rAng="0" ptsTypes="AA">
                                      <p:cBhvr>
                                        <p:cTn id="2526" dur="12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2527" presetID="8" presetClass="emph" presetSubtype="0" fill="hold" grpId="6" nodeType="withEffect">
                                  <p:stCondLst>
                                    <p:cond delay="480"/>
                                  </p:stCondLst>
                                  <p:childTnLst>
                                    <p:animRot by="-1400460">
                                      <p:cBhvr>
                                        <p:cTn id="2528" dur="12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2529" presetID="0" presetClass="path" presetSubtype="0" fill="hold" grpId="5" nodeType="withEffect">
                                  <p:stCondLst>
                                    <p:cond delay="480"/>
                                  </p:stCondLst>
                                  <p:childTnLst>
                                    <p:animMotion origin="layout" path="M -0.001435 -0.014958 L 0.039481 -0.001543 E" pathEditMode="relative" rAng="0" ptsTypes="AA">
                                      <p:cBhvr>
                                        <p:cTn id="2530" dur="12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2531" presetID="8" presetClass="emph" presetSubtype="0" fill="hold" grpId="6" nodeType="withEffect">
                                  <p:stCondLst>
                                    <p:cond delay="480"/>
                                  </p:stCondLst>
                                  <p:childTnLst>
                                    <p:animRot by="-1678020">
                                      <p:cBhvr>
                                        <p:cTn id="2532" dur="12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2533" presetID="0" presetClass="path" presetSubtype="0" fill="hold" grpId="5" nodeType="withEffect">
                                  <p:stCondLst>
                                    <p:cond delay="480"/>
                                  </p:stCondLst>
                                  <p:childTnLst>
                                    <p:animMotion origin="layout" path="M 0.034004 -0.004517 L 0.04465 4.5e-05 E" pathEditMode="relative" rAng="0" ptsTypes="AA">
                                      <p:cBhvr>
                                        <p:cTn id="2534" dur="12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2535" presetID="8" presetClass="emph" presetSubtype="0" fill="hold" grpId="6" nodeType="withEffect">
                                  <p:stCondLst>
                                    <p:cond delay="480"/>
                                  </p:stCondLst>
                                  <p:childTnLst>
                                    <p:animRot by="-757320">
                                      <p:cBhvr>
                                        <p:cTn id="2536" dur="12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2537" presetID="0" presetClass="path" presetSubtype="0" fill="hold" grpId="5" nodeType="withEffect">
                                  <p:stCondLst>
                                    <p:cond delay="480"/>
                                  </p:stCondLst>
                                  <p:childTnLst>
                                    <p:animMotion origin="layout" path="M 0.028663 -0.005937 L 0.047202 -0.000697 E" pathEditMode="relative" rAng="0" ptsTypes="AA">
                                      <p:cBhvr>
                                        <p:cTn id="2538" dur="12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2539" presetID="8" presetClass="emph" presetSubtype="0" fill="hold" grpId="6" nodeType="withEffect">
                                  <p:stCondLst>
                                    <p:cond delay="480"/>
                                  </p:stCondLst>
                                  <p:childTnLst>
                                    <p:animRot by="-757320">
                                      <p:cBhvr>
                                        <p:cTn id="2540" dur="12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2541" presetID="0" presetClass="path" presetSubtype="0" fill="hold" grpId="5" nodeType="withEffect">
                                  <p:stCondLst>
                                    <p:cond delay="480"/>
                                  </p:stCondLst>
                                  <p:childTnLst>
                                    <p:animMotion origin="layout" path="M 0.043405 -0.004246 L 0.04465 4.5e-05 E" pathEditMode="relative" rAng="0" ptsTypes="AA">
                                      <p:cBhvr>
                                        <p:cTn id="2542" dur="12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2543" presetID="8" presetClass="emph" presetSubtype="0" fill="hold" grpId="6" nodeType="withEffect">
                                  <p:stCondLst>
                                    <p:cond delay="480"/>
                                  </p:stCondLst>
                                  <p:childTnLst>
                                    <p:animRot by="1006080">
                                      <p:cBhvr>
                                        <p:cTn id="2544" dur="12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2545" presetID="0" presetClass="path" presetSubtype="0" fill="hold" grpId="5" nodeType="withEffect">
                                  <p:stCondLst>
                                    <p:cond delay="480"/>
                                  </p:stCondLst>
                                  <p:childTnLst>
                                    <p:animMotion origin="layout" path="M 0.060372 -0.014686 L 0.048581 -0.001295 E" pathEditMode="relative" rAng="0" ptsTypes="AA">
                                      <p:cBhvr>
                                        <p:cTn id="2546" dur="12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2547" presetID="8" presetClass="emph" presetSubtype="0" fill="hold" grpId="6" nodeType="withEffect">
                                  <p:stCondLst>
                                    <p:cond delay="480"/>
                                  </p:stCondLst>
                                  <p:childTnLst>
                                    <p:animRot by="1780980">
                                      <p:cBhvr>
                                        <p:cTn id="2548" dur="12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2549" presetID="0" presetClass="path" presetSubtype="0" fill="hold" grpId="5" nodeType="withEffect">
                                  <p:stCondLst>
                                    <p:cond delay="480"/>
                                  </p:stCondLst>
                                  <p:childTnLst>
                                    <p:animMotion origin="layout" path="M 0.079196 -0.028032 L 0.055923 -0.002904 E" pathEditMode="relative" rAng="0" ptsTypes="AA">
                                      <p:cBhvr>
                                        <p:cTn id="2550" dur="12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2551" presetID="8" presetClass="emph" presetSubtype="0" fill="hold" grpId="6" nodeType="withEffect">
                                  <p:stCondLst>
                                    <p:cond delay="480"/>
                                  </p:stCondLst>
                                  <p:childTnLst>
                                    <p:animRot by="1556760">
                                      <p:cBhvr>
                                        <p:cTn id="2552" dur="12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2553" presetID="0" presetClass="path" presetSubtype="0" fill="hold" grpId="5" nodeType="withEffect">
                                  <p:stCondLst>
                                    <p:cond delay="480"/>
                                  </p:stCondLst>
                                  <p:childTnLst>
                                    <p:animMotion origin="layout" path="M 0.066856 -0.023589 L 0.051353 -0.002357 E" pathEditMode="relative" rAng="0" ptsTypes="AA">
                                      <p:cBhvr>
                                        <p:cTn id="2554" dur="12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2555" presetID="8" presetClass="emph" presetSubtype="0" fill="hold" grpId="6" nodeType="withEffect">
                                  <p:stCondLst>
                                    <p:cond delay="480"/>
                                  </p:stCondLst>
                                  <p:childTnLst>
                                    <p:animRot by="1556760">
                                      <p:cBhvr>
                                        <p:cTn id="2556" dur="12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2557" presetID="0" presetClass="path" presetSubtype="0" fill="hold" grpId="10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.044 0 L 0.051126 -0.003455 E" pathEditMode="relative" rAng="0" ptsTypes="AA">
                                      <p:cBhvr>
                                        <p:cTn id="2558" dur="12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2559" presetID="8" presetClass="emph" presetSubtype="0" fill="hold" grpId="11" nodeType="withEffect">
                                  <p:stCondLst>
                                    <p:cond delay="600"/>
                                  </p:stCondLst>
                                  <p:childTnLst>
                                    <p:animRot by="-88140">
                                      <p:cBhvr>
                                        <p:cTn id="2560" dur="12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2561" presetID="0" presetClass="path" presetSubtype="0" fill="hold" grpId="10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.047168 0.0001 L 0.053002 -0.00342 E" pathEditMode="relative" rAng="0" ptsTypes="AA">
                                      <p:cBhvr>
                                        <p:cTn id="2562" dur="12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2563" presetID="8" presetClass="emph" presetSubtype="0" fill="hold" grpId="11" nodeType="withEffect">
                                  <p:stCondLst>
                                    <p:cond delay="600"/>
                                  </p:stCondLst>
                                  <p:childTnLst>
                                    <p:animRot by="-88140">
                                      <p:cBhvr>
                                        <p:cTn id="2564" dur="12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2565" presetID="0" presetClass="path" presetSubtype="0" fill="hold" grpId="10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.042821 -3.7e-05 L 0.050428 -0.003468 E" pathEditMode="relative" rAng="0" ptsTypes="AA">
                                      <p:cBhvr>
                                        <p:cTn id="2566" dur="12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2567" presetID="8" presetClass="emph" presetSubtype="0" fill="hold" grpId="11" nodeType="withEffect">
                                  <p:stCondLst>
                                    <p:cond delay="600"/>
                                  </p:stCondLst>
                                  <p:childTnLst>
                                    <p:animRot by="-88140">
                                      <p:cBhvr>
                                        <p:cTn id="2568" dur="12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2569" presetID="0" presetClass="path" presetSubtype="0" fill="hold" grpId="10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.047523 0.000197 L 0.053212 -0.003386 E" pathEditMode="relative" rAng="0" ptsTypes="AA">
                                      <p:cBhvr>
                                        <p:cTn id="2570" dur="12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2571" presetID="8" presetClass="emph" presetSubtype="0" fill="hold" grpId="11" nodeType="withEffect">
                                  <p:stCondLst>
                                    <p:cond delay="600"/>
                                  </p:stCondLst>
                                  <p:childTnLst>
                                    <p:animRot by="63960">
                                      <p:cBhvr>
                                        <p:cTn id="2572" dur="12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2573" presetID="0" presetClass="path" presetSubtype="0" fill="hold" grpId="10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.047288 0.000199 L 0.053261 -0.003386 E" pathEditMode="relative" rAng="0" ptsTypes="AA">
                                      <p:cBhvr>
                                        <p:cTn id="2574" dur="12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2575" presetID="8" presetClass="emph" presetSubtype="0" fill="hold" grpId="11" nodeType="withEffect">
                                  <p:stCondLst>
                                    <p:cond delay="600"/>
                                  </p:stCondLst>
                                  <p:childTnLst>
                                    <p:animRot by="63960">
                                      <p:cBhvr>
                                        <p:cTn id="2576" dur="12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2577" presetID="0" presetClass="path" presetSubtype="0" fill="hold" grpId="10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.047486 0.000106 L 0.053219 -0.003367 E" pathEditMode="relative" rAng="0" ptsTypes="AA">
                                      <p:cBhvr>
                                        <p:cTn id="2578" dur="12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2579" presetID="8" presetClass="emph" presetSubtype="0" fill="hold" grpId="11" nodeType="withEffect">
                                  <p:stCondLst>
                                    <p:cond delay="600"/>
                                  </p:stCondLst>
                                  <p:childTnLst>
                                    <p:animRot by="63960">
                                      <p:cBhvr>
                                        <p:cTn id="2580" dur="12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2581" presetID="0" presetClass="path" presetSubtype="0" fill="hold" grpId="7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.04604 -0.000832 L 0.052118 -0.013994 E" pathEditMode="relative" rAng="0" ptsTypes="AA">
                                      <p:cBhvr>
                                        <p:cTn id="2582" dur="12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2583" presetID="8" presetClass="emph" presetSubtype="0" fill="hold" grpId="8" nodeType="withEffect">
                                  <p:stCondLst>
                                    <p:cond delay="600"/>
                                  </p:stCondLst>
                                  <p:childTnLst>
                                    <p:animRot by="1055280">
                                      <p:cBhvr>
                                        <p:cTn id="2584" dur="12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2585" presetID="0" presetClass="path" presetSubtype="0" fill="hold" grpId="9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.044 0 L 0.051126 0 E" pathEditMode="relative" rAng="0" ptsTypes="AA">
                                      <p:cBhvr>
                                        <p:cTn id="2586" dur="12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2587" presetID="6" presetClass="emph" presetSubtype="0" fill="hold" grpId="10" nodeType="withEffect">
                                  <p:stCondLst>
                                    <p:cond delay="600"/>
                                  </p:stCondLst>
                                  <p:childTnLst>
                                    <p:animScale>
                                      <p:cBhvr>
                                        <p:cTn id="2588" dur="120" fill="hold"/>
                                        <p:tgtEl>
                                          <p:spTgt spid="39"/>
                                        </p:tgtEl>
                                      </p:cBhvr>
                                      <p:by x="96550" y="96550"/>
                                    </p:animScale>
                                  </p:childTnLst>
                                </p:cTn>
                              </p:par>
                              <p:par>
                                <p:cTn id="2589" presetID="0" presetClass="path" presetSubtype="0" fill="hold" grpId="7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.041007 -0.000149 L 0.045054 -0.004467 E" pathEditMode="relative" rAng="0" ptsTypes="AA">
                                      <p:cBhvr>
                                        <p:cTn id="2590" dur="12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2591" presetID="8" presetClass="emph" presetSubtype="0" fill="hold" grpId="8" nodeType="withEffect">
                                  <p:stCondLst>
                                    <p:cond delay="600"/>
                                  </p:stCondLst>
                                  <p:childTnLst>
                                    <p:animRot by="664080">
                                      <p:cBhvr>
                                        <p:cTn id="2592" dur="12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2593" presetID="0" presetClass="path" presetSubtype="0" fill="hold" grpId="7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.034154 -0.001846 L 0.034002 -0.006991 E" pathEditMode="relative" rAng="0" ptsTypes="AA">
                                      <p:cBhvr>
                                        <p:cTn id="2594" dur="12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2595" presetID="8" presetClass="emph" presetSubtype="0" fill="hold" grpId="8" nodeType="withEffect">
                                  <p:stCondLst>
                                    <p:cond delay="600"/>
                                  </p:stCondLst>
                                  <p:childTnLst>
                                    <p:animRot by="-97920">
                                      <p:cBhvr>
                                        <p:cTn id="2596" dur="12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2597" presetID="0" presetClass="path" presetSubtype="0" fill="hold" grpId="7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.025413 -0.000684 L 0.026009 -0.005658 E" pathEditMode="relative" rAng="0" ptsTypes="AA">
                                      <p:cBhvr>
                                        <p:cTn id="2598" dur="12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2599" presetID="8" presetClass="emph" presetSubtype="0" fill="hold" grpId="8" nodeType="withEffect">
                                  <p:stCondLst>
                                    <p:cond delay="600"/>
                                  </p:stCondLst>
                                  <p:childTnLst>
                                    <p:animRot by="-131220">
                                      <p:cBhvr>
                                        <p:cTn id="2600" dur="12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2601" presetID="0" presetClass="path" presetSubtype="0" fill="hold" grpId="7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.020519 -0.002061 L 0.021424 -0.006854 E" pathEditMode="relative" rAng="0" ptsTypes="AA">
                                      <p:cBhvr>
                                        <p:cTn id="2602" dur="12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2603" presetID="8" presetClass="emph" presetSubtype="0" fill="hold" grpId="8" nodeType="withEffect">
                                  <p:stCondLst>
                                    <p:cond delay="600"/>
                                  </p:stCondLst>
                                  <p:childTnLst>
                                    <p:animRot by="-131220">
                                      <p:cBhvr>
                                        <p:cTn id="2604" dur="12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2605" presetID="0" presetClass="path" presetSubtype="0" fill="hold" grpId="7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.041006 -7.5e-05 L 0.057282 -0.005922 E" pathEditMode="relative" rAng="0" ptsTypes="AA">
                                      <p:cBhvr>
                                        <p:cTn id="2606" dur="12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2607" presetID="8" presetClass="emph" presetSubtype="0" fill="hold" grpId="8" nodeType="withEffect">
                                  <p:stCondLst>
                                    <p:cond delay="600"/>
                                  </p:stCondLst>
                                  <p:childTnLst>
                                    <p:animRot by="-1381380">
                                      <p:cBhvr>
                                        <p:cTn id="2608" dur="12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2609" presetID="0" presetClass="path" presetSubtype="0" fill="hold" grpId="7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.039438 -0.000167 L 0.072778 -0.010462 E" pathEditMode="relative" rAng="0" ptsTypes="AA">
                                      <p:cBhvr>
                                        <p:cTn id="2610" dur="12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2611" presetID="8" presetClass="emph" presetSubtype="0" fill="hold" grpId="8" nodeType="withEffect">
                                  <p:stCondLst>
                                    <p:cond delay="600"/>
                                  </p:stCondLst>
                                  <p:childTnLst>
                                    <p:animRot by="-1308300">
                                      <p:cBhvr>
                                        <p:cTn id="2612" dur="12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2613" presetID="0" presetClass="path" presetSubtype="0" fill="hold" grpId="7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.039481 -0.001543 L 0.081058 -0.017317 E" pathEditMode="relative" rAng="0" ptsTypes="AA">
                                      <p:cBhvr>
                                        <p:cTn id="2614" dur="12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2615" presetID="8" presetClass="emph" presetSubtype="0" fill="hold" grpId="8" nodeType="withEffect">
                                  <p:stCondLst>
                                    <p:cond delay="600"/>
                                  </p:stCondLst>
                                  <p:childTnLst>
                                    <p:animRot by="-1275000">
                                      <p:cBhvr>
                                        <p:cTn id="2616" dur="12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2617" presetID="0" presetClass="path" presetSubtype="0" fill="hold" grpId="7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.04465 4.5e-05 L 0.056496 -0.00437 E" pathEditMode="relative" rAng="0" ptsTypes="AA">
                                      <p:cBhvr>
                                        <p:cTn id="2618" dur="12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2619" presetID="8" presetClass="emph" presetSubtype="0" fill="hold" grpId="8" nodeType="withEffect">
                                  <p:stCondLst>
                                    <p:cond delay="600"/>
                                  </p:stCondLst>
                                  <p:childTnLst>
                                    <p:animRot by="-1006080">
                                      <p:cBhvr>
                                        <p:cTn id="2620" dur="12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2621" presetID="0" presetClass="path" presetSubtype="0" fill="hold" grpId="7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.047202 -0.000697 L 0.071777 -0.0119 E" pathEditMode="relative" rAng="0" ptsTypes="AA">
                                      <p:cBhvr>
                                        <p:cTn id="2622" dur="12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2623" presetID="8" presetClass="emph" presetSubtype="0" fill="hold" grpId="8" nodeType="withEffect">
                                  <p:stCondLst>
                                    <p:cond delay="600"/>
                                  </p:stCondLst>
                                  <p:childTnLst>
                                    <p:animRot by="-1604160">
                                      <p:cBhvr>
                                        <p:cTn id="2624" dur="12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2625" presetID="0" presetClass="path" presetSubtype="0" fill="hold" grpId="7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.04465 4.5e-05 L 0.047094 -0.00464 E" pathEditMode="relative" rAng="0" ptsTypes="AA">
                                      <p:cBhvr>
                                        <p:cTn id="2626" dur="12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2627" presetID="8" presetClass="emph" presetSubtype="0" fill="hold" grpId="8" nodeType="withEffect">
                                  <p:stCondLst>
                                    <p:cond delay="600"/>
                                  </p:stCondLst>
                                  <p:childTnLst>
                                    <p:animRot by="757320">
                                      <p:cBhvr>
                                        <p:cTn id="2628" dur="12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2629" presetID="0" presetClass="path" presetSubtype="0" fill="hold" grpId="7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.048581 -0.001295 L 0.041741 -0.005902 E" pathEditMode="relative" rAng="0" ptsTypes="AA">
                                      <p:cBhvr>
                                        <p:cTn id="2630" dur="12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2631" presetID="8" presetClass="emph" presetSubtype="0" fill="hold" grpId="8" nodeType="withEffect">
                                  <p:stCondLst>
                                    <p:cond delay="600"/>
                                  </p:stCondLst>
                                  <p:childTnLst>
                                    <p:animRot by="1043400">
                                      <p:cBhvr>
                                        <p:cTn id="2632" dur="12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2633" presetID="0" presetClass="path" presetSubtype="0" fill="hold" grpId="7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.055923 -0.002904 L 0.041641 -0.006049 E" pathEditMode="relative" rAng="0" ptsTypes="AA">
                                      <p:cBhvr>
                                        <p:cTn id="2634" dur="12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2635" presetID="8" presetClass="emph" presetSubtype="0" fill="hold" grpId="8" nodeType="withEffect">
                                  <p:stCondLst>
                                    <p:cond delay="600"/>
                                  </p:stCondLst>
                                  <p:childTnLst>
                                    <p:animRot by="747840">
                                      <p:cBhvr>
                                        <p:cTn id="2636" dur="12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2637" presetID="0" presetClass="path" presetSubtype="0" fill="hold" grpId="7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.051353 -0.002357 L 0.041239 -0.006045 E" pathEditMode="relative" rAng="0" ptsTypes="AA">
                                      <p:cBhvr>
                                        <p:cTn id="2638" dur="12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2639" presetID="8" presetClass="emph" presetSubtype="0" fill="hold" grpId="8" nodeType="withEffect">
                                  <p:stCondLst>
                                    <p:cond delay="600"/>
                                  </p:stCondLst>
                                  <p:childTnLst>
                                    <p:animRot by="747840">
                                      <p:cBhvr>
                                        <p:cTn id="2640" dur="12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2641" presetID="0" presetClass="path" presetSubtype="0" fill="hold" grpId="12" nodeType="withEffect">
                                  <p:stCondLst>
                                    <p:cond delay="720"/>
                                  </p:stCondLst>
                                  <p:childTnLst>
                                    <p:animMotion origin="layout" path="M 0.051126 -0.003455 L 0.060565 -0.009045 E" pathEditMode="relative" rAng="0" ptsTypes="AA">
                                      <p:cBhvr>
                                        <p:cTn id="2642" dur="12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2643" presetID="8" presetClass="emph" presetSubtype="0" fill="hold" grpId="13" nodeType="withEffect">
                                  <p:stCondLst>
                                    <p:cond delay="720"/>
                                  </p:stCondLst>
                                  <p:childTnLst>
                                    <p:animRot by="-78660">
                                      <p:cBhvr>
                                        <p:cTn id="2644" dur="12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2645" presetID="0" presetClass="path" presetSubtype="0" fill="hold" grpId="12" nodeType="withEffect">
                                  <p:stCondLst>
                                    <p:cond delay="720"/>
                                  </p:stCondLst>
                                  <p:childTnLst>
                                    <p:animMotion origin="layout" path="M 0.053002 -0.00342 L 0.061288 -0.00904 E" pathEditMode="relative" rAng="0" ptsTypes="AA">
                                      <p:cBhvr>
                                        <p:cTn id="2646" dur="12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2647" presetID="8" presetClass="emph" presetSubtype="0" fill="hold" grpId="13" nodeType="withEffect">
                                  <p:stCondLst>
                                    <p:cond delay="720"/>
                                  </p:stCondLst>
                                  <p:childTnLst>
                                    <p:animRot by="-78660">
                                      <p:cBhvr>
                                        <p:cTn id="2648" dur="12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2649" presetID="0" presetClass="path" presetSubtype="0" fill="hold" grpId="12" nodeType="withEffect">
                                  <p:stCondLst>
                                    <p:cond delay="720"/>
                                  </p:stCondLst>
                                  <p:childTnLst>
                                    <p:animMotion origin="layout" path="M 0.050428 -0.003468 L 0.060297 -0.009047 E" pathEditMode="relative" rAng="0" ptsTypes="AA">
                                      <p:cBhvr>
                                        <p:cTn id="2650" dur="12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2651" presetID="8" presetClass="emph" presetSubtype="0" fill="hold" grpId="13" nodeType="withEffect">
                                  <p:stCondLst>
                                    <p:cond delay="720"/>
                                  </p:stCondLst>
                                  <p:childTnLst>
                                    <p:animRot by="-78660">
                                      <p:cBhvr>
                                        <p:cTn id="2652" dur="12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2653" presetID="0" presetClass="path" presetSubtype="0" fill="hold" grpId="12" nodeType="withEffect">
                                  <p:stCondLst>
                                    <p:cond delay="720"/>
                                  </p:stCondLst>
                                  <p:childTnLst>
                                    <p:animMotion origin="layout" path="M 0.053212 -0.003386 L 0.061368 -0.009035 E" pathEditMode="relative" rAng="0" ptsTypes="AA">
                                      <p:cBhvr>
                                        <p:cTn id="2654" dur="12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2655" presetID="8" presetClass="emph" presetSubtype="0" fill="hold" grpId="13" nodeType="withEffect">
                                  <p:stCondLst>
                                    <p:cond delay="720"/>
                                  </p:stCondLst>
                                  <p:childTnLst>
                                    <p:animRot by="132360">
                                      <p:cBhvr>
                                        <p:cTn id="2656" dur="12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2657" presetID="0" presetClass="path" presetSubtype="0" fill="hold" grpId="12" nodeType="withEffect">
                                  <p:stCondLst>
                                    <p:cond delay="720"/>
                                  </p:stCondLst>
                                  <p:childTnLst>
                                    <p:animMotion origin="layout" path="M 0.053261 -0.003386 L 0.062005 -0.009022 E" pathEditMode="relative" rAng="0" ptsTypes="AA">
                                      <p:cBhvr>
                                        <p:cTn id="2658" dur="12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2659" presetID="8" presetClass="emph" presetSubtype="0" fill="hold" grpId="13" nodeType="withEffect">
                                  <p:stCondLst>
                                    <p:cond delay="720"/>
                                  </p:stCondLst>
                                  <p:childTnLst>
                                    <p:animRot by="132360">
                                      <p:cBhvr>
                                        <p:cTn id="2660" dur="12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2661" presetID="0" presetClass="path" presetSubtype="0" fill="hold" grpId="12" nodeType="withEffect">
                                  <p:stCondLst>
                                    <p:cond delay="720"/>
                                  </p:stCondLst>
                                  <p:childTnLst>
                                    <p:animMotion origin="layout" path="M 0.053219 -0.003367 L 0.061461 -0.008785 E" pathEditMode="relative" rAng="0" ptsTypes="AA">
                                      <p:cBhvr>
                                        <p:cTn id="2662" dur="12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2663" presetID="8" presetClass="emph" presetSubtype="0" fill="hold" grpId="13" nodeType="withEffect">
                                  <p:stCondLst>
                                    <p:cond delay="720"/>
                                  </p:stCondLst>
                                  <p:childTnLst>
                                    <p:animRot by="132360">
                                      <p:cBhvr>
                                        <p:cTn id="2664" dur="12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2665" presetID="0" presetClass="path" presetSubtype="0" fill="hold" grpId="9" nodeType="withEffect">
                                  <p:stCondLst>
                                    <p:cond delay="720"/>
                                  </p:stCondLst>
                                  <p:childTnLst>
                                    <p:animMotion origin="layout" path="M 0.052118 -0.013994 L 0.061176 -0.023052 E" pathEditMode="relative" rAng="0" ptsTypes="AA">
                                      <p:cBhvr>
                                        <p:cTn id="2666" dur="12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2667" presetID="8" presetClass="emph" presetSubtype="0" fill="hold" grpId="10" nodeType="withEffect">
                                  <p:stCondLst>
                                    <p:cond delay="720"/>
                                  </p:stCondLst>
                                  <p:childTnLst>
                                    <p:animRot by="398160">
                                      <p:cBhvr>
                                        <p:cTn id="2668" dur="12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2669" presetID="0" presetClass="path" presetSubtype="0" fill="hold" grpId="11" nodeType="withEffect">
                                  <p:stCondLst>
                                    <p:cond delay="720"/>
                                  </p:stCondLst>
                                  <p:childTnLst>
                                    <p:animMotion origin="layout" path="M 0.051126 0 L 0.060565 0 E" pathEditMode="relative" rAng="0" ptsTypes="AA">
                                      <p:cBhvr>
                                        <p:cTn id="2670" dur="12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2671" presetID="6" presetClass="emph" presetSubtype="0" fill="hold" grpId="12" nodeType="withEffect">
                                  <p:stCondLst>
                                    <p:cond delay="720"/>
                                  </p:stCondLst>
                                  <p:childTnLst>
                                    <p:animScale>
                                      <p:cBhvr>
                                        <p:cTn id="2672" dur="120" fill="hold"/>
                                        <p:tgtEl>
                                          <p:spTgt spid="39"/>
                                        </p:tgtEl>
                                      </p:cBhvr>
                                      <p:by x="94200" y="94200"/>
                                    </p:animScale>
                                  </p:childTnLst>
                                </p:cTn>
                              </p:par>
                              <p:par>
                                <p:cTn id="2673" presetID="0" presetClass="path" presetSubtype="0" fill="hold" grpId="9" nodeType="withEffect">
                                  <p:stCondLst>
                                    <p:cond delay="720"/>
                                  </p:stCondLst>
                                  <p:childTnLst>
                                    <p:animMotion origin="layout" path="M 0.045054 -0.004467 L 0.051846 -0.012035 E" pathEditMode="relative" rAng="0" ptsTypes="AA">
                                      <p:cBhvr>
                                        <p:cTn id="2674" dur="12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2675" presetID="8" presetClass="emph" presetSubtype="0" fill="hold" grpId="10" nodeType="withEffect">
                                  <p:stCondLst>
                                    <p:cond delay="720"/>
                                  </p:stCondLst>
                                  <p:childTnLst>
                                    <p:animRot by="600540">
                                      <p:cBhvr>
                                        <p:cTn id="2676" dur="12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2677" presetID="0" presetClass="path" presetSubtype="0" fill="hold" grpId="9" nodeType="withEffect">
                                  <p:stCondLst>
                                    <p:cond delay="720"/>
                                  </p:stCondLst>
                                  <p:childTnLst>
                                    <p:animMotion origin="layout" path="M 0.034002 -0.006991 L 0.032939 -0.019666 E" pathEditMode="relative" rAng="0" ptsTypes="AA">
                                      <p:cBhvr>
                                        <p:cTn id="2678" dur="12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2679" presetID="8" presetClass="emph" presetSubtype="0" fill="hold" grpId="10" nodeType="withEffect">
                                  <p:stCondLst>
                                    <p:cond delay="720"/>
                                  </p:stCondLst>
                                  <p:childTnLst>
                                    <p:animRot by="716520">
                                      <p:cBhvr>
                                        <p:cTn id="2680" dur="12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2681" presetID="0" presetClass="path" presetSubtype="0" fill="hold" grpId="9" nodeType="withEffect">
                                  <p:stCondLst>
                                    <p:cond delay="720"/>
                                  </p:stCondLst>
                                  <p:childTnLst>
                                    <p:animMotion origin="layout" path="M 0.026009 -0.005658 L 0.020473 -0.020573 E" pathEditMode="relative" rAng="0" ptsTypes="AA">
                                      <p:cBhvr>
                                        <p:cTn id="2682" dur="12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2683" presetID="8" presetClass="emph" presetSubtype="0" fill="hold" grpId="10" nodeType="withEffect">
                                  <p:stCondLst>
                                    <p:cond delay="720"/>
                                  </p:stCondLst>
                                  <p:childTnLst>
                                    <p:animRot by="385080">
                                      <p:cBhvr>
                                        <p:cTn id="2684" dur="12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2685" presetID="0" presetClass="path" presetSubtype="0" fill="hold" grpId="9" nodeType="withEffect">
                                  <p:stCondLst>
                                    <p:cond delay="720"/>
                                  </p:stCondLst>
                                  <p:childTnLst>
                                    <p:animMotion origin="layout" path="M 0.021424 -0.006854 L 0.015001 -0.022333 E" pathEditMode="relative" rAng="0" ptsTypes="AA">
                                      <p:cBhvr>
                                        <p:cTn id="2686" dur="12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2687" presetID="8" presetClass="emph" presetSubtype="0" fill="hold" grpId="10" nodeType="withEffect">
                                  <p:stCondLst>
                                    <p:cond delay="720"/>
                                  </p:stCondLst>
                                  <p:childTnLst>
                                    <p:animRot by="385080">
                                      <p:cBhvr>
                                        <p:cTn id="2688" dur="12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2689" presetID="0" presetClass="path" presetSubtype="0" fill="hold" grpId="9" nodeType="withEffect">
                                  <p:stCondLst>
                                    <p:cond delay="720"/>
                                  </p:stCondLst>
                                  <p:childTnLst>
                                    <p:animMotion origin="layout" path="M 0.057282 -0.005922 L 0.071148 -0.014701 E" pathEditMode="relative" rAng="0" ptsTypes="AA">
                                      <p:cBhvr>
                                        <p:cTn id="2690" dur="12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2691" presetID="8" presetClass="emph" presetSubtype="0" fill="hold" grpId="10" nodeType="withEffect">
                                  <p:stCondLst>
                                    <p:cond delay="720"/>
                                  </p:stCondLst>
                                  <p:childTnLst>
                                    <p:animRot by="-663660">
                                      <p:cBhvr>
                                        <p:cTn id="2692" dur="12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2693" presetID="0" presetClass="path" presetSubtype="0" fill="hold" grpId="9" nodeType="withEffect">
                                  <p:stCondLst>
                                    <p:cond delay="720"/>
                                  </p:stCondLst>
                                  <p:childTnLst>
                                    <p:animMotion origin="layout" path="M 0.072778 -0.010462 L 0.08804 -0.021399 E" pathEditMode="relative" rAng="0" ptsTypes="AA">
                                      <p:cBhvr>
                                        <p:cTn id="2694" dur="12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2695" presetID="8" presetClass="emph" presetSubtype="0" fill="hold" grpId="10" nodeType="withEffect">
                                  <p:stCondLst>
                                    <p:cond delay="720"/>
                                  </p:stCondLst>
                                  <p:childTnLst>
                                    <p:animRot by="535920">
                                      <p:cBhvr>
                                        <p:cTn id="2696" dur="12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2697" presetID="0" presetClass="path" presetSubtype="0" fill="hold" grpId="9" nodeType="withEffect">
                                  <p:stCondLst>
                                    <p:cond delay="720"/>
                                  </p:stCondLst>
                                  <p:childTnLst>
                                    <p:animMotion origin="layout" path="M 0.081058 -0.017317 L 0.092837 -0.024497 E" pathEditMode="relative" rAng="0" ptsTypes="AA">
                                      <p:cBhvr>
                                        <p:cTn id="2698" dur="12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2699" presetID="8" presetClass="emph" presetSubtype="0" fill="hold" grpId="10" nodeType="withEffect">
                                  <p:stCondLst>
                                    <p:cond delay="720"/>
                                  </p:stCondLst>
                                  <p:childTnLst>
                                    <p:animRot by="867360">
                                      <p:cBhvr>
                                        <p:cTn id="2700" dur="12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2701" presetID="0" presetClass="path" presetSubtype="0" fill="hold" grpId="9" nodeType="withEffect">
                                  <p:stCondLst>
                                    <p:cond delay="720"/>
                                  </p:stCondLst>
                                  <p:childTnLst>
                                    <p:animMotion origin="layout" path="M 0.056496 -0.00437 L 0.069118 -0.012426 E" pathEditMode="relative" rAng="0" ptsTypes="AA">
                                      <p:cBhvr>
                                        <p:cTn id="2702" dur="12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2703" presetID="8" presetClass="emph" presetSubtype="0" fill="hold" grpId="10" nodeType="withEffect">
                                  <p:stCondLst>
                                    <p:cond delay="720"/>
                                  </p:stCondLst>
                                  <p:childTnLst>
                                    <p:animRot by="-746100">
                                      <p:cBhvr>
                                        <p:cTn id="2704" dur="12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2705" presetID="0" presetClass="path" presetSubtype="0" fill="hold" grpId="9" nodeType="withEffect">
                                  <p:stCondLst>
                                    <p:cond delay="720"/>
                                  </p:stCondLst>
                                  <p:childTnLst>
                                    <p:animMotion origin="layout" path="M 0.071777 -0.0119 L 0.092745 -0.031856 E" pathEditMode="relative" rAng="0" ptsTypes="AA">
                                      <p:cBhvr>
                                        <p:cTn id="2706" dur="12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2707" presetID="8" presetClass="emph" presetSubtype="0" fill="hold" grpId="10" nodeType="withEffect">
                                  <p:stCondLst>
                                    <p:cond delay="720"/>
                                  </p:stCondLst>
                                  <p:childTnLst>
                                    <p:animRot by="-1401840">
                                      <p:cBhvr>
                                        <p:cTn id="2708" dur="12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2709" presetID="0" presetClass="path" presetSubtype="0" fill="hold" grpId="9" nodeType="withEffect">
                                  <p:stCondLst>
                                    <p:cond delay="720"/>
                                  </p:stCondLst>
                                  <p:childTnLst>
                                    <p:animMotion origin="layout" path="M 0.047094 -0.00464 L 0.054188 -0.011301 E" pathEditMode="relative" rAng="0" ptsTypes="AA">
                                      <p:cBhvr>
                                        <p:cTn id="2710" dur="12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2711" presetID="8" presetClass="emph" presetSubtype="0" fill="hold" grpId="10" nodeType="withEffect">
                                  <p:stCondLst>
                                    <p:cond delay="720"/>
                                  </p:stCondLst>
                                  <p:childTnLst>
                                    <p:animRot by="343620">
                                      <p:cBhvr>
                                        <p:cTn id="2712" dur="12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2713" presetID="0" presetClass="path" presetSubtype="0" fill="hold" grpId="9" nodeType="withEffect">
                                  <p:stCondLst>
                                    <p:cond delay="720"/>
                                  </p:stCondLst>
                                  <p:childTnLst>
                                    <p:animMotion origin="layout" path="M 0.041741 -0.005902 L 0.045309 -0.013829 E" pathEditMode="relative" rAng="0" ptsTypes="AA">
                                      <p:cBhvr>
                                        <p:cTn id="2714" dur="12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2715" presetID="8" presetClass="emph" presetSubtype="0" fill="hold" grpId="10" nodeType="withEffect">
                                  <p:stCondLst>
                                    <p:cond delay="720"/>
                                  </p:stCondLst>
                                  <p:childTnLst>
                                    <p:animRot by="343620">
                                      <p:cBhvr>
                                        <p:cTn id="2716" dur="12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2717" presetID="0" presetClass="path" presetSubtype="0" fill="hold" grpId="9" nodeType="withEffect">
                                  <p:stCondLst>
                                    <p:cond delay="720"/>
                                  </p:stCondLst>
                                  <p:childTnLst>
                                    <p:animMotion origin="layout" path="M 0.041641 -0.006049 L 0.043027 -0.014527 E" pathEditMode="relative" rAng="0" ptsTypes="AA">
                                      <p:cBhvr>
                                        <p:cTn id="2718" dur="12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2719" presetID="8" presetClass="emph" presetSubtype="0" fill="hold" grpId="10" nodeType="withEffect">
                                  <p:stCondLst>
                                    <p:cond delay="720"/>
                                  </p:stCondLst>
                                  <p:childTnLst>
                                    <p:animRot by="89580">
                                      <p:cBhvr>
                                        <p:cTn id="2720" dur="12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2721" presetID="0" presetClass="path" presetSubtype="0" fill="hold" grpId="9" nodeType="withEffect">
                                  <p:stCondLst>
                                    <p:cond delay="720"/>
                                  </p:stCondLst>
                                  <p:childTnLst>
                                    <p:animMotion origin="layout" path="M 0.041239 -0.006045 L 0.04313 -0.014527 E" pathEditMode="relative" rAng="0" ptsTypes="AA">
                                      <p:cBhvr>
                                        <p:cTn id="2722" dur="12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2723" presetID="8" presetClass="emph" presetSubtype="0" fill="hold" grpId="10" nodeType="withEffect">
                                  <p:stCondLst>
                                    <p:cond delay="720"/>
                                  </p:stCondLst>
                                  <p:childTnLst>
                                    <p:animRot by="89580">
                                      <p:cBhvr>
                                        <p:cTn id="2724" dur="12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2725" presetID="0" presetClass="path" presetSubtype="0" fill="hold" grpId="14" nodeType="withEffect">
                                  <p:stCondLst>
                                    <p:cond delay="840"/>
                                  </p:stCondLst>
                                  <p:childTnLst>
                                    <p:animMotion origin="layout" path="M 0.060565 -0.009045 L 0.071435 -0.009045 E" pathEditMode="relative" rAng="0" ptsTypes="AA">
                                      <p:cBhvr>
                                        <p:cTn id="2726" dur="12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2727" presetID="8" presetClass="emph" presetSubtype="0" fill="hold" grpId="15" nodeType="withEffect">
                                  <p:stCondLst>
                                    <p:cond delay="840"/>
                                  </p:stCondLst>
                                  <p:childTnLst>
                                    <p:animRot by="-47760">
                                      <p:cBhvr>
                                        <p:cTn id="2728" dur="12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2729" presetID="0" presetClass="path" presetSubtype="0" fill="hold" grpId="14" nodeType="withEffect">
                                  <p:stCondLst>
                                    <p:cond delay="840"/>
                                  </p:stCondLst>
                                  <p:childTnLst>
                                    <p:animMotion origin="layout" path="M 0.061288 -0.00904 L 0.071456 -0.009045 E" pathEditMode="relative" rAng="0" ptsTypes="AA">
                                      <p:cBhvr>
                                        <p:cTn id="2730" dur="12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2731" presetID="8" presetClass="emph" presetSubtype="0" fill="hold" grpId="15" nodeType="withEffect">
                                  <p:stCondLst>
                                    <p:cond delay="840"/>
                                  </p:stCondLst>
                                  <p:childTnLst>
                                    <p:animRot by="-47760">
                                      <p:cBhvr>
                                        <p:cTn id="2732" dur="12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2733" presetID="0" presetClass="path" presetSubtype="0" fill="hold" grpId="14" nodeType="withEffect">
                                  <p:stCondLst>
                                    <p:cond delay="840"/>
                                  </p:stCondLst>
                                  <p:childTnLst>
                                    <p:animMotion origin="layout" path="M 0.060297 -0.009047 L 0.071427 -0.009045 E" pathEditMode="relative" rAng="0" ptsTypes="AA">
                                      <p:cBhvr>
                                        <p:cTn id="2734" dur="12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2735" presetID="8" presetClass="emph" presetSubtype="0" fill="hold" grpId="15" nodeType="withEffect">
                                  <p:stCondLst>
                                    <p:cond delay="840"/>
                                  </p:stCondLst>
                                  <p:childTnLst>
                                    <p:animRot by="-47760">
                                      <p:cBhvr>
                                        <p:cTn id="2736" dur="12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2737" presetID="0" presetClass="path" presetSubtype="0" fill="hold" grpId="14" nodeType="withEffect">
                                  <p:stCondLst>
                                    <p:cond delay="840"/>
                                  </p:stCondLst>
                                  <p:childTnLst>
                                    <p:animMotion origin="layout" path="M 0.061368 -0.009035 L 0.071458 -0.009045 E" pathEditMode="relative" rAng="0" ptsTypes="AA">
                                      <p:cBhvr>
                                        <p:cTn id="2738" dur="12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2739" presetID="8" presetClass="emph" presetSubtype="0" fill="hold" grpId="15" nodeType="withEffect">
                                  <p:stCondLst>
                                    <p:cond delay="840"/>
                                  </p:stCondLst>
                                  <p:childTnLst>
                                    <p:animRot by="-21540">
                                      <p:cBhvr>
                                        <p:cTn id="2740" dur="12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2741" presetID="0" presetClass="path" presetSubtype="0" fill="hold" grpId="14" nodeType="withEffect">
                                  <p:stCondLst>
                                    <p:cond delay="840"/>
                                  </p:stCondLst>
                                  <p:childTnLst>
                                    <p:animMotion origin="layout" path="M 0.062005 -0.009022 L 0.071999 -0.009035 E" pathEditMode="relative" rAng="0" ptsTypes="AA">
                                      <p:cBhvr>
                                        <p:cTn id="2742" dur="12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2743" presetID="8" presetClass="emph" presetSubtype="0" fill="hold" grpId="15" nodeType="withEffect">
                                  <p:stCondLst>
                                    <p:cond delay="840"/>
                                  </p:stCondLst>
                                  <p:childTnLst>
                                    <p:animRot by="-21540">
                                      <p:cBhvr>
                                        <p:cTn id="2744" dur="12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2745" presetID="0" presetClass="path" presetSubtype="0" fill="hold" grpId="14" nodeType="withEffect">
                                  <p:stCondLst>
                                    <p:cond delay="840"/>
                                  </p:stCondLst>
                                  <p:childTnLst>
                                    <p:animMotion origin="layout" path="M 0.061461 -0.008785 L 0.071537 -0.008833 E" pathEditMode="relative" rAng="0" ptsTypes="AA">
                                      <p:cBhvr>
                                        <p:cTn id="2746" dur="12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2747" presetID="8" presetClass="emph" presetSubtype="0" fill="hold" grpId="15" nodeType="withEffect">
                                  <p:stCondLst>
                                    <p:cond delay="840"/>
                                  </p:stCondLst>
                                  <p:childTnLst>
                                    <p:animRot by="-21540">
                                      <p:cBhvr>
                                        <p:cTn id="2748" dur="12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2749" presetID="0" presetClass="path" presetSubtype="0" fill="hold" grpId="11" nodeType="withEffect">
                                  <p:stCondLst>
                                    <p:cond delay="840"/>
                                  </p:stCondLst>
                                  <p:childTnLst>
                                    <p:animMotion origin="layout" path="M 0.061176 -0.023052 L 0.071098 -0.015298 E" pathEditMode="relative" rAng="0" ptsTypes="AA">
                                      <p:cBhvr>
                                        <p:cTn id="2750" dur="12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2751" presetID="8" presetClass="emph" presetSubtype="0" fill="hold" grpId="12" nodeType="withEffect">
                                  <p:stCondLst>
                                    <p:cond delay="840"/>
                                  </p:stCondLst>
                                  <p:childTnLst>
                                    <p:animRot by="-809220">
                                      <p:cBhvr>
                                        <p:cTn id="2752" dur="12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2753" presetID="0" presetClass="path" presetSubtype="0" fill="hold" grpId="13" nodeType="withEffect">
                                  <p:stCondLst>
                                    <p:cond delay="840"/>
                                  </p:stCondLst>
                                  <p:childTnLst>
                                    <p:animMotion origin="layout" path="M 0.060565 0 L 0.071435 0 E" pathEditMode="relative" rAng="0" ptsTypes="AA">
                                      <p:cBhvr>
                                        <p:cTn id="2754" dur="12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2755" presetID="0" presetClass="path" presetSubtype="0" fill="hold" grpId="11" nodeType="withEffect">
                                  <p:stCondLst>
                                    <p:cond delay="840"/>
                                  </p:stCondLst>
                                  <p:childTnLst>
                                    <p:animMotion origin="layout" path="M 0.051846 -0.012035 L 0.061359 -0.013631 E" pathEditMode="relative" rAng="0" ptsTypes="AA">
                                      <p:cBhvr>
                                        <p:cTn id="2756" dur="12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2757" presetID="8" presetClass="emph" presetSubtype="0" fill="hold" grpId="12" nodeType="withEffect">
                                  <p:stCondLst>
                                    <p:cond delay="840"/>
                                  </p:stCondLst>
                                  <p:childTnLst>
                                    <p:animRot by="339120">
                                      <p:cBhvr>
                                        <p:cTn id="2758" dur="12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2759" presetID="0" presetClass="path" presetSubtype="0" fill="hold" grpId="11" nodeType="withEffect">
                                  <p:stCondLst>
                                    <p:cond delay="840"/>
                                  </p:stCondLst>
                                  <p:childTnLst>
                                    <p:animMotion origin="layout" path="M 0.032939 -0.019666 L 0.038612 -0.024918 E" pathEditMode="relative" rAng="0" ptsTypes="AA">
                                      <p:cBhvr>
                                        <p:cTn id="2760" dur="12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2761" presetID="8" presetClass="emph" presetSubtype="0" fill="hold" grpId="12" nodeType="withEffect">
                                  <p:stCondLst>
                                    <p:cond delay="840"/>
                                  </p:stCondLst>
                                  <p:childTnLst>
                                    <p:animRot by="339120">
                                      <p:cBhvr>
                                        <p:cTn id="2762" dur="12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2763" presetID="0" presetClass="path" presetSubtype="0" fill="hold" grpId="11" nodeType="withEffect">
                                  <p:stCondLst>
                                    <p:cond delay="840"/>
                                  </p:stCondLst>
                                  <p:childTnLst>
                                    <p:animMotion origin="layout" path="M 0.020473 -0.020573 L 0.024689 -0.027517 E" pathEditMode="relative" rAng="0" ptsTypes="AA">
                                      <p:cBhvr>
                                        <p:cTn id="2764" dur="12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2765" presetID="8" presetClass="emph" presetSubtype="0" fill="hold" grpId="12" nodeType="withEffect">
                                  <p:stCondLst>
                                    <p:cond delay="840"/>
                                  </p:stCondLst>
                                  <p:childTnLst>
                                    <p:animRot by="-163920">
                                      <p:cBhvr>
                                        <p:cTn id="2766" dur="12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2767" presetID="0" presetClass="path" presetSubtype="0" fill="hold" grpId="11" nodeType="withEffect">
                                  <p:stCondLst>
                                    <p:cond delay="840"/>
                                  </p:stCondLst>
                                  <p:childTnLst>
                                    <p:animMotion origin="layout" path="M 0.015001 -0.022333 L 0.019587 -0.029025 E" pathEditMode="relative" rAng="0" ptsTypes="AA">
                                      <p:cBhvr>
                                        <p:cTn id="2768" dur="12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2769" presetID="8" presetClass="emph" presetSubtype="0" fill="hold" grpId="12" nodeType="withEffect">
                                  <p:stCondLst>
                                    <p:cond delay="840"/>
                                  </p:stCondLst>
                                  <p:childTnLst>
                                    <p:animRot by="-163920">
                                      <p:cBhvr>
                                        <p:cTn id="2770" dur="12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2771" presetID="0" presetClass="path" presetSubtype="0" fill="hold" grpId="11" nodeType="withEffect">
                                  <p:stCondLst>
                                    <p:cond delay="840"/>
                                  </p:stCondLst>
                                  <p:childTnLst>
                                    <p:animMotion origin="layout" path="M 0.071148 -0.014701 L 0.080716 -0.012921 E" pathEditMode="relative" rAng="0" ptsTypes="AA">
                                      <p:cBhvr>
                                        <p:cTn id="2772" dur="12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2773" presetID="8" presetClass="emph" presetSubtype="0" fill="hold" grpId="12" nodeType="withEffect">
                                  <p:stCondLst>
                                    <p:cond delay="840"/>
                                  </p:stCondLst>
                                  <p:childTnLst>
                                    <p:animRot by="339120">
                                      <p:cBhvr>
                                        <p:cTn id="2774" dur="12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2775" presetID="0" presetClass="path" presetSubtype="0" fill="hold" grpId="11" nodeType="withEffect">
                                  <p:stCondLst>
                                    <p:cond delay="840"/>
                                  </p:stCondLst>
                                  <p:childTnLst>
                                    <p:animMotion origin="layout" path="M 0.08804 -0.021399 L 0.088337 -0.017531 E" pathEditMode="relative" rAng="0" ptsTypes="AA">
                                      <p:cBhvr>
                                        <p:cTn id="2776" dur="12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2777" presetID="8" presetClass="emph" presetSubtype="0" fill="hold" grpId="12" nodeType="withEffect">
                                  <p:stCondLst>
                                    <p:cond delay="840"/>
                                  </p:stCondLst>
                                  <p:childTnLst>
                                    <p:animRot by="1261680">
                                      <p:cBhvr>
                                        <p:cTn id="2778" dur="12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2779" presetID="0" presetClass="path" presetSubtype="0" fill="hold" grpId="11" nodeType="withEffect">
                                  <p:stCondLst>
                                    <p:cond delay="840"/>
                                  </p:stCondLst>
                                  <p:childTnLst>
                                    <p:animMotion origin="layout" path="M 0.092837 -0.024497 L 0.084 -0.016877 E" pathEditMode="relative" rAng="0" ptsTypes="AA">
                                      <p:cBhvr>
                                        <p:cTn id="2780" dur="12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2781" presetID="8" presetClass="emph" presetSubtype="0" fill="hold" grpId="12" nodeType="withEffect">
                                  <p:stCondLst>
                                    <p:cond delay="840"/>
                                  </p:stCondLst>
                                  <p:childTnLst>
                                    <p:animRot by="1764660">
                                      <p:cBhvr>
                                        <p:cTn id="2782" dur="12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2783" presetID="0" presetClass="path" presetSubtype="0" fill="hold" grpId="11" nodeType="withEffect">
                                  <p:stCondLst>
                                    <p:cond delay="840"/>
                                  </p:stCondLst>
                                  <p:childTnLst>
                                    <p:animMotion origin="layout" path="M 0.069118 -0.012426 L 0.079629 -0.012431 E" pathEditMode="relative" rAng="0" ptsTypes="AA">
                                      <p:cBhvr>
                                        <p:cTn id="2784" dur="12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2785" presetID="0" presetClass="path" presetSubtype="0" fill="hold" grpId="11" nodeType="withEffect">
                                  <p:stCondLst>
                                    <p:cond delay="840"/>
                                  </p:stCondLst>
                                  <p:childTnLst>
                                    <p:animMotion origin="layout" path="M 0.092745 -0.031856 L 0.103647 -0.033261 E" pathEditMode="relative" rAng="0" ptsTypes="AA">
                                      <p:cBhvr>
                                        <p:cTn id="2786" dur="12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2787" presetID="8" presetClass="emph" presetSubtype="0" fill="hold" grpId="12" nodeType="withEffect">
                                  <p:stCondLst>
                                    <p:cond delay="840"/>
                                  </p:stCondLst>
                                  <p:childTnLst>
                                    <p:animRot by="-176820">
                                      <p:cBhvr>
                                        <p:cTn id="2788" dur="12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2789" presetID="0" presetClass="path" presetSubtype="0" fill="hold" grpId="11" nodeType="withEffect">
                                  <p:stCondLst>
                                    <p:cond delay="840"/>
                                  </p:stCondLst>
                                  <p:childTnLst>
                                    <p:animMotion origin="layout" path="M 0.054188 -0.011301 L 0.064698 -0.011306 E" pathEditMode="relative" rAng="0" ptsTypes="AA">
                                      <p:cBhvr>
                                        <p:cTn id="2790" dur="12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2791" presetID="0" presetClass="path" presetSubtype="0" fill="hold" grpId="11" nodeType="withEffect">
                                  <p:stCondLst>
                                    <p:cond delay="840"/>
                                  </p:stCondLst>
                                  <p:childTnLst>
                                    <p:animMotion origin="layout" path="M 0.045309 -0.013829 L 0.055819 -0.013834 E" pathEditMode="relative" rAng="0" ptsTypes="AA">
                                      <p:cBhvr>
                                        <p:cTn id="2792" dur="12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2793" presetID="0" presetClass="path" presetSubtype="0" fill="hold" grpId="11" nodeType="withEffect">
                                  <p:stCondLst>
                                    <p:cond delay="840"/>
                                  </p:stCondLst>
                                  <p:childTnLst>
                                    <p:animMotion origin="layout" path="M 0.043027 -0.014527 L 0.053735 -0.014687 E" pathEditMode="relative" rAng="0" ptsTypes="AA">
                                      <p:cBhvr>
                                        <p:cTn id="2794" dur="12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2795" presetID="8" presetClass="emph" presetSubtype="0" fill="hold" grpId="12" nodeType="withEffect">
                                  <p:stCondLst>
                                    <p:cond delay="840"/>
                                  </p:stCondLst>
                                  <p:childTnLst>
                                    <p:animRot by="-115500">
                                      <p:cBhvr>
                                        <p:cTn id="2796" dur="12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2797" presetID="0" presetClass="path" presetSubtype="0" fill="hold" grpId="11" nodeType="withEffect">
                                  <p:stCondLst>
                                    <p:cond delay="840"/>
                                  </p:stCondLst>
                                  <p:childTnLst>
                                    <p:animMotion origin="layout" path="M 0.04313 -0.014527 L 0.053188 -0.01468 E" pathEditMode="relative" rAng="0" ptsTypes="AA">
                                      <p:cBhvr>
                                        <p:cTn id="2798" dur="12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2799" presetID="8" presetClass="emph" presetSubtype="0" fill="hold" grpId="12" nodeType="withEffect">
                                  <p:stCondLst>
                                    <p:cond delay="840"/>
                                  </p:stCondLst>
                                  <p:childTnLst>
                                    <p:animRot by="-115500">
                                      <p:cBhvr>
                                        <p:cTn id="2800" dur="12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2801" presetID="0" presetClass="path" presetSubtype="0" fill="hold" grpId="16" nodeType="withEffect">
                                  <p:stCondLst>
                                    <p:cond delay="960"/>
                                  </p:stCondLst>
                                  <p:childTnLst>
                                    <p:animMotion origin="layout" path="M 0.071435 -0.009045 L 0.080874 -0.003455 E" pathEditMode="relative" rAng="0" ptsTypes="AA">
                                      <p:cBhvr>
                                        <p:cTn id="2802" dur="12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2803" presetID="8" presetClass="emph" presetSubtype="0" fill="hold" grpId="17" nodeType="withEffect">
                                  <p:stCondLst>
                                    <p:cond delay="960"/>
                                  </p:stCondLst>
                                  <p:childTnLst>
                                    <p:animRot by="-12300">
                                      <p:cBhvr>
                                        <p:cTn id="2804" dur="12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2805" presetID="0" presetClass="path" presetSubtype="0" fill="hold" grpId="16" nodeType="withEffect">
                                  <p:stCondLst>
                                    <p:cond delay="960"/>
                                  </p:stCondLst>
                                  <p:childTnLst>
                                    <p:animMotion origin="layout" path="M 0.071456 -0.009045 L 0.080714 -0.003455 E" pathEditMode="relative" rAng="0" ptsTypes="AA">
                                      <p:cBhvr>
                                        <p:cTn id="2806" dur="12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2807" presetID="8" presetClass="emph" presetSubtype="0" fill="hold" grpId="17" nodeType="withEffect">
                                  <p:stCondLst>
                                    <p:cond delay="960"/>
                                  </p:stCondLst>
                                  <p:childTnLst>
                                    <p:animRot by="-12300">
                                      <p:cBhvr>
                                        <p:cTn id="2808" dur="12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2809" presetID="0" presetClass="path" presetSubtype="0" fill="hold" grpId="16" nodeType="withEffect">
                                  <p:stCondLst>
                                    <p:cond delay="960"/>
                                  </p:stCondLst>
                                  <p:childTnLst>
                                    <p:animMotion origin="layout" path="M 0.071427 -0.009045 L 0.080933 -0.003455 E" pathEditMode="relative" rAng="0" ptsTypes="AA">
                                      <p:cBhvr>
                                        <p:cTn id="2810" dur="12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2811" presetID="8" presetClass="emph" presetSubtype="0" fill="hold" grpId="17" nodeType="withEffect">
                                  <p:stCondLst>
                                    <p:cond delay="960"/>
                                  </p:stCondLst>
                                  <p:childTnLst>
                                    <p:animRot by="-12300">
                                      <p:cBhvr>
                                        <p:cTn id="2812" dur="12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2813" presetID="0" presetClass="path" presetSubtype="0" fill="hold" grpId="16" nodeType="withEffect">
                                  <p:stCondLst>
                                    <p:cond delay="960"/>
                                  </p:stCondLst>
                                  <p:childTnLst>
                                    <p:animMotion origin="layout" path="M 0.071458 -0.009045 L 0.080697 -0.003454 E" pathEditMode="relative" rAng="0" ptsTypes="AA">
                                      <p:cBhvr>
                                        <p:cTn id="2814" dur="12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2815" presetID="8" presetClass="emph" presetSubtype="0" fill="hold" grpId="17" nodeType="withEffect">
                                  <p:stCondLst>
                                    <p:cond delay="960"/>
                                  </p:stCondLst>
                                  <p:childTnLst>
                                    <p:animRot by="-173220">
                                      <p:cBhvr>
                                        <p:cTn id="2816" dur="12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2817" presetID="0" presetClass="path" presetSubtype="0" fill="hold" grpId="16" nodeType="withEffect">
                                  <p:stCondLst>
                                    <p:cond delay="960"/>
                                  </p:stCondLst>
                                  <p:childTnLst>
                                    <p:animMotion origin="layout" path="M 0.071999 -0.009035 L 0.08047 -0.003453 E" pathEditMode="relative" rAng="0" ptsTypes="AA">
                                      <p:cBhvr>
                                        <p:cTn id="2818" dur="12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2819" presetID="8" presetClass="emph" presetSubtype="0" fill="hold" grpId="17" nodeType="withEffect">
                                  <p:stCondLst>
                                    <p:cond delay="960"/>
                                  </p:stCondLst>
                                  <p:childTnLst>
                                    <p:animRot by="-173220">
                                      <p:cBhvr>
                                        <p:cTn id="2820" dur="12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2821" presetID="0" presetClass="path" presetSubtype="0" fill="hold" grpId="16" nodeType="withEffect">
                                  <p:stCondLst>
                                    <p:cond delay="960"/>
                                  </p:stCondLst>
                                  <p:childTnLst>
                                    <p:animMotion origin="layout" path="M 0.071537 -0.008833 L 0.080661 -0.003543 E" pathEditMode="relative" rAng="0" ptsTypes="AA">
                                      <p:cBhvr>
                                        <p:cTn id="2822" dur="12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2823" presetID="8" presetClass="emph" presetSubtype="0" fill="hold" grpId="17" nodeType="withEffect">
                                  <p:stCondLst>
                                    <p:cond delay="960"/>
                                  </p:stCondLst>
                                  <p:childTnLst>
                                    <p:animRot by="-173220">
                                      <p:cBhvr>
                                        <p:cTn id="2824" dur="12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2825" presetID="0" presetClass="path" presetSubtype="0" fill="hold" grpId="13" nodeType="withEffect">
                                  <p:stCondLst>
                                    <p:cond delay="960"/>
                                  </p:stCondLst>
                                  <p:childTnLst>
                                    <p:animMotion origin="layout" path="M 0.071098 -0.015298 L 0.081055 -0.001262 E" pathEditMode="relative" rAng="0" ptsTypes="AA">
                                      <p:cBhvr>
                                        <p:cTn id="2826" dur="12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2827" presetID="8" presetClass="emph" presetSubtype="0" fill="hold" grpId="14" nodeType="withEffect">
                                  <p:stCondLst>
                                    <p:cond delay="960"/>
                                  </p:stCondLst>
                                  <p:childTnLst>
                                    <p:animRot by="-898260">
                                      <p:cBhvr>
                                        <p:cTn id="2828" dur="12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2829" presetID="0" presetClass="path" presetSubtype="0" fill="hold" grpId="14" nodeType="withEffect">
                                  <p:stCondLst>
                                    <p:cond delay="960"/>
                                  </p:stCondLst>
                                  <p:childTnLst>
                                    <p:animMotion origin="layout" path="M 0.071435 0 L 0.080874 0 E" pathEditMode="relative" rAng="0" ptsTypes="AA">
                                      <p:cBhvr>
                                        <p:cTn id="2830" dur="12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2831" presetID="6" presetClass="emph" presetSubtype="0" fill="hold" grpId="15" nodeType="withEffect">
                                  <p:stCondLst>
                                    <p:cond delay="960"/>
                                  </p:stCondLst>
                                  <p:childTnLst>
                                    <p:animScale>
                                      <p:cBhvr>
                                        <p:cTn id="2832" dur="120" fill="hold"/>
                                        <p:tgtEl>
                                          <p:spTgt spid="39"/>
                                        </p:tgtEl>
                                      </p:cBhvr>
                                      <p:by x="106157" y="106157"/>
                                    </p:animScale>
                                  </p:childTnLst>
                                </p:cTn>
                              </p:par>
                              <p:par>
                                <p:cTn id="2833" presetID="0" presetClass="path" presetSubtype="0" fill="hold" grpId="13" nodeType="withEffect">
                                  <p:stCondLst>
                                    <p:cond delay="960"/>
                                  </p:stCondLst>
                                  <p:childTnLst>
                                    <p:animMotion origin="layout" path="M 0.061359 -0.013631 L 0.073071 -0.006222 E" pathEditMode="relative" rAng="0" ptsTypes="AA">
                                      <p:cBhvr>
                                        <p:cTn id="2834" dur="12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2835" presetID="8" presetClass="emph" presetSubtype="0" fill="hold" grpId="14" nodeType="withEffect">
                                  <p:stCondLst>
                                    <p:cond delay="960"/>
                                  </p:stCondLst>
                                  <p:childTnLst>
                                    <p:animRot by="-390900">
                                      <p:cBhvr>
                                        <p:cTn id="2836" dur="12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2837" presetID="0" presetClass="path" presetSubtype="0" fill="hold" grpId="13" nodeType="withEffect">
                                  <p:stCondLst>
                                    <p:cond delay="960"/>
                                  </p:stCondLst>
                                  <p:childTnLst>
                                    <p:animMotion origin="layout" path="M 0.038612 -0.024918 L 0.055357 -0.012837 E" pathEditMode="relative" rAng="0" ptsTypes="AA">
                                      <p:cBhvr>
                                        <p:cTn id="2838" dur="12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2839" presetID="8" presetClass="emph" presetSubtype="0" fill="hold" grpId="14" nodeType="withEffect">
                                  <p:stCondLst>
                                    <p:cond delay="960"/>
                                  </p:stCondLst>
                                  <p:childTnLst>
                                    <p:animRot by="-506880">
                                      <p:cBhvr>
                                        <p:cTn id="2840" dur="12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2841" presetID="0" presetClass="path" presetSubtype="0" fill="hold" grpId="13" nodeType="withEffect">
                                  <p:stCondLst>
                                    <p:cond delay="960"/>
                                  </p:stCondLst>
                                  <p:childTnLst>
                                    <p:animMotion origin="layout" path="M 0.024689 -0.027517 L 0.045524 -0.013933 E" pathEditMode="relative" rAng="0" ptsTypes="AA">
                                      <p:cBhvr>
                                        <p:cTn id="2842" dur="12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2843" presetID="8" presetClass="emph" presetSubtype="0" fill="hold" grpId="14" nodeType="withEffect">
                                  <p:stCondLst>
                                    <p:cond delay="960"/>
                                  </p:stCondLst>
                                  <p:childTnLst>
                                    <p:animRot by="-989340">
                                      <p:cBhvr>
                                        <p:cTn id="2844" dur="12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2845" presetID="0" presetClass="path" presetSubtype="0" fill="hold" grpId="13" nodeType="withEffect">
                                  <p:stCondLst>
                                    <p:cond delay="960"/>
                                  </p:stCondLst>
                                  <p:childTnLst>
                                    <p:animMotion origin="layout" path="M 0.019587 -0.029025 L 0.042868 -0.014317 E" pathEditMode="relative" rAng="0" ptsTypes="AA">
                                      <p:cBhvr>
                                        <p:cTn id="2846" dur="12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2847" presetID="8" presetClass="emph" presetSubtype="0" fill="hold" grpId="14" nodeType="withEffect">
                                  <p:stCondLst>
                                    <p:cond delay="960"/>
                                  </p:stCondLst>
                                  <p:childTnLst>
                                    <p:animRot by="-989340">
                                      <p:cBhvr>
                                        <p:cTn id="2848" dur="12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2849" presetID="0" presetClass="path" presetSubtype="0" fill="hold" grpId="13" nodeType="withEffect">
                                  <p:stCondLst>
                                    <p:cond delay="960"/>
                                  </p:stCondLst>
                                  <p:childTnLst>
                                    <p:animMotion origin="layout" path="M 0.080716 -0.012921 L 0.085279 -0.00425 E" pathEditMode="relative" rAng="0" ptsTypes="AA">
                                      <p:cBhvr>
                                        <p:cTn id="2850" dur="12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2851" presetID="8" presetClass="emph" presetSubtype="0" fill="hold" grpId="14" nodeType="withEffect">
                                  <p:stCondLst>
                                    <p:cond delay="960"/>
                                  </p:stCondLst>
                                  <p:childTnLst>
                                    <p:animRot by="873240">
                                      <p:cBhvr>
                                        <p:cTn id="2852" dur="12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2853" presetID="0" presetClass="path" presetSubtype="0" fill="hold" grpId="13" nodeType="withEffect">
                                  <p:stCondLst>
                                    <p:cond delay="960"/>
                                  </p:stCondLst>
                                  <p:childTnLst>
                                    <p:animMotion origin="layout" path="M 0.088337 -0.017531 L 0.082975 -0.007538 E" pathEditMode="relative" rAng="0" ptsTypes="AA">
                                      <p:cBhvr>
                                        <p:cTn id="2854" dur="12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2855" presetID="8" presetClass="emph" presetSubtype="0" fill="hold" grpId="14" nodeType="withEffect">
                                  <p:stCondLst>
                                    <p:cond delay="960"/>
                                  </p:stCondLst>
                                  <p:childTnLst>
                                    <p:animRot by="727140">
                                      <p:cBhvr>
                                        <p:cTn id="2856" dur="12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2857" presetID="0" presetClass="path" presetSubtype="0" fill="hold" grpId="13" nodeType="withEffect">
                                  <p:stCondLst>
                                    <p:cond delay="960"/>
                                  </p:stCondLst>
                                  <p:childTnLst>
                                    <p:animMotion origin="layout" path="M 0.084 -0.016877 L 0.07285 -0.007672 E" pathEditMode="relative" rAng="0" ptsTypes="AA">
                                      <p:cBhvr>
                                        <p:cTn id="2858" dur="12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2859" presetID="8" presetClass="emph" presetSubtype="0" fill="hold" grpId="14" nodeType="withEffect">
                                  <p:stCondLst>
                                    <p:cond delay="960"/>
                                  </p:stCondLst>
                                  <p:childTnLst>
                                    <p:animRot by="1209600">
                                      <p:cBhvr>
                                        <p:cTn id="2860" dur="12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2861" presetID="0" presetClass="path" presetSubtype="0" fill="hold" grpId="12" nodeType="withEffect">
                                  <p:stCondLst>
                                    <p:cond delay="960"/>
                                  </p:stCondLst>
                                  <p:childTnLst>
                                    <p:animMotion origin="layout" path="M 0.079629 -0.012431 L 0.085203 -0.004401 E" pathEditMode="relative" rAng="0" ptsTypes="AA">
                                      <p:cBhvr>
                                        <p:cTn id="2862" dur="12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2863" presetID="8" presetClass="emph" presetSubtype="0" fill="hold" grpId="13" nodeType="withEffect">
                                  <p:stCondLst>
                                    <p:cond delay="960"/>
                                  </p:stCondLst>
                                  <p:childTnLst>
                                    <p:animRot by="746100">
                                      <p:cBhvr>
                                        <p:cTn id="2864" dur="12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2865" presetID="0" presetClass="path" presetSubtype="0" fill="hold" grpId="13" nodeType="withEffect">
                                  <p:stCondLst>
                                    <p:cond delay="960"/>
                                  </p:stCondLst>
                                  <p:childTnLst>
                                    <p:animMotion origin="layout" path="M 0.103647 -0.033261 L 0.102179 -0.014701 E" pathEditMode="relative" rAng="0" ptsTypes="AA">
                                      <p:cBhvr>
                                        <p:cTn id="2866" dur="12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2867" presetID="8" presetClass="emph" presetSubtype="0" fill="hold" grpId="14" nodeType="withEffect">
                                  <p:stCondLst>
                                    <p:cond delay="960"/>
                                  </p:stCondLst>
                                  <p:childTnLst>
                                    <p:animRot by="1115760">
                                      <p:cBhvr>
                                        <p:cTn id="2868" dur="12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2869" presetID="0" presetClass="path" presetSubtype="0" fill="hold" grpId="12" nodeType="withEffect">
                                  <p:stCondLst>
                                    <p:cond delay="960"/>
                                  </p:stCondLst>
                                  <p:childTnLst>
                                    <p:animMotion origin="layout" path="M 0.064698 -0.011306 L 0.075802 -0.004672 E" pathEditMode="relative" rAng="0" ptsTypes="AA">
                                      <p:cBhvr>
                                        <p:cTn id="2870" dur="12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2871" presetID="8" presetClass="emph" presetSubtype="0" fill="hold" grpId="13" nodeType="withEffect">
                                  <p:stCondLst>
                                    <p:cond delay="960"/>
                                  </p:stCondLst>
                                  <p:childTnLst>
                                    <p:animRot by="-343620">
                                      <p:cBhvr>
                                        <p:cTn id="2872" dur="12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2873" presetID="0" presetClass="path" presetSubtype="0" fill="hold" grpId="12" nodeType="withEffect">
                                  <p:stCondLst>
                                    <p:cond delay="960"/>
                                  </p:stCondLst>
                                  <p:childTnLst>
                                    <p:animMotion origin="layout" path="M 0.055819 -0.013834 L 0.070448 -0.005934 E" pathEditMode="relative" rAng="0" ptsTypes="AA">
                                      <p:cBhvr>
                                        <p:cTn id="2874" dur="12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2875" presetID="8" presetClass="emph" presetSubtype="0" fill="hold" grpId="13" nodeType="withEffect">
                                  <p:stCondLst>
                                    <p:cond delay="960"/>
                                  </p:stCondLst>
                                  <p:childTnLst>
                                    <p:animRot by="-343620">
                                      <p:cBhvr>
                                        <p:cTn id="2876" dur="12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2877" presetID="0" presetClass="path" presetSubtype="0" fill="hold" grpId="13" nodeType="withEffect">
                                  <p:stCondLst>
                                    <p:cond delay="960"/>
                                  </p:stCondLst>
                                  <p:childTnLst>
                                    <p:animMotion origin="layout" path="M 0.053735 -0.014687 L 0.070853 -0.006536 E" pathEditMode="relative" rAng="0" ptsTypes="AA">
                                      <p:cBhvr>
                                        <p:cTn id="2878" dur="12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2879" presetID="8" presetClass="emph" presetSubtype="0" fill="hold" grpId="14" nodeType="withEffect">
                                  <p:stCondLst>
                                    <p:cond delay="960"/>
                                  </p:stCondLst>
                                  <p:childTnLst>
                                    <p:animRot by="-276540">
                                      <p:cBhvr>
                                        <p:cTn id="2880" dur="12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2881" presetID="0" presetClass="path" presetSubtype="0" fill="hold" grpId="13" nodeType="withEffect">
                                  <p:stCondLst>
                                    <p:cond delay="960"/>
                                  </p:stCondLst>
                                  <p:childTnLst>
                                    <p:animMotion origin="layout" path="M 0.053188 -0.01468 L 0.068752 -0.006422 E" pathEditMode="relative" rAng="0" ptsTypes="AA">
                                      <p:cBhvr>
                                        <p:cTn id="2882" dur="12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2883" presetID="8" presetClass="emph" presetSubtype="0" fill="hold" grpId="14" nodeType="withEffect">
                                  <p:stCondLst>
                                    <p:cond delay="960"/>
                                  </p:stCondLst>
                                  <p:childTnLst>
                                    <p:animRot by="-276540">
                                      <p:cBhvr>
                                        <p:cTn id="2884" dur="12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2885" presetID="0" presetClass="path" presetSubtype="0" fill="hold" grpId="18" nodeType="withEffect">
                                  <p:stCondLst>
                                    <p:cond delay="1080"/>
                                  </p:stCondLst>
                                  <p:childTnLst>
                                    <p:animMotion origin="layout" path="M 0.080874 -0.003455 L 0.088 0 E" pathEditMode="relative" rAng="0" ptsTypes="AA">
                                      <p:cBhvr>
                                        <p:cTn id="2886" dur="12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2887" presetID="8" presetClass="emph" presetSubtype="0" fill="hold" grpId="19" nodeType="withEffect">
                                  <p:stCondLst>
                                    <p:cond delay="1080"/>
                                  </p:stCondLst>
                                  <p:childTnLst>
                                    <p:animRot by="10860">
                                      <p:cBhvr>
                                        <p:cTn id="2888" dur="12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2889" presetID="0" presetClass="path" presetSubtype="0" fill="hold" grpId="18" nodeType="withEffect">
                                  <p:stCondLst>
                                    <p:cond delay="1080"/>
                                  </p:stCondLst>
                                  <p:childTnLst>
                                    <p:animMotion origin="layout" path="M 0.080714 -0.003455 L 0.088 0 E" pathEditMode="relative" rAng="0" ptsTypes="AA">
                                      <p:cBhvr>
                                        <p:cTn id="2890" dur="12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2891" presetID="8" presetClass="emph" presetSubtype="0" fill="hold" grpId="19" nodeType="withEffect">
                                  <p:stCondLst>
                                    <p:cond delay="1080"/>
                                  </p:stCondLst>
                                  <p:childTnLst>
                                    <p:animRot by="10860">
                                      <p:cBhvr>
                                        <p:cTn id="2892" dur="12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2893" presetID="0" presetClass="path" presetSubtype="0" fill="hold" grpId="18" nodeType="withEffect">
                                  <p:stCondLst>
                                    <p:cond delay="1080"/>
                                  </p:stCondLst>
                                  <p:childTnLst>
                                    <p:animMotion origin="layout" path="M 0.080933 -0.003455 L 0.088 0 E" pathEditMode="relative" rAng="0" ptsTypes="AA">
                                      <p:cBhvr>
                                        <p:cTn id="2894" dur="12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2895" presetID="8" presetClass="emph" presetSubtype="0" fill="hold" grpId="19" nodeType="withEffect">
                                  <p:stCondLst>
                                    <p:cond delay="1080"/>
                                  </p:stCondLst>
                                  <p:childTnLst>
                                    <p:animRot by="10860">
                                      <p:cBhvr>
                                        <p:cTn id="2896" dur="12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2897" presetID="0" presetClass="path" presetSubtype="0" fill="hold" grpId="18" nodeType="withEffect">
                                  <p:stCondLst>
                                    <p:cond delay="1080"/>
                                  </p:stCondLst>
                                  <p:childTnLst>
                                    <p:animMotion origin="layout" path="M 0.080697 -0.003454 L 0.088 0 E" pathEditMode="relative" rAng="0" ptsTypes="AA">
                                      <p:cBhvr>
                                        <p:cTn id="2898" dur="12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2899" presetID="8" presetClass="emph" presetSubtype="0" fill="hold" grpId="19" nodeType="withEffect">
                                  <p:stCondLst>
                                    <p:cond delay="1080"/>
                                  </p:stCondLst>
                                  <p:childTnLst>
                                    <p:animRot by="-98760">
                                      <p:cBhvr>
                                        <p:cTn id="2900" dur="12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2901" presetID="0" presetClass="path" presetSubtype="0" fill="hold" grpId="18" nodeType="withEffect">
                                  <p:stCondLst>
                                    <p:cond delay="1080"/>
                                  </p:stCondLst>
                                  <p:childTnLst>
                                    <p:animMotion origin="layout" path="M 0.08047 -0.003453 L 0.087335 1.5e-05 E" pathEditMode="relative" rAng="0" ptsTypes="AA">
                                      <p:cBhvr>
                                        <p:cTn id="2902" dur="12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2903" presetID="8" presetClass="emph" presetSubtype="0" fill="hold" grpId="19" nodeType="withEffect">
                                  <p:stCondLst>
                                    <p:cond delay="1080"/>
                                  </p:stCondLst>
                                  <p:childTnLst>
                                    <p:animRot by="-98760">
                                      <p:cBhvr>
                                        <p:cTn id="2904" dur="12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2905" presetID="0" presetClass="path" presetSubtype="0" fill="hold" grpId="18" nodeType="withEffect">
                                  <p:stCondLst>
                                    <p:cond delay="1080"/>
                                  </p:stCondLst>
                                  <p:childTnLst>
                                    <p:animMotion origin="layout" path="M 0.080661 -0.003543 L 0.087892 -0.000257 E" pathEditMode="relative" rAng="0" ptsTypes="AA">
                                      <p:cBhvr>
                                        <p:cTn id="2906" dur="12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2907" presetID="8" presetClass="emph" presetSubtype="0" fill="hold" grpId="19" nodeType="withEffect">
                                  <p:stCondLst>
                                    <p:cond delay="1080"/>
                                  </p:stCondLst>
                                  <p:childTnLst>
                                    <p:animRot by="-98760">
                                      <p:cBhvr>
                                        <p:cTn id="2908" dur="12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2909" presetID="0" presetClass="path" presetSubtype="0" fill="hold" grpId="15" nodeType="withEffect">
                                  <p:stCondLst>
                                    <p:cond delay="1080"/>
                                  </p:stCondLst>
                                  <p:childTnLst>
                                    <p:animMotion origin="layout" path="M 0.081055 -0.001262 L 0.087979 -0.000188 E" pathEditMode="relative" rAng="0" ptsTypes="AA">
                                      <p:cBhvr>
                                        <p:cTn id="2910" dur="12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2911" presetID="8" presetClass="emph" presetSubtype="0" fill="hold" grpId="16" nodeType="withEffect">
                                  <p:stCondLst>
                                    <p:cond delay="1080"/>
                                  </p:stCondLst>
                                  <p:childTnLst>
                                    <p:animRot by="254040">
                                      <p:cBhvr>
                                        <p:cTn id="2912" dur="12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2913" presetID="0" presetClass="path" presetSubtype="0" fill="hold" grpId="16" nodeType="withEffect">
                                  <p:stCondLst>
                                    <p:cond delay="1080"/>
                                  </p:stCondLst>
                                  <p:childTnLst>
                                    <p:animMotion origin="layout" path="M 0.080874 0 L 0.088 0 E" pathEditMode="relative" rAng="0" ptsTypes="AA">
                                      <p:cBhvr>
                                        <p:cTn id="2914" dur="12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2915" presetID="6" presetClass="emph" presetSubtype="0" fill="hold" grpId="17" nodeType="withEffect">
                                  <p:stCondLst>
                                    <p:cond delay="1080"/>
                                  </p:stCondLst>
                                  <p:childTnLst>
                                    <p:animScale>
                                      <p:cBhvr>
                                        <p:cTn id="2916" dur="120" fill="hold"/>
                                        <p:tgtEl>
                                          <p:spTgt spid="39"/>
                                        </p:tgtEl>
                                      </p:cBhvr>
                                      <p:by x="103573" y="103573"/>
                                    </p:animScale>
                                  </p:childTnLst>
                                </p:cTn>
                              </p:par>
                              <p:par>
                                <p:cTn id="2917" presetID="0" presetClass="path" presetSubtype="0" fill="hold" grpId="15" nodeType="withEffect">
                                  <p:stCondLst>
                                    <p:cond delay="1080"/>
                                  </p:stCondLst>
                                  <p:childTnLst>
                                    <p:animMotion origin="layout" path="M 0.073071 -0.006222 L 0.087258 -2.3e-05 E" pathEditMode="relative" rAng="0" ptsTypes="AA">
                                      <p:cBhvr>
                                        <p:cTn id="2918" dur="12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2919" presetID="8" presetClass="emph" presetSubtype="0" fill="hold" grpId="16" nodeType="withEffect">
                                  <p:stCondLst>
                                    <p:cond delay="1080"/>
                                  </p:stCondLst>
                                  <p:childTnLst>
                                    <p:animRot by="-1212840">
                                      <p:cBhvr>
                                        <p:cTn id="2920" dur="12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2921" presetID="0" presetClass="path" presetSubtype="0" fill="hold" grpId="15" nodeType="withEffect">
                                  <p:stCondLst>
                                    <p:cond delay="1080"/>
                                  </p:stCondLst>
                                  <p:childTnLst>
                                    <p:animMotion origin="layout" path="M 0.055357 -0.012837 L 0.08569 -7.3e-05 E" pathEditMode="relative" rAng="0" ptsTypes="AA">
                                      <p:cBhvr>
                                        <p:cTn id="2922" dur="12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2923" presetID="8" presetClass="emph" presetSubtype="0" fill="hold" grpId="16" nodeType="withEffect">
                                  <p:stCondLst>
                                    <p:cond delay="1080"/>
                                  </p:stCondLst>
                                  <p:childTnLst>
                                    <p:animRot by="-1400460">
                                      <p:cBhvr>
                                        <p:cTn id="2924" dur="12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2925" presetID="0" presetClass="path" presetSubtype="0" fill="hold" grpId="15" nodeType="withEffect">
                                  <p:stCondLst>
                                    <p:cond delay="1080"/>
                                  </p:stCondLst>
                                  <p:childTnLst>
                                    <p:animMotion origin="layout" path="M 0.045524 -0.013933 L 0.08573 -0.001474 E" pathEditMode="relative" rAng="0" ptsTypes="AA">
                                      <p:cBhvr>
                                        <p:cTn id="2926" dur="12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2927" presetID="8" presetClass="emph" presetSubtype="0" fill="hold" grpId="16" nodeType="withEffect">
                                  <p:stCondLst>
                                    <p:cond delay="1080"/>
                                  </p:stCondLst>
                                  <p:childTnLst>
                                    <p:animRot by="-1678020">
                                      <p:cBhvr>
                                        <p:cTn id="2928" dur="12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2929" presetID="0" presetClass="path" presetSubtype="0" fill="hold" grpId="15" nodeType="withEffect">
                                  <p:stCondLst>
                                    <p:cond delay="1080"/>
                                  </p:stCondLst>
                                  <p:childTnLst>
                                    <p:animMotion origin="layout" path="M 0.042868 -0.014317 L 0.087606 -0.001664 E" pathEditMode="relative" rAng="0" ptsTypes="AA">
                                      <p:cBhvr>
                                        <p:cTn id="2930" dur="12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2931" presetID="8" presetClass="emph" presetSubtype="0" fill="hold" grpId="16" nodeType="withEffect">
                                  <p:stCondLst>
                                    <p:cond delay="1080"/>
                                  </p:stCondLst>
                                  <p:childTnLst>
                                    <p:animRot by="-1678020">
                                      <p:cBhvr>
                                        <p:cTn id="2932" dur="12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2933" presetID="0" presetClass="path" presetSubtype="0" fill="hold" grpId="15" nodeType="withEffect">
                                  <p:stCondLst>
                                    <p:cond delay="1080"/>
                                  </p:stCondLst>
                                  <p:childTnLst>
                                    <p:animMotion origin="layout" path="M 0.085279 -0.00425 L 0.087258 -2.3e-05 E" pathEditMode="relative" rAng="0" ptsTypes="AA">
                                      <p:cBhvr>
                                        <p:cTn id="2934" dur="12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2935" presetID="8" presetClass="emph" presetSubtype="0" fill="hold" grpId="16" nodeType="withEffect">
                                  <p:stCondLst>
                                    <p:cond delay="1080"/>
                                  </p:stCondLst>
                                  <p:childTnLst>
                                    <p:animRot by="832680">
                                      <p:cBhvr>
                                        <p:cTn id="2936" dur="12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2937" presetID="0" presetClass="path" presetSubtype="0" fill="hold" grpId="15" nodeType="withEffect">
                                  <p:stCondLst>
                                    <p:cond delay="1080"/>
                                  </p:stCondLst>
                                  <p:childTnLst>
                                    <p:animMotion origin="layout" path="M 0.082975 -0.007538 L 0.080406 -0.001762 E" pathEditMode="relative" rAng="0" ptsTypes="AA">
                                      <p:cBhvr>
                                        <p:cTn id="2938" dur="12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2939" presetID="8" presetClass="emph" presetSubtype="0" fill="hold" grpId="16" nodeType="withEffect">
                                  <p:stCondLst>
                                    <p:cond delay="1080"/>
                                  </p:stCondLst>
                                  <p:childTnLst>
                                    <p:animRot by="-266820">
                                      <p:cBhvr>
                                        <p:cTn id="2940" dur="12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2941" presetID="0" presetClass="path" presetSubtype="0" fill="hold" grpId="15" nodeType="withEffect">
                                  <p:stCondLst>
                                    <p:cond delay="1080"/>
                                  </p:stCondLst>
                                  <p:childTnLst>
                                    <p:animMotion origin="layout" path="M 0.07285 -0.007672 L 0.071712 -0.00102 E" pathEditMode="relative" rAng="0" ptsTypes="AA">
                                      <p:cBhvr>
                                        <p:cTn id="2942" dur="12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2943" presetID="8" presetClass="emph" presetSubtype="0" fill="hold" grpId="16" nodeType="withEffect">
                                  <p:stCondLst>
                                    <p:cond delay="1080"/>
                                  </p:stCondLst>
                                  <p:childTnLst>
                                    <p:animRot by="10800">
                                      <p:cBhvr>
                                        <p:cTn id="2944" dur="12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2945" presetID="0" presetClass="path" presetSubtype="0" fill="hold" grpId="14" nodeType="withEffect">
                                  <p:stCondLst>
                                    <p:cond delay="1080"/>
                                  </p:stCondLst>
                                  <p:childTnLst>
                                    <p:animMotion origin="layout" path="M 0.085203 -0.004401 L 0.08703 -4.5e-05 E" pathEditMode="relative" rAng="0" ptsTypes="AA">
                                      <p:cBhvr>
                                        <p:cTn id="2946" dur="12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2947" presetID="8" presetClass="emph" presetSubtype="0" fill="hold" grpId="15" nodeType="withEffect">
                                  <p:stCondLst>
                                    <p:cond delay="1080"/>
                                  </p:stCondLst>
                                  <p:childTnLst>
                                    <p:animRot by="1006080">
                                      <p:cBhvr>
                                        <p:cTn id="2948" dur="12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2949" presetID="0" presetClass="path" presetSubtype="0" fill="hold" grpId="15" nodeType="withEffect">
                                  <p:stCondLst>
                                    <p:cond delay="1080"/>
                                  </p:stCondLst>
                                  <p:childTnLst>
                                    <p:animMotion origin="layout" path="M 0.102179 -0.014701 L 0.090961 -0.001416 E" pathEditMode="relative" rAng="0" ptsTypes="AA">
                                      <p:cBhvr>
                                        <p:cTn id="2950" dur="12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2951" presetID="8" presetClass="emph" presetSubtype="0" fill="hold" grpId="16" nodeType="withEffect">
                                  <p:stCondLst>
                                    <p:cond delay="1080"/>
                                  </p:stCondLst>
                                  <p:childTnLst>
                                    <p:animRot by="1780980">
                                      <p:cBhvr>
                                        <p:cTn id="2952" dur="12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2953" presetID="0" presetClass="path" presetSubtype="0" fill="hold" grpId="14" nodeType="withEffect">
                                  <p:stCondLst>
                                    <p:cond delay="1080"/>
                                  </p:stCondLst>
                                  <p:childTnLst>
                                    <p:animMotion origin="layout" path="M 0.075802 -0.004672 L 0.08703 -4.5e-05 E" pathEditMode="relative" rAng="0" ptsTypes="AA">
                                      <p:cBhvr>
                                        <p:cTn id="2954" dur="12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2955" presetID="8" presetClass="emph" presetSubtype="0" fill="hold" grpId="15" nodeType="withEffect">
                                  <p:stCondLst>
                                    <p:cond delay="1080"/>
                                  </p:stCondLst>
                                  <p:childTnLst>
                                    <p:animRot by="-757320">
                                      <p:cBhvr>
                                        <p:cTn id="2956" dur="12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2957" presetID="0" presetClass="path" presetSubtype="0" fill="hold" grpId="14" nodeType="withEffect">
                                  <p:stCondLst>
                                    <p:cond delay="1080"/>
                                  </p:stCondLst>
                                  <p:childTnLst>
                                    <p:animMotion origin="layout" path="M 0.070448 -0.005934 L 0.089582 -0.000757 E" pathEditMode="relative" rAng="0" ptsTypes="AA">
                                      <p:cBhvr>
                                        <p:cTn id="2958" dur="12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2959" presetID="8" presetClass="emph" presetSubtype="0" fill="hold" grpId="15" nodeType="withEffect">
                                  <p:stCondLst>
                                    <p:cond delay="1080"/>
                                  </p:stCondLst>
                                  <p:childTnLst>
                                    <p:animRot by="-757320">
                                      <p:cBhvr>
                                        <p:cTn id="2960" dur="12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2961" presetID="0" presetClass="path" presetSubtype="0" fill="hold" grpId="15" nodeType="withEffect">
                                  <p:stCondLst>
                                    <p:cond delay="1080"/>
                                  </p:stCondLst>
                                  <p:childTnLst>
                                    <p:animMotion origin="layout" path="M 0.070853 -0.006536 L 0.095352 -0.002154 E" pathEditMode="relative" rAng="0" ptsTypes="AA">
                                      <p:cBhvr>
                                        <p:cTn id="2962" dur="12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2963" presetID="8" presetClass="emph" presetSubtype="0" fill="hold" grpId="16" nodeType="withEffect">
                                  <p:stCondLst>
                                    <p:cond delay="1080"/>
                                  </p:stCondLst>
                                  <p:childTnLst>
                                    <p:animRot by="-533100">
                                      <p:cBhvr>
                                        <p:cTn id="2964" dur="12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2965" presetID="0" presetClass="path" presetSubtype="0" fill="hold" grpId="15" nodeType="withEffect">
                                  <p:stCondLst>
                                    <p:cond delay="1080"/>
                                  </p:stCondLst>
                                  <p:childTnLst>
                                    <p:animMotion origin="layout" path="M 0.068752 -0.006422 L 0.090303 -0.001484 E" pathEditMode="relative" rAng="0" ptsTypes="AA">
                                      <p:cBhvr>
                                        <p:cTn id="2966" dur="12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2967" presetID="8" presetClass="emph" presetSubtype="0" fill="hold" grpId="16" nodeType="withEffect">
                                  <p:stCondLst>
                                    <p:cond delay="1080"/>
                                  </p:stCondLst>
                                  <p:childTnLst>
                                    <p:animRot by="-533100">
                                      <p:cBhvr>
                                        <p:cTn id="2968" dur="12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2969" presetID="0" presetClass="path" presetSubtype="0" fill="hold" grpId="20" nodeType="withEffect">
                                  <p:stCondLst>
                                    <p:cond delay="1200"/>
                                  </p:stCondLst>
                                  <p:childTnLst>
                                    <p:animMotion origin="layout" path="M 0.088 0 L 0.095126 -0.003455 E" pathEditMode="relative" rAng="0" ptsTypes="AA">
                                      <p:cBhvr>
                                        <p:cTn id="2970" dur="12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2971" presetID="8" presetClass="emph" presetSubtype="0" fill="hold" grpId="21" nodeType="withEffect">
                                  <p:stCondLst>
                                    <p:cond delay="1200"/>
                                  </p:stCondLst>
                                  <p:childTnLst>
                                    <p:animRot by="77580">
                                      <p:cBhvr>
                                        <p:cTn id="2972" dur="12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2973" presetID="0" presetClass="path" presetSubtype="0" fill="hold" grpId="20" nodeType="withEffect">
                                  <p:stCondLst>
                                    <p:cond delay="1200"/>
                                  </p:stCondLst>
                                  <p:childTnLst>
                                    <p:animMotion origin="layout" path="M 0.088 0 L 0.096265 -0.003442 E" pathEditMode="relative" rAng="0" ptsTypes="AA">
                                      <p:cBhvr>
                                        <p:cTn id="2974" dur="12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2975" presetID="8" presetClass="emph" presetSubtype="0" fill="hold" grpId="21" nodeType="withEffect">
                                  <p:stCondLst>
                                    <p:cond delay="1200"/>
                                  </p:stCondLst>
                                  <p:childTnLst>
                                    <p:animRot by="77580">
                                      <p:cBhvr>
                                        <p:cTn id="2976" dur="12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2977" presetID="0" presetClass="path" presetSubtype="0" fill="hold" grpId="20" nodeType="withEffect">
                                  <p:stCondLst>
                                    <p:cond delay="1200"/>
                                  </p:stCondLst>
                                  <p:childTnLst>
                                    <p:animMotion origin="layout" path="M 0.088 0 L 0.094703 -0.00346 E" pathEditMode="relative" rAng="0" ptsTypes="AA">
                                      <p:cBhvr>
                                        <p:cTn id="2978" dur="12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2979" presetID="8" presetClass="emph" presetSubtype="0" fill="hold" grpId="21" nodeType="withEffect">
                                  <p:stCondLst>
                                    <p:cond delay="1200"/>
                                  </p:stCondLst>
                                  <p:childTnLst>
                                    <p:animRot by="77580">
                                      <p:cBhvr>
                                        <p:cTn id="2980" dur="12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2981" presetID="0" presetClass="path" presetSubtype="0" fill="hold" grpId="20" nodeType="withEffect">
                                  <p:stCondLst>
                                    <p:cond delay="1200"/>
                                  </p:stCondLst>
                                  <p:childTnLst>
                                    <p:animMotion origin="layout" path="M 0.088 0 L 0.096392 -0.00343 E" pathEditMode="relative" rAng="0" ptsTypes="AA">
                                      <p:cBhvr>
                                        <p:cTn id="2982" dur="12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2983" presetID="8" presetClass="emph" presetSubtype="0" fill="hold" grpId="21" nodeType="withEffect">
                                  <p:stCondLst>
                                    <p:cond delay="1200"/>
                                  </p:stCondLst>
                                  <p:childTnLst>
                                    <p:animRot by="138540">
                                      <p:cBhvr>
                                        <p:cTn id="2984" dur="12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2985" presetID="0" presetClass="path" presetSubtype="0" fill="hold" grpId="20" nodeType="withEffect">
                                  <p:stCondLst>
                                    <p:cond delay="1200"/>
                                  </p:stCondLst>
                                  <p:childTnLst>
                                    <p:animMotion origin="layout" path="M 0.087335 1.5e-05 L 0.096341 -0.003429 E" pathEditMode="relative" rAng="0" ptsTypes="AA">
                                      <p:cBhvr>
                                        <p:cTn id="2986" dur="12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2987" presetID="8" presetClass="emph" presetSubtype="0" fill="hold" grpId="21" nodeType="withEffect">
                                  <p:stCondLst>
                                    <p:cond delay="1200"/>
                                  </p:stCondLst>
                                  <p:childTnLst>
                                    <p:animRot by="138540">
                                      <p:cBhvr>
                                        <p:cTn id="2988" dur="12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2989" presetID="0" presetClass="path" presetSubtype="0" fill="hold" grpId="20" nodeType="withEffect">
                                  <p:stCondLst>
                                    <p:cond delay="1200"/>
                                  </p:stCondLst>
                                  <p:childTnLst>
                                    <p:animMotion origin="layout" path="M 0.087892 -0.000257 L 0.096384 -0.003449 E" pathEditMode="relative" rAng="0" ptsTypes="AA">
                                      <p:cBhvr>
                                        <p:cTn id="2990" dur="12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2991" presetID="8" presetClass="emph" presetSubtype="0" fill="hold" grpId="21" nodeType="withEffect">
                                  <p:stCondLst>
                                    <p:cond delay="1200"/>
                                  </p:stCondLst>
                                  <p:childTnLst>
                                    <p:animRot by="138540">
                                      <p:cBhvr>
                                        <p:cTn id="2992" dur="12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2993" presetID="0" presetClass="path" presetSubtype="0" fill="hold" grpId="17" nodeType="withEffect">
                                  <p:stCondLst>
                                    <p:cond delay="1200"/>
                                  </p:stCondLst>
                                  <p:childTnLst>
                                    <p:animMotion origin="layout" path="M 0.087979 -0.000188 L 0.095638 -0.013843 E" pathEditMode="relative" rAng="0" ptsTypes="AA">
                                      <p:cBhvr>
                                        <p:cTn id="2994" dur="12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2995" presetID="8" presetClass="emph" presetSubtype="0" fill="hold" grpId="18" nodeType="withEffect">
                                  <p:stCondLst>
                                    <p:cond delay="1200"/>
                                  </p:stCondLst>
                                  <p:childTnLst>
                                    <p:animRot by="1055280">
                                      <p:cBhvr>
                                        <p:cTn id="2996" dur="12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2997" presetID="0" presetClass="path" presetSubtype="0" fill="hold" grpId="18" nodeType="withEffect">
                                  <p:stCondLst>
                                    <p:cond delay="1200"/>
                                  </p:stCondLst>
                                  <p:childTnLst>
                                    <p:animMotion origin="layout" path="M 0.088 0 L 0.095126 0 E" pathEditMode="relative" rAng="0" ptsTypes="AA">
                                      <p:cBhvr>
                                        <p:cTn id="2998" dur="12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2999" presetID="6" presetClass="emph" presetSubtype="0" fill="hold" grpId="19" nodeType="withEffect">
                                  <p:stCondLst>
                                    <p:cond delay="1200"/>
                                  </p:stCondLst>
                                  <p:childTnLst>
                                    <p:animScale>
                                      <p:cBhvr>
                                        <p:cTn id="3000" dur="120" fill="hold"/>
                                        <p:tgtEl>
                                          <p:spTgt spid="39"/>
                                        </p:tgtEl>
                                      </p:cBhvr>
                                      <p:by x="96550" y="96550"/>
                                    </p:animScale>
                                  </p:childTnLst>
                                </p:cTn>
                              </p:par>
                              <p:par>
                                <p:cTn id="3001" presetID="0" presetClass="path" presetSubtype="0" fill="hold" grpId="17" nodeType="withEffect">
                                  <p:stCondLst>
                                    <p:cond delay="1200"/>
                                  </p:stCondLst>
                                  <p:childTnLst>
                                    <p:animMotion origin="layout" path="M 0.087258 -2.3e-05 L 0.101807 -0.005938 E" pathEditMode="relative" rAng="0" ptsTypes="AA">
                                      <p:cBhvr>
                                        <p:cTn id="3002" dur="12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3003" presetID="8" presetClass="emph" presetSubtype="0" fill="hold" grpId="18" nodeType="withEffect">
                                  <p:stCondLst>
                                    <p:cond delay="1200"/>
                                  </p:stCondLst>
                                  <p:childTnLst>
                                    <p:animRot by="-1381380">
                                      <p:cBhvr>
                                        <p:cTn id="3004" dur="12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005" presetID="0" presetClass="path" presetSubtype="0" fill="hold" grpId="17" nodeType="withEffect">
                                  <p:stCondLst>
                                    <p:cond delay="1200"/>
                                  </p:stCondLst>
                                  <p:childTnLst>
                                    <p:animMotion origin="layout" path="M 0.08569 -7.3e-05 L 0.117258 -0.010898 E" pathEditMode="relative" rAng="0" ptsTypes="AA">
                                      <p:cBhvr>
                                        <p:cTn id="3006" dur="12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3007" presetID="8" presetClass="emph" presetSubtype="0" fill="hold" grpId="18" nodeType="withEffect">
                                  <p:stCondLst>
                                    <p:cond delay="1200"/>
                                  </p:stCondLst>
                                  <p:childTnLst>
                                    <p:animRot by="-1308300">
                                      <p:cBhvr>
                                        <p:cTn id="3008" dur="12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009" presetID="0" presetClass="path" presetSubtype="0" fill="hold" grpId="17" nodeType="withEffect">
                                  <p:stCondLst>
                                    <p:cond delay="1200"/>
                                  </p:stCondLst>
                                  <p:childTnLst>
                                    <p:animMotion origin="layout" path="M 0.08573 -0.001474 L 0.125484 -0.018207 E" pathEditMode="relative" rAng="0" ptsTypes="AA">
                                      <p:cBhvr>
                                        <p:cTn id="3010" dur="12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3011" presetID="8" presetClass="emph" presetSubtype="0" fill="hold" grpId="18" nodeType="withEffect">
                                  <p:stCondLst>
                                    <p:cond delay="1200"/>
                                  </p:stCondLst>
                                  <p:childTnLst>
                                    <p:animRot by="-1275000">
                                      <p:cBhvr>
                                        <p:cTn id="3012" dur="12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013" presetID="0" presetClass="path" presetSubtype="0" fill="hold" grpId="17" nodeType="withEffect">
                                  <p:stCondLst>
                                    <p:cond delay="1200"/>
                                  </p:stCondLst>
                                  <p:childTnLst>
                                    <p:animMotion origin="layout" path="M 0.087606 -0.001664 L 0.130566 -0.019702 E" pathEditMode="relative" rAng="0" ptsTypes="AA">
                                      <p:cBhvr>
                                        <p:cTn id="3014" dur="12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3015" presetID="8" presetClass="emph" presetSubtype="0" fill="hold" grpId="18" nodeType="withEffect">
                                  <p:stCondLst>
                                    <p:cond delay="1200"/>
                                  </p:stCondLst>
                                  <p:childTnLst>
                                    <p:animRot by="-1275000">
                                      <p:cBhvr>
                                        <p:cTn id="3016" dur="12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017" presetID="0" presetClass="path" presetSubtype="0" fill="hold" grpId="17" nodeType="withEffect">
                                  <p:stCondLst>
                                    <p:cond delay="1200"/>
                                  </p:stCondLst>
                                  <p:childTnLst>
                                    <p:animMotion origin="layout" path="M 0.087258 -2.3e-05 L 0.089577 -0.004412 E" pathEditMode="relative" rAng="0" ptsTypes="AA">
                                      <p:cBhvr>
                                        <p:cTn id="3018" dur="12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3019" presetID="8" presetClass="emph" presetSubtype="0" fill="hold" grpId="18" nodeType="withEffect">
                                  <p:stCondLst>
                                    <p:cond delay="1200"/>
                                  </p:stCondLst>
                                  <p:childTnLst>
                                    <p:animRot by="664080">
                                      <p:cBhvr>
                                        <p:cTn id="3020" dur="12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021" presetID="0" presetClass="path" presetSubtype="0" fill="hold" grpId="17" nodeType="withEffect">
                                  <p:stCondLst>
                                    <p:cond delay="1200"/>
                                  </p:stCondLst>
                                  <p:childTnLst>
                                    <p:animMotion origin="layout" path="M 0.080406 -0.001762 L 0.078543 -0.007203 E" pathEditMode="relative" rAng="0" ptsTypes="AA">
                                      <p:cBhvr>
                                        <p:cTn id="3022" dur="12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3023" presetID="8" presetClass="emph" presetSubtype="0" fill="hold" grpId="18" nodeType="withEffect">
                                  <p:stCondLst>
                                    <p:cond delay="1200"/>
                                  </p:stCondLst>
                                  <p:childTnLst>
                                    <p:animRot by="-97920">
                                      <p:cBhvr>
                                        <p:cTn id="3024" dur="12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025" presetID="0" presetClass="path" presetSubtype="0" fill="hold" grpId="17" nodeType="withEffect">
                                  <p:stCondLst>
                                    <p:cond delay="1200"/>
                                  </p:stCondLst>
                                  <p:childTnLst>
                                    <p:animMotion origin="layout" path="M 0.071712 -0.00102 L 0.07059 -0.006257 E" pathEditMode="relative" rAng="0" ptsTypes="AA">
                                      <p:cBhvr>
                                        <p:cTn id="3026" dur="12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3027" presetID="8" presetClass="emph" presetSubtype="0" fill="hold" grpId="18" nodeType="withEffect">
                                  <p:stCondLst>
                                    <p:cond delay="1200"/>
                                  </p:stCondLst>
                                  <p:childTnLst>
                                    <p:animRot by="-131220">
                                      <p:cBhvr>
                                        <p:cTn id="3028" dur="12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029" presetID="0" presetClass="path" presetSubtype="0" fill="hold" grpId="16" nodeType="withEffect">
                                  <p:stCondLst>
                                    <p:cond delay="1200"/>
                                  </p:stCondLst>
                                  <p:childTnLst>
                                    <p:animMotion origin="layout" path="M 0.08703 -4.5e-05 L 0.090718 -0.00466 E" pathEditMode="relative" rAng="0" ptsTypes="AA">
                                      <p:cBhvr>
                                        <p:cTn id="3030" dur="12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3031" presetID="8" presetClass="emph" presetSubtype="0" fill="hold" grpId="17" nodeType="withEffect">
                                  <p:stCondLst>
                                    <p:cond delay="1200"/>
                                  </p:stCondLst>
                                  <p:childTnLst>
                                    <p:animRot by="757320">
                                      <p:cBhvr>
                                        <p:cTn id="3032" dur="12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033" presetID="0" presetClass="path" presetSubtype="0" fill="hold" grpId="17" nodeType="withEffect">
                                  <p:stCondLst>
                                    <p:cond delay="1200"/>
                                  </p:stCondLst>
                                  <p:childTnLst>
                                    <p:animMotion origin="layout" path="M 0.090961 -0.001416 L 0.085376 -0.00608 E" pathEditMode="relative" rAng="0" ptsTypes="AA">
                                      <p:cBhvr>
                                        <p:cTn id="3034" dur="12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3035" presetID="8" presetClass="emph" presetSubtype="0" fill="hold" grpId="18" nodeType="withEffect">
                                  <p:stCondLst>
                                    <p:cond delay="1200"/>
                                  </p:stCondLst>
                                  <p:childTnLst>
                                    <p:animRot by="1043400">
                                      <p:cBhvr>
                                        <p:cTn id="3036" dur="12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037" presetID="0" presetClass="path" presetSubtype="0" fill="hold" grpId="16" nodeType="withEffect">
                                  <p:stCondLst>
                                    <p:cond delay="1200"/>
                                  </p:stCondLst>
                                  <p:childTnLst>
                                    <p:animMotion origin="layout" path="M 0.08703 -4.5e-05 L 0.100119 -0.00439 E" pathEditMode="relative" rAng="0" ptsTypes="AA">
                                      <p:cBhvr>
                                        <p:cTn id="3038" dur="12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3039" presetID="8" presetClass="emph" presetSubtype="0" fill="hold" grpId="17" nodeType="withEffect">
                                  <p:stCondLst>
                                    <p:cond delay="1200"/>
                                  </p:stCondLst>
                                  <p:childTnLst>
                                    <p:animRot by="-1006080">
                                      <p:cBhvr>
                                        <p:cTn id="3040" dur="12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041" presetID="0" presetClass="path" presetSubtype="0" fill="hold" grpId="16" nodeType="withEffect">
                                  <p:stCondLst>
                                    <p:cond delay="1200"/>
                                  </p:stCondLst>
                                  <p:childTnLst>
                                    <p:animMotion origin="layout" path="M 0.089582 -0.000757 L 0.115391 -0.01206 E" pathEditMode="relative" rAng="0" ptsTypes="AA">
                                      <p:cBhvr>
                                        <p:cTn id="3042" dur="12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3043" presetID="8" presetClass="emph" presetSubtype="0" fill="hold" grpId="17" nodeType="withEffect">
                                  <p:stCondLst>
                                    <p:cond delay="1200"/>
                                  </p:stCondLst>
                                  <p:childTnLst>
                                    <p:animRot by="-1604160">
                                      <p:cBhvr>
                                        <p:cTn id="3044" dur="12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045" presetID="0" presetClass="path" presetSubtype="0" fill="hold" grpId="17" nodeType="withEffect">
                                  <p:stCondLst>
                                    <p:cond delay="1200"/>
                                  </p:stCondLst>
                                  <p:childTnLst>
                                    <p:animMotion origin="layout" path="M 0.095352 -0.002154 L 0.131812 -0.022067 E" pathEditMode="relative" rAng="0" ptsTypes="AA">
                                      <p:cBhvr>
                                        <p:cTn id="3046" dur="12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3047" presetID="8" presetClass="emph" presetSubtype="0" fill="hold" grpId="18" nodeType="withEffect">
                                  <p:stCondLst>
                                    <p:cond delay="1200"/>
                                  </p:stCondLst>
                                  <p:childTnLst>
                                    <p:animRot by="-1308600">
                                      <p:cBhvr>
                                        <p:cTn id="3048" dur="12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049" presetID="0" presetClass="path" presetSubtype="0" fill="hold" grpId="17" nodeType="withEffect">
                                  <p:stCondLst>
                                    <p:cond delay="1200"/>
                                  </p:stCondLst>
                                  <p:childTnLst>
                                    <p:animMotion origin="layout" path="M 0.090303 -0.001484 L 0.120181 -0.018184 E" pathEditMode="relative" rAng="0" ptsTypes="AA">
                                      <p:cBhvr>
                                        <p:cTn id="3050" dur="12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3051" presetID="8" presetClass="emph" presetSubtype="0" fill="hold" grpId="18" nodeType="withEffect">
                                  <p:stCondLst>
                                    <p:cond delay="1200"/>
                                  </p:stCondLst>
                                  <p:childTnLst>
                                    <p:animRot by="-1308600">
                                      <p:cBhvr>
                                        <p:cTn id="3052" dur="12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053" presetID="0" presetClass="path" presetSubtype="0" fill="hold" grpId="22" nodeType="withEffect">
                                  <p:stCondLst>
                                    <p:cond delay="1320"/>
                                  </p:stCondLst>
                                  <p:childTnLst>
                                    <p:animMotion origin="layout" path="M 0.095126 -0.003455 L 0.104565 -0.009045 E" pathEditMode="relative" rAng="0" ptsTypes="AA">
                                      <p:cBhvr>
                                        <p:cTn id="3054" dur="12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3055" presetID="8" presetClass="emph" presetSubtype="0" fill="hold" grpId="23" nodeType="withEffect">
                                  <p:stCondLst>
                                    <p:cond delay="1320"/>
                                  </p:stCondLst>
                                  <p:childTnLst>
                                    <p:animRot by="47940">
                                      <p:cBhvr>
                                        <p:cTn id="3056" dur="12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057" presetID="0" presetClass="path" presetSubtype="0" fill="hold" grpId="22" nodeType="withEffect">
                                  <p:stCondLst>
                                    <p:cond delay="1320"/>
                                  </p:stCondLst>
                                  <p:childTnLst>
                                    <p:animMotion origin="layout" path="M 0.096265 -0.003442 L 0.106407 -0.009011 E" pathEditMode="relative" rAng="0" ptsTypes="AA">
                                      <p:cBhvr>
                                        <p:cTn id="3058" dur="12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3059" presetID="8" presetClass="emph" presetSubtype="0" fill="hold" grpId="23" nodeType="withEffect">
                                  <p:stCondLst>
                                    <p:cond delay="1320"/>
                                  </p:stCondLst>
                                  <p:childTnLst>
                                    <p:animRot by="47940">
                                      <p:cBhvr>
                                        <p:cTn id="3060" dur="12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061" presetID="0" presetClass="path" presetSubtype="0" fill="hold" grpId="22" nodeType="withEffect">
                                  <p:stCondLst>
                                    <p:cond delay="1320"/>
                                  </p:stCondLst>
                                  <p:childTnLst>
                                    <p:animMotion origin="layout" path="M 0.094703 -0.00346 L 0.10388 -0.009058 E" pathEditMode="relative" rAng="0" ptsTypes="AA">
                                      <p:cBhvr>
                                        <p:cTn id="3062" dur="12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3063" presetID="8" presetClass="emph" presetSubtype="0" fill="hold" grpId="23" nodeType="withEffect">
                                  <p:stCondLst>
                                    <p:cond delay="1320"/>
                                  </p:stCondLst>
                                  <p:childTnLst>
                                    <p:animRot by="47940">
                                      <p:cBhvr>
                                        <p:cTn id="3064" dur="12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065" presetID="0" presetClass="path" presetSubtype="0" fill="hold" grpId="22" nodeType="withEffect">
                                  <p:stCondLst>
                                    <p:cond delay="1320"/>
                                  </p:stCondLst>
                                  <p:childTnLst>
                                    <p:animMotion origin="layout" path="M 0.096392 -0.00343 L 0.106614 -0.008979 E" pathEditMode="relative" rAng="0" ptsTypes="AA">
                                      <p:cBhvr>
                                        <p:cTn id="3066" dur="12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3067" presetID="8" presetClass="emph" presetSubtype="0" fill="hold" grpId="23" nodeType="withEffect">
                                  <p:stCondLst>
                                    <p:cond delay="1320"/>
                                  </p:stCondLst>
                                  <p:childTnLst>
                                    <p:animRot by="189300">
                                      <p:cBhvr>
                                        <p:cTn id="3068" dur="12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069" presetID="0" presetClass="path" presetSubtype="0" fill="hold" grpId="22" nodeType="withEffect">
                                  <p:stCondLst>
                                    <p:cond delay="1320"/>
                                  </p:stCondLst>
                                  <p:childTnLst>
                                    <p:animMotion origin="layout" path="M 0.096341 -0.003429 L 0.107402 -0.008958 E" pathEditMode="relative" rAng="0" ptsTypes="AA">
                                      <p:cBhvr>
                                        <p:cTn id="3070" dur="12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3071" presetID="8" presetClass="emph" presetSubtype="0" fill="hold" grpId="23" nodeType="withEffect">
                                  <p:stCondLst>
                                    <p:cond delay="1320"/>
                                  </p:stCondLst>
                                  <p:childTnLst>
                                    <p:animRot by="189300">
                                      <p:cBhvr>
                                        <p:cTn id="3072" dur="12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073" presetID="0" presetClass="path" presetSubtype="0" fill="hold" grpId="22" nodeType="withEffect">
                                  <p:stCondLst>
                                    <p:cond delay="1320"/>
                                  </p:stCondLst>
                                  <p:childTnLst>
                                    <p:animMotion origin="layout" path="M 0.096384 -0.003449 L 0.106727 -0.008668 E" pathEditMode="relative" rAng="0" ptsTypes="AA">
                                      <p:cBhvr>
                                        <p:cTn id="3074" dur="12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3075" presetID="8" presetClass="emph" presetSubtype="0" fill="hold" grpId="23" nodeType="withEffect">
                                  <p:stCondLst>
                                    <p:cond delay="1320"/>
                                  </p:stCondLst>
                                  <p:childTnLst>
                                    <p:animRot by="189300">
                                      <p:cBhvr>
                                        <p:cTn id="3076" dur="12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077" presetID="0" presetClass="path" presetSubtype="0" fill="hold" grpId="19" nodeType="withEffect">
                                  <p:stCondLst>
                                    <p:cond delay="1320"/>
                                  </p:stCondLst>
                                  <p:childTnLst>
                                    <p:animMotion origin="layout" path="M 0.095638 -0.013843 L 0.105903 -0.023287 E" pathEditMode="relative" rAng="0" ptsTypes="AA">
                                      <p:cBhvr>
                                        <p:cTn id="3078" dur="12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3079" presetID="8" presetClass="emph" presetSubtype="0" fill="hold" grpId="20" nodeType="withEffect">
                                  <p:stCondLst>
                                    <p:cond delay="1320"/>
                                  </p:stCondLst>
                                  <p:childTnLst>
                                    <p:animRot by="398160">
                                      <p:cBhvr>
                                        <p:cTn id="3080" dur="12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081" presetID="0" presetClass="path" presetSubtype="0" fill="hold" grpId="20" nodeType="withEffect">
                                  <p:stCondLst>
                                    <p:cond delay="1320"/>
                                  </p:stCondLst>
                                  <p:childTnLst>
                                    <p:animMotion origin="layout" path="M 0.095126 0 L 0.104565 0 E" pathEditMode="relative" rAng="0" ptsTypes="AA">
                                      <p:cBhvr>
                                        <p:cTn id="3082" dur="12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3083" presetID="6" presetClass="emph" presetSubtype="0" fill="hold" grpId="21" nodeType="withEffect">
                                  <p:stCondLst>
                                    <p:cond delay="1320"/>
                                  </p:stCondLst>
                                  <p:childTnLst>
                                    <p:animScale>
                                      <p:cBhvr>
                                        <p:cTn id="3084" dur="120" fill="hold"/>
                                        <p:tgtEl>
                                          <p:spTgt spid="39"/>
                                        </p:tgtEl>
                                      </p:cBhvr>
                                      <p:by x="94200" y="94200"/>
                                    </p:animScale>
                                  </p:childTnLst>
                                </p:cTn>
                              </p:par>
                              <p:par>
                                <p:cTn id="3085" presetID="0" presetClass="path" presetSubtype="0" fill="hold" grpId="19" nodeType="withEffect">
                                  <p:stCondLst>
                                    <p:cond delay="1320"/>
                                  </p:stCondLst>
                                  <p:childTnLst>
                                    <p:animMotion origin="layout" path="M 0.101807 -0.005938 L 0.114352 -0.014753 E" pathEditMode="relative" rAng="0" ptsTypes="AA">
                                      <p:cBhvr>
                                        <p:cTn id="3086" dur="12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3087" presetID="8" presetClass="emph" presetSubtype="0" fill="hold" grpId="20" nodeType="withEffect">
                                  <p:stCondLst>
                                    <p:cond delay="1320"/>
                                  </p:stCondLst>
                                  <p:childTnLst>
                                    <p:animRot by="-663660">
                                      <p:cBhvr>
                                        <p:cTn id="3088" dur="12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089" presetID="0" presetClass="path" presetSubtype="0" fill="hold" grpId="19" nodeType="withEffect">
                                  <p:stCondLst>
                                    <p:cond delay="1320"/>
                                  </p:stCondLst>
                                  <p:childTnLst>
                                    <p:animMotion origin="layout" path="M 0.117258 -0.010898 L 0.131144 -0.022075 E" pathEditMode="relative" rAng="0" ptsTypes="AA">
                                      <p:cBhvr>
                                        <p:cTn id="3090" dur="12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3091" presetID="8" presetClass="emph" presetSubtype="0" fill="hold" grpId="20" nodeType="withEffect">
                                  <p:stCondLst>
                                    <p:cond delay="1320"/>
                                  </p:stCondLst>
                                  <p:childTnLst>
                                    <p:animRot by="535920">
                                      <p:cBhvr>
                                        <p:cTn id="3092" dur="12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093" presetID="0" presetClass="path" presetSubtype="0" fill="hold" grpId="19" nodeType="withEffect">
                                  <p:stCondLst>
                                    <p:cond delay="1320"/>
                                  </p:stCondLst>
                                  <p:childTnLst>
                                    <p:animMotion origin="layout" path="M 0.125484 -0.018207 L 0.135924 -0.025429 E" pathEditMode="relative" rAng="0" ptsTypes="AA">
                                      <p:cBhvr>
                                        <p:cTn id="3094" dur="12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3095" presetID="8" presetClass="emph" presetSubtype="0" fill="hold" grpId="20" nodeType="withEffect">
                                  <p:stCondLst>
                                    <p:cond delay="1320"/>
                                  </p:stCondLst>
                                  <p:childTnLst>
                                    <p:animRot by="867360">
                                      <p:cBhvr>
                                        <p:cTn id="3096" dur="12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097" presetID="0" presetClass="path" presetSubtype="0" fill="hold" grpId="19" nodeType="withEffect">
                                  <p:stCondLst>
                                    <p:cond delay="1320"/>
                                  </p:stCondLst>
                                  <p:childTnLst>
                                    <p:animMotion origin="layout" path="M 0.130566 -0.019702 L 0.138875 -0.025905 E" pathEditMode="relative" rAng="0" ptsTypes="AA">
                                      <p:cBhvr>
                                        <p:cTn id="3098" dur="12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3099" presetID="8" presetClass="emph" presetSubtype="0" fill="hold" grpId="20" nodeType="withEffect">
                                  <p:stCondLst>
                                    <p:cond delay="1320"/>
                                  </p:stCondLst>
                                  <p:childTnLst>
                                    <p:animRot by="867360">
                                      <p:cBhvr>
                                        <p:cTn id="3100" dur="12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101" presetID="0" presetClass="path" presetSubtype="0" fill="hold" grpId="19" nodeType="withEffect">
                                  <p:stCondLst>
                                    <p:cond delay="1320"/>
                                  </p:stCondLst>
                                  <p:childTnLst>
                                    <p:animMotion origin="layout" path="M 0.089577 -0.004412 L 0.095049 -0.012028 E" pathEditMode="relative" rAng="0" ptsTypes="AA">
                                      <p:cBhvr>
                                        <p:cTn id="3102" dur="12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3103" presetID="8" presetClass="emph" presetSubtype="0" fill="hold" grpId="20" nodeType="withEffect">
                                  <p:stCondLst>
                                    <p:cond delay="1320"/>
                                  </p:stCondLst>
                                  <p:childTnLst>
                                    <p:animRot by="600540">
                                      <p:cBhvr>
                                        <p:cTn id="3104" dur="12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105" presetID="0" presetClass="path" presetSubtype="0" fill="hold" grpId="19" nodeType="withEffect">
                                  <p:stCondLst>
                                    <p:cond delay="1320"/>
                                  </p:stCondLst>
                                  <p:childTnLst>
                                    <p:animMotion origin="layout" path="M 0.078543 -0.007203 L 0.076196 -0.02012 E" pathEditMode="relative" rAng="0" ptsTypes="AA">
                                      <p:cBhvr>
                                        <p:cTn id="3106" dur="12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3107" presetID="8" presetClass="emph" presetSubtype="0" fill="hold" grpId="20" nodeType="withEffect">
                                  <p:stCondLst>
                                    <p:cond delay="1320"/>
                                  </p:stCondLst>
                                  <p:childTnLst>
                                    <p:animRot by="716520">
                                      <p:cBhvr>
                                        <p:cTn id="3108" dur="12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109" presetID="0" presetClass="path" presetSubtype="0" fill="hold" grpId="19" nodeType="withEffect">
                                  <p:stCondLst>
                                    <p:cond delay="1320"/>
                                  </p:stCondLst>
                                  <p:childTnLst>
                                    <p:animMotion origin="layout" path="M 0.07059 -0.006257 L 0.063819 -0.021612 E" pathEditMode="relative" rAng="0" ptsTypes="AA">
                                      <p:cBhvr>
                                        <p:cTn id="3110" dur="12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3111" presetID="8" presetClass="emph" presetSubtype="0" fill="hold" grpId="20" nodeType="withEffect">
                                  <p:stCondLst>
                                    <p:cond delay="1320"/>
                                  </p:stCondLst>
                                  <p:childTnLst>
                                    <p:animRot by="385080">
                                      <p:cBhvr>
                                        <p:cTn id="3112" dur="12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113" presetID="0" presetClass="path" presetSubtype="0" fill="hold" grpId="18" nodeType="withEffect">
                                  <p:stCondLst>
                                    <p:cond delay="1320"/>
                                  </p:stCondLst>
                                  <p:childTnLst>
                                    <p:animMotion origin="layout" path="M 0.090718 -0.00466 L 0.09876 -0.011275 E" pathEditMode="relative" rAng="0" ptsTypes="AA">
                                      <p:cBhvr>
                                        <p:cTn id="3114" dur="12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3115" presetID="8" presetClass="emph" presetSubtype="0" fill="hold" grpId="19" nodeType="withEffect">
                                  <p:stCondLst>
                                    <p:cond delay="1320"/>
                                  </p:stCondLst>
                                  <p:childTnLst>
                                    <p:animRot by="343620">
                                      <p:cBhvr>
                                        <p:cTn id="3116" dur="12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117" presetID="0" presetClass="path" presetSubtype="0" fill="hold" grpId="19" nodeType="withEffect">
                                  <p:stCondLst>
                                    <p:cond delay="1320"/>
                                  </p:stCondLst>
                                  <p:childTnLst>
                                    <p:animMotion origin="layout" path="M 0.085376 -0.00608 L 0.089904 -0.014017 E" pathEditMode="relative" rAng="0" ptsTypes="AA">
                                      <p:cBhvr>
                                        <p:cTn id="3118" dur="12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3119" presetID="8" presetClass="emph" presetSubtype="0" fill="hold" grpId="20" nodeType="withEffect">
                                  <p:stCondLst>
                                    <p:cond delay="1320"/>
                                  </p:stCondLst>
                                  <p:childTnLst>
                                    <p:animRot by="343620">
                                      <p:cBhvr>
                                        <p:cTn id="3120" dur="12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121" presetID="0" presetClass="path" presetSubtype="0" fill="hold" grpId="18" nodeType="withEffect">
                                  <p:stCondLst>
                                    <p:cond delay="1320"/>
                                  </p:stCondLst>
                                  <p:childTnLst>
                                    <p:animMotion origin="layout" path="M 0.100119 -0.00439 L 0.113691 -0.0124 E" pathEditMode="relative" rAng="0" ptsTypes="AA">
                                      <p:cBhvr>
                                        <p:cTn id="3122" dur="12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3123" presetID="8" presetClass="emph" presetSubtype="0" fill="hold" grpId="19" nodeType="withEffect">
                                  <p:stCondLst>
                                    <p:cond delay="1320"/>
                                  </p:stCondLst>
                                  <p:childTnLst>
                                    <p:animRot by="-746100">
                                      <p:cBhvr>
                                        <p:cTn id="3124" dur="12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125" presetID="0" presetClass="path" presetSubtype="0" fill="hold" grpId="18" nodeType="withEffect">
                                  <p:stCondLst>
                                    <p:cond delay="1320"/>
                                  </p:stCondLst>
                                  <p:childTnLst>
                                    <p:animMotion origin="layout" path="M 0.115391 -0.01206 L 0.137284 -0.032089 E" pathEditMode="relative" rAng="0" ptsTypes="AA">
                                      <p:cBhvr>
                                        <p:cTn id="3126" dur="12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3127" presetID="8" presetClass="emph" presetSubtype="0" fill="hold" grpId="19" nodeType="withEffect">
                                  <p:stCondLst>
                                    <p:cond delay="1320"/>
                                  </p:stCondLst>
                                  <p:childTnLst>
                                    <p:animRot by="-1401840">
                                      <p:cBhvr>
                                        <p:cTn id="3128" dur="12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129" presetID="0" presetClass="path" presetSubtype="0" fill="hold" grpId="19" nodeType="withEffect">
                                  <p:stCondLst>
                                    <p:cond delay="1320"/>
                                  </p:stCondLst>
                                  <p:childTnLst>
                                    <p:animMotion origin="layout" path="M 0.131812 -0.022067 L 0.160524 -0.055866 E" pathEditMode="relative" rAng="0" ptsTypes="AA">
                                      <p:cBhvr>
                                        <p:cTn id="3130" dur="12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3131" presetID="8" presetClass="emph" presetSubtype="0" fill="hold" grpId="20" nodeType="withEffect">
                                  <p:stCondLst>
                                    <p:cond delay="1320"/>
                                  </p:stCondLst>
                                  <p:childTnLst>
                                    <p:animRot by="-1147800">
                                      <p:cBhvr>
                                        <p:cTn id="3132" dur="12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133" presetID="0" presetClass="path" presetSubtype="0" fill="hold" grpId="19" nodeType="withEffect">
                                  <p:stCondLst>
                                    <p:cond delay="1320"/>
                                  </p:stCondLst>
                                  <p:childTnLst>
                                    <p:animMotion origin="layout" path="M 0.120181 -0.018184 L 0.144464 -0.047316 E" pathEditMode="relative" rAng="0" ptsTypes="AA">
                                      <p:cBhvr>
                                        <p:cTn id="3134" dur="12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3135" presetID="8" presetClass="emph" presetSubtype="0" fill="hold" grpId="20" nodeType="withEffect">
                                  <p:stCondLst>
                                    <p:cond delay="1320"/>
                                  </p:stCondLst>
                                  <p:childTnLst>
                                    <p:animRot by="-1147800">
                                      <p:cBhvr>
                                        <p:cTn id="3136" dur="12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137" presetID="0" presetClass="path" presetSubtype="0" fill="hold" grpId="24" nodeType="withEffect">
                                  <p:stCondLst>
                                    <p:cond delay="1440"/>
                                  </p:stCondLst>
                                  <p:childTnLst>
                                    <p:animMotion origin="layout" path="M 0.104565 -0.009045 L 0.115435 -0.009045 E" pathEditMode="relative" rAng="0" ptsTypes="AA">
                                      <p:cBhvr>
                                        <p:cTn id="3138" dur="12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3139" presetID="0" presetClass="path" presetSubtype="0" fill="hold" grpId="24" nodeType="withEffect">
                                  <p:stCondLst>
                                    <p:cond delay="1440"/>
                                  </p:stCondLst>
                                  <p:childTnLst>
                                    <p:animMotion origin="layout" path="M 0.106407 -0.009011 L 0.117276 -0.009011 E" pathEditMode="relative" rAng="0" ptsTypes="AA">
                                      <p:cBhvr>
                                        <p:cTn id="3140" dur="12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3141" presetID="0" presetClass="path" presetSubtype="0" fill="hold" grpId="24" nodeType="withEffect">
                                  <p:stCondLst>
                                    <p:cond delay="1440"/>
                                  </p:stCondLst>
                                  <p:childTnLst>
                                    <p:animMotion origin="layout" path="M 0.10388 -0.009058 L 0.114749 -0.009058 E" pathEditMode="relative" rAng="0" ptsTypes="AA">
                                      <p:cBhvr>
                                        <p:cTn id="3142" dur="12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3143" presetID="0" presetClass="path" presetSubtype="0" fill="hold" grpId="24" nodeType="withEffect">
                                  <p:stCondLst>
                                    <p:cond delay="1440"/>
                                  </p:stCondLst>
                                  <p:childTnLst>
                                    <p:animMotion origin="layout" path="M 0.106614 -0.008979 L 0.117483 -0.008979 E" pathEditMode="relative" rAng="0" ptsTypes="AA">
                                      <p:cBhvr>
                                        <p:cTn id="3144" dur="12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3145" presetID="0" presetClass="path" presetSubtype="0" fill="hold" grpId="24" nodeType="withEffect">
                                  <p:stCondLst>
                                    <p:cond delay="1440"/>
                                  </p:stCondLst>
                                  <p:childTnLst>
                                    <p:animMotion origin="layout" path="M 0.107402 -0.008958 L 0.118271 -0.008958 E" pathEditMode="relative" rAng="0" ptsTypes="AA">
                                      <p:cBhvr>
                                        <p:cTn id="3146" dur="12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3147" presetID="0" presetClass="path" presetSubtype="0" fill="hold" grpId="24" nodeType="withEffect">
                                  <p:stCondLst>
                                    <p:cond delay="1440"/>
                                  </p:stCondLst>
                                  <p:childTnLst>
                                    <p:animMotion origin="layout" path="M 0.106727 -0.008668 L 0.117596 -0.008668 E" pathEditMode="relative" rAng="0" ptsTypes="AA">
                                      <p:cBhvr>
                                        <p:cTn id="3148" dur="12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3149" presetID="0" presetClass="path" presetSubtype="0" fill="hold" grpId="21" nodeType="withEffect">
                                  <p:stCondLst>
                                    <p:cond delay="1440"/>
                                  </p:stCondLst>
                                  <p:childTnLst>
                                    <p:animMotion origin="layout" path="M 0.105903 -0.023287 L 0.116279 -0.015696 E" pathEditMode="relative" rAng="0" ptsTypes="AA">
                                      <p:cBhvr>
                                        <p:cTn id="3150" dur="12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3151" presetID="8" presetClass="emph" presetSubtype="0" fill="hold" grpId="22" nodeType="withEffect">
                                  <p:stCondLst>
                                    <p:cond delay="1440"/>
                                  </p:stCondLst>
                                  <p:childTnLst>
                                    <p:animRot by="-809220">
                                      <p:cBhvr>
                                        <p:cTn id="3152" dur="12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153" presetID="0" presetClass="path" presetSubtype="0" fill="hold" grpId="22" nodeType="withEffect">
                                  <p:stCondLst>
                                    <p:cond delay="1440"/>
                                  </p:stCondLst>
                                  <p:childTnLst>
                                    <p:animMotion origin="layout" path="M 0.104565 0 L 0.115435 0 E" pathEditMode="relative" rAng="0" ptsTypes="AA">
                                      <p:cBhvr>
                                        <p:cTn id="3154" dur="12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3155" presetID="0" presetClass="path" presetSubtype="0" fill="hold" grpId="21" nodeType="withEffect">
                                  <p:stCondLst>
                                    <p:cond delay="1440"/>
                                  </p:stCondLst>
                                  <p:childTnLst>
                                    <p:animMotion origin="layout" path="M 0.114352 -0.014753 L 0.123422 -0.012964 E" pathEditMode="relative" rAng="0" ptsTypes="AA">
                                      <p:cBhvr>
                                        <p:cTn id="3156" dur="12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3157" presetID="8" presetClass="emph" presetSubtype="0" fill="hold" grpId="22" nodeType="withEffect">
                                  <p:stCondLst>
                                    <p:cond delay="1440"/>
                                  </p:stCondLst>
                                  <p:childTnLst>
                                    <p:animRot by="339120">
                                      <p:cBhvr>
                                        <p:cTn id="3158" dur="12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159" presetID="0" presetClass="path" presetSubtype="0" fill="hold" grpId="21" nodeType="withEffect">
                                  <p:stCondLst>
                                    <p:cond delay="1440"/>
                                  </p:stCondLst>
                                  <p:childTnLst>
                                    <p:animMotion origin="layout" path="M 0.131144 -0.022075 L 0.130975 -0.018096 E" pathEditMode="relative" rAng="0" ptsTypes="AA">
                                      <p:cBhvr>
                                        <p:cTn id="3160" dur="12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3161" presetID="8" presetClass="emph" presetSubtype="0" fill="hold" grpId="22" nodeType="withEffect">
                                  <p:stCondLst>
                                    <p:cond delay="1440"/>
                                  </p:stCondLst>
                                  <p:childTnLst>
                                    <p:animRot by="1261680">
                                      <p:cBhvr>
                                        <p:cTn id="3162" dur="12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163" presetID="0" presetClass="path" presetSubtype="0" fill="hold" grpId="21" nodeType="withEffect">
                                  <p:stCondLst>
                                    <p:cond delay="1440"/>
                                  </p:stCondLst>
                                  <p:childTnLst>
                                    <p:animMotion origin="layout" path="M 0.135924 -0.025429 L 0.126626 -0.01723 E" pathEditMode="relative" rAng="0" ptsTypes="AA">
                                      <p:cBhvr>
                                        <p:cTn id="3164" dur="12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3165" presetID="8" presetClass="emph" presetSubtype="0" fill="hold" grpId="22" nodeType="withEffect">
                                  <p:stCondLst>
                                    <p:cond delay="1440"/>
                                  </p:stCondLst>
                                  <p:childTnLst>
                                    <p:animRot by="1764660">
                                      <p:cBhvr>
                                        <p:cTn id="3166" dur="12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167" presetID="0" presetClass="path" presetSubtype="0" fill="hold" grpId="21" nodeType="withEffect">
                                  <p:stCondLst>
                                    <p:cond delay="1440"/>
                                  </p:stCondLst>
                                  <p:childTnLst>
                                    <p:animMotion origin="layout" path="M 0.138875 -0.025905 L 0.124821 -0.017405 E" pathEditMode="relative" rAng="0" ptsTypes="AA">
                                      <p:cBhvr>
                                        <p:cTn id="3168" dur="12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3169" presetID="8" presetClass="emph" presetSubtype="0" fill="hold" grpId="22" nodeType="withEffect">
                                  <p:stCondLst>
                                    <p:cond delay="1440"/>
                                  </p:stCondLst>
                                  <p:childTnLst>
                                    <p:animRot by="1764660">
                                      <p:cBhvr>
                                        <p:cTn id="3170" dur="12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171" presetID="0" presetClass="path" presetSubtype="0" fill="hold" grpId="21" nodeType="withEffect">
                                  <p:stCondLst>
                                    <p:cond delay="1440"/>
                                  </p:stCondLst>
                                  <p:childTnLst>
                                    <p:animMotion origin="layout" path="M 0.095049 -0.012028 L 0.104064 -0.013631 E" pathEditMode="relative" rAng="0" ptsTypes="AA">
                                      <p:cBhvr>
                                        <p:cTn id="3172" dur="12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3173" presetID="8" presetClass="emph" presetSubtype="0" fill="hold" grpId="22" nodeType="withEffect">
                                  <p:stCondLst>
                                    <p:cond delay="1440"/>
                                  </p:stCondLst>
                                  <p:childTnLst>
                                    <p:animRot by="339120">
                                      <p:cBhvr>
                                        <p:cTn id="3174" dur="12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175" presetID="0" presetClass="path" presetSubtype="0" fill="hold" grpId="21" nodeType="withEffect">
                                  <p:stCondLst>
                                    <p:cond delay="1440"/>
                                  </p:stCondLst>
                                  <p:childTnLst>
                                    <p:animMotion origin="layout" path="M 0.076196 -0.02012 L 0.081399 -0.025482 E" pathEditMode="relative" rAng="0" ptsTypes="AA">
                                      <p:cBhvr>
                                        <p:cTn id="3176" dur="12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3177" presetID="8" presetClass="emph" presetSubtype="0" fill="hold" grpId="22" nodeType="withEffect">
                                  <p:stCondLst>
                                    <p:cond delay="1440"/>
                                  </p:stCondLst>
                                  <p:childTnLst>
                                    <p:animRot by="339120">
                                      <p:cBhvr>
                                        <p:cTn id="3178" dur="12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179" presetID="0" presetClass="path" presetSubtype="0" fill="hold" grpId="21" nodeType="withEffect">
                                  <p:stCondLst>
                                    <p:cond delay="1440"/>
                                  </p:stCondLst>
                                  <p:childTnLst>
                                    <p:animMotion origin="layout" path="M 0.063819 -0.021612 L 0.067587 -0.028731 E" pathEditMode="relative" rAng="0" ptsTypes="AA">
                                      <p:cBhvr>
                                        <p:cTn id="3180" dur="12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3181" presetID="8" presetClass="emph" presetSubtype="0" fill="hold" grpId="22" nodeType="withEffect">
                                  <p:stCondLst>
                                    <p:cond delay="1440"/>
                                  </p:stCondLst>
                                  <p:childTnLst>
                                    <p:animRot by="-163920">
                                      <p:cBhvr>
                                        <p:cTn id="3182" dur="12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183" presetID="0" presetClass="path" presetSubtype="0" fill="hold" grpId="20" nodeType="withEffect">
                                  <p:stCondLst>
                                    <p:cond delay="1440"/>
                                  </p:stCondLst>
                                  <p:childTnLst>
                                    <p:animMotion origin="layout" path="M 0.09876 -0.011275 L 0.109629 -0.011275 E" pathEditMode="relative" rAng="0" ptsTypes="AA">
                                      <p:cBhvr>
                                        <p:cTn id="3184" dur="12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3185" presetID="0" presetClass="path" presetSubtype="0" fill="hold" grpId="21" nodeType="withEffect">
                                  <p:stCondLst>
                                    <p:cond delay="1440"/>
                                  </p:stCondLst>
                                  <p:childTnLst>
                                    <p:animMotion origin="layout" path="M 0.089904 -0.014017 L 0.100773 -0.014017 E" pathEditMode="relative" rAng="0" ptsTypes="AA">
                                      <p:cBhvr>
                                        <p:cTn id="3186" dur="12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3187" presetID="0" presetClass="path" presetSubtype="0" fill="hold" grpId="20" nodeType="withEffect">
                                  <p:stCondLst>
                                    <p:cond delay="1440"/>
                                  </p:stCondLst>
                                  <p:childTnLst>
                                    <p:animMotion origin="layout" path="M 0.113691 -0.0124 L 0.12456 -0.0124 E" pathEditMode="relative" rAng="0" ptsTypes="AA">
                                      <p:cBhvr>
                                        <p:cTn id="3188" dur="12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3189" presetID="0" presetClass="path" presetSubtype="0" fill="hold" grpId="20" nodeType="withEffect">
                                  <p:stCondLst>
                                    <p:cond delay="1440"/>
                                  </p:stCondLst>
                                  <p:childTnLst>
                                    <p:animMotion origin="layout" path="M 0.137284 -0.032089 L 0.148545 -0.033489 E" pathEditMode="relative" rAng="0" ptsTypes="AA">
                                      <p:cBhvr>
                                        <p:cTn id="3190" dur="12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3191" presetID="8" presetClass="emph" presetSubtype="0" fill="hold" grpId="21" nodeType="withEffect">
                                  <p:stCondLst>
                                    <p:cond delay="1440"/>
                                  </p:stCondLst>
                                  <p:childTnLst>
                                    <p:animRot by="-176820">
                                      <p:cBhvr>
                                        <p:cTn id="3192" dur="12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193" presetID="0" presetClass="path" presetSubtype="0" fill="hold" grpId="21" nodeType="withEffect">
                                  <p:stCondLst>
                                    <p:cond delay="1440"/>
                                  </p:stCondLst>
                                  <p:childTnLst>
                                    <p:animMotion origin="layout" path="M 0.160524 -0.055866 L 0.172391 -0.059041 E" pathEditMode="relative" rAng="0" ptsTypes="AA">
                                      <p:cBhvr>
                                        <p:cTn id="3194" dur="12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3195" presetID="8" presetClass="emph" presetSubtype="0" fill="hold" grpId="22" nodeType="withEffect">
                                  <p:stCondLst>
                                    <p:cond delay="1440"/>
                                  </p:stCondLst>
                                  <p:childTnLst>
                                    <p:animRot by="-61320">
                                      <p:cBhvr>
                                        <p:cTn id="3196" dur="12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197" presetID="0" presetClass="path" presetSubtype="0" fill="hold" grpId="21" nodeType="withEffect">
                                  <p:stCondLst>
                                    <p:cond delay="1440"/>
                                  </p:stCondLst>
                                  <p:childTnLst>
                                    <p:animMotion origin="layout" path="M 0.144464 -0.047316 L 0.15614 -0.050204 E" pathEditMode="relative" rAng="0" ptsTypes="AA">
                                      <p:cBhvr>
                                        <p:cTn id="3198" dur="12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3199" presetID="8" presetClass="emph" presetSubtype="0" fill="hold" grpId="22" nodeType="withEffect">
                                  <p:stCondLst>
                                    <p:cond delay="1440"/>
                                  </p:stCondLst>
                                  <p:childTnLst>
                                    <p:animRot by="-61320">
                                      <p:cBhvr>
                                        <p:cTn id="3200" dur="12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201" presetID="0" presetClass="path" presetSubtype="0" fill="hold" grpId="25" nodeType="withEffect">
                                  <p:stCondLst>
                                    <p:cond delay="1560"/>
                                  </p:stCondLst>
                                  <p:childTnLst>
                                    <p:animMotion origin="layout" path="M 0.115435 -0.009045 L 0.124874 -0.003455 E" pathEditMode="relative" rAng="0" ptsTypes="AA">
                                      <p:cBhvr>
                                        <p:cTn id="3202" dur="12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3203" presetID="8" presetClass="emph" presetSubtype="0" fill="hold" grpId="26" nodeType="withEffect">
                                  <p:stCondLst>
                                    <p:cond delay="1560"/>
                                  </p:stCondLst>
                                  <p:childTnLst>
                                    <p:animRot by="-47940">
                                      <p:cBhvr>
                                        <p:cTn id="3204" dur="12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205" presetID="0" presetClass="path" presetSubtype="0" fill="hold" grpId="25" nodeType="withEffect">
                                  <p:stCondLst>
                                    <p:cond delay="1560"/>
                                  </p:stCondLst>
                                  <p:childTnLst>
                                    <p:animMotion origin="layout" path="M 0.117276 -0.009011 L 0.126012 -0.003442 E" pathEditMode="relative" rAng="0" ptsTypes="AA">
                                      <p:cBhvr>
                                        <p:cTn id="3206" dur="12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3207" presetID="8" presetClass="emph" presetSubtype="0" fill="hold" grpId="26" nodeType="withEffect">
                                  <p:stCondLst>
                                    <p:cond delay="1560"/>
                                  </p:stCondLst>
                                  <p:childTnLst>
                                    <p:animRot by="-47940">
                                      <p:cBhvr>
                                        <p:cTn id="3208" dur="12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209" presetID="0" presetClass="path" presetSubtype="0" fill="hold" grpId="25" nodeType="withEffect">
                                  <p:stCondLst>
                                    <p:cond delay="1560"/>
                                  </p:stCondLst>
                                  <p:childTnLst>
                                    <p:animMotion origin="layout" path="M 0.114749 -0.009058 L 0.12445 -0.00346 E" pathEditMode="relative" rAng="0" ptsTypes="AA">
                                      <p:cBhvr>
                                        <p:cTn id="3210" dur="12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3211" presetID="8" presetClass="emph" presetSubtype="0" fill="hold" grpId="26" nodeType="withEffect">
                                  <p:stCondLst>
                                    <p:cond delay="1560"/>
                                  </p:stCondLst>
                                  <p:childTnLst>
                                    <p:animRot by="-47940">
                                      <p:cBhvr>
                                        <p:cTn id="3212" dur="12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213" presetID="0" presetClass="path" presetSubtype="0" fill="hold" grpId="25" nodeType="withEffect">
                                  <p:stCondLst>
                                    <p:cond delay="1560"/>
                                  </p:stCondLst>
                                  <p:childTnLst>
                                    <p:animMotion origin="layout" path="M 0.117483 -0.008979 L 0.12614 -0.00343 E" pathEditMode="relative" rAng="0" ptsTypes="AA">
                                      <p:cBhvr>
                                        <p:cTn id="3214" dur="12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3215" presetID="8" presetClass="emph" presetSubtype="0" fill="hold" grpId="26" nodeType="withEffect">
                                  <p:stCondLst>
                                    <p:cond delay="1560"/>
                                  </p:stCondLst>
                                  <p:childTnLst>
                                    <p:animRot by="-189300">
                                      <p:cBhvr>
                                        <p:cTn id="3216" dur="12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217" presetID="0" presetClass="path" presetSubtype="0" fill="hold" grpId="25" nodeType="withEffect">
                                  <p:stCondLst>
                                    <p:cond delay="1560"/>
                                  </p:stCondLst>
                                  <p:childTnLst>
                                    <p:animMotion origin="layout" path="M 0.118271 -0.008958 L 0.126089 -0.003429 E" pathEditMode="relative" rAng="0" ptsTypes="AA">
                                      <p:cBhvr>
                                        <p:cTn id="3218" dur="12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3219" presetID="8" presetClass="emph" presetSubtype="0" fill="hold" grpId="26" nodeType="withEffect">
                                  <p:stCondLst>
                                    <p:cond delay="1560"/>
                                  </p:stCondLst>
                                  <p:childTnLst>
                                    <p:animRot by="-189300">
                                      <p:cBhvr>
                                        <p:cTn id="3220" dur="12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221" presetID="0" presetClass="path" presetSubtype="0" fill="hold" grpId="25" nodeType="withEffect">
                                  <p:stCondLst>
                                    <p:cond delay="1560"/>
                                  </p:stCondLst>
                                  <p:childTnLst>
                                    <p:animMotion origin="layout" path="M 0.117596 -0.008668 L 0.126132 -0.003449 E" pathEditMode="relative" rAng="0" ptsTypes="AA">
                                      <p:cBhvr>
                                        <p:cTn id="3222" dur="12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3223" presetID="8" presetClass="emph" presetSubtype="0" fill="hold" grpId="26" nodeType="withEffect">
                                  <p:stCondLst>
                                    <p:cond delay="1560"/>
                                  </p:stCondLst>
                                  <p:childTnLst>
                                    <p:animRot by="-189300">
                                      <p:cBhvr>
                                        <p:cTn id="3224" dur="12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225" presetID="0" presetClass="path" presetSubtype="0" fill="hold" grpId="23" nodeType="withEffect">
                                  <p:stCondLst>
                                    <p:cond delay="1560"/>
                                  </p:stCondLst>
                                  <p:childTnLst>
                                    <p:animMotion origin="layout" path="M 0.116279 -0.015696 L 0.125895 -0.001558 E" pathEditMode="relative" rAng="0" ptsTypes="AA">
                                      <p:cBhvr>
                                        <p:cTn id="3226" dur="12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3227" presetID="8" presetClass="emph" presetSubtype="0" fill="hold" grpId="24" nodeType="withEffect">
                                  <p:stCondLst>
                                    <p:cond delay="1560"/>
                                  </p:stCondLst>
                                  <p:childTnLst>
                                    <p:animRot by="-898260">
                                      <p:cBhvr>
                                        <p:cTn id="3228" dur="12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229" presetID="0" presetClass="path" presetSubtype="0" fill="hold" grpId="23" nodeType="withEffect">
                                  <p:stCondLst>
                                    <p:cond delay="1560"/>
                                  </p:stCondLst>
                                  <p:childTnLst>
                                    <p:animMotion origin="layout" path="M 0.115435 0 L 0.124874 0 E" pathEditMode="relative" rAng="0" ptsTypes="AA">
                                      <p:cBhvr>
                                        <p:cTn id="3230" dur="12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3231" presetID="6" presetClass="emph" presetSubtype="0" fill="hold" grpId="24" nodeType="withEffect">
                                  <p:stCondLst>
                                    <p:cond delay="1560"/>
                                  </p:stCondLst>
                                  <p:childTnLst>
                                    <p:animScale>
                                      <p:cBhvr>
                                        <p:cTn id="3232" dur="120" fill="hold"/>
                                        <p:tgtEl>
                                          <p:spTgt spid="39"/>
                                        </p:tgtEl>
                                      </p:cBhvr>
                                      <p:by x="106157" y="106157"/>
                                    </p:animScale>
                                  </p:childTnLst>
                                </p:cTn>
                              </p:par>
                              <p:par>
                                <p:cTn id="3233" presetID="0" presetClass="path" presetSubtype="0" fill="hold" grpId="23" nodeType="withEffect">
                                  <p:stCondLst>
                                    <p:cond delay="1560"/>
                                  </p:stCondLst>
                                  <p:childTnLst>
                                    <p:animMotion origin="layout" path="M 0.123422 -0.012964 L 0.128357 -0.004263 E" pathEditMode="relative" rAng="0" ptsTypes="AA">
                                      <p:cBhvr>
                                        <p:cTn id="3234" dur="12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3235" presetID="8" presetClass="emph" presetSubtype="0" fill="hold" grpId="24" nodeType="withEffect">
                                  <p:stCondLst>
                                    <p:cond delay="1560"/>
                                  </p:stCondLst>
                                  <p:childTnLst>
                                    <p:animRot by="873240">
                                      <p:cBhvr>
                                        <p:cTn id="3236" dur="12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237" presetID="0" presetClass="path" presetSubtype="0" fill="hold" grpId="23" nodeType="withEffect">
                                  <p:stCondLst>
                                    <p:cond delay="1560"/>
                                  </p:stCondLst>
                                  <p:childTnLst>
                                    <p:animMotion origin="layout" path="M 0.130975 -0.018096 L 0.126039 -0.007791 E" pathEditMode="relative" rAng="0" ptsTypes="AA">
                                      <p:cBhvr>
                                        <p:cTn id="3238" dur="12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3239" presetID="8" presetClass="emph" presetSubtype="0" fill="hold" grpId="24" nodeType="withEffect">
                                  <p:stCondLst>
                                    <p:cond delay="1560"/>
                                  </p:stCondLst>
                                  <p:childTnLst>
                                    <p:animRot by="727140">
                                      <p:cBhvr>
                                        <p:cTn id="3240" dur="12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241" presetID="0" presetClass="path" presetSubtype="0" fill="hold" grpId="23" nodeType="withEffect">
                                  <p:stCondLst>
                                    <p:cond delay="1560"/>
                                  </p:stCondLst>
                                  <p:childTnLst>
                                    <p:animMotion origin="layout" path="M 0.126626 -0.01723 L 0.115853 -0.007441 E" pathEditMode="relative" rAng="0" ptsTypes="AA">
                                      <p:cBhvr>
                                        <p:cTn id="3242" dur="12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3243" presetID="8" presetClass="emph" presetSubtype="0" fill="hold" grpId="24" nodeType="withEffect">
                                  <p:stCondLst>
                                    <p:cond delay="1560"/>
                                  </p:stCondLst>
                                  <p:childTnLst>
                                    <p:animRot by="1209600">
                                      <p:cBhvr>
                                        <p:cTn id="3244" dur="12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245" presetID="0" presetClass="path" presetSubtype="0" fill="hold" grpId="23" nodeType="withEffect">
                                  <p:stCondLst>
                                    <p:cond delay="1560"/>
                                  </p:stCondLst>
                                  <p:childTnLst>
                                    <p:animMotion origin="layout" path="M 0.124821 -0.017405 L 0.110984 -0.008802 E" pathEditMode="relative" rAng="0" ptsTypes="AA">
                                      <p:cBhvr>
                                        <p:cTn id="3246" dur="12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3247" presetID="8" presetClass="emph" presetSubtype="0" fill="hold" grpId="24" nodeType="withEffect">
                                  <p:stCondLst>
                                    <p:cond delay="1560"/>
                                  </p:stCondLst>
                                  <p:childTnLst>
                                    <p:animRot by="1209600">
                                      <p:cBhvr>
                                        <p:cTn id="3248" dur="12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249" presetID="0" presetClass="path" presetSubtype="0" fill="hold" grpId="23" nodeType="withEffect">
                                  <p:stCondLst>
                                    <p:cond delay="1560"/>
                                  </p:stCondLst>
                                  <p:childTnLst>
                                    <p:animMotion origin="layout" path="M 0.104064 -0.013631 L 0.116149 -0.006212 E" pathEditMode="relative" rAng="0" ptsTypes="AA">
                                      <p:cBhvr>
                                        <p:cTn id="3250" dur="12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3251" presetID="8" presetClass="emph" presetSubtype="0" fill="hold" grpId="24" nodeType="withEffect">
                                  <p:stCondLst>
                                    <p:cond delay="1560"/>
                                  </p:stCondLst>
                                  <p:childTnLst>
                                    <p:animRot by="-390900">
                                      <p:cBhvr>
                                        <p:cTn id="3252" dur="12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253" presetID="0" presetClass="path" presetSubtype="0" fill="hold" grpId="23" nodeType="withEffect">
                                  <p:stCondLst>
                                    <p:cond delay="1560"/>
                                  </p:stCondLst>
                                  <p:childTnLst>
                                    <p:animMotion origin="layout" path="M 0.081399 -0.025482 L 0.098484 -0.013271 E" pathEditMode="relative" rAng="0" ptsTypes="AA">
                                      <p:cBhvr>
                                        <p:cTn id="3254" dur="12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3255" presetID="8" presetClass="emph" presetSubtype="0" fill="hold" grpId="24" nodeType="withEffect">
                                  <p:stCondLst>
                                    <p:cond delay="1560"/>
                                  </p:stCondLst>
                                  <p:childTnLst>
                                    <p:animRot by="-506880">
                                      <p:cBhvr>
                                        <p:cTn id="3256" dur="12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257" presetID="0" presetClass="path" presetSubtype="0" fill="hold" grpId="23" nodeType="withEffect">
                                  <p:stCondLst>
                                    <p:cond delay="1560"/>
                                  </p:stCondLst>
                                  <p:childTnLst>
                                    <p:animMotion origin="layout" path="M 0.067587 -0.028731 L 0.088706 -0.014829 E" pathEditMode="relative" rAng="0" ptsTypes="AA">
                                      <p:cBhvr>
                                        <p:cTn id="3258" dur="12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3259" presetID="8" presetClass="emph" presetSubtype="0" fill="hold" grpId="24" nodeType="withEffect">
                                  <p:stCondLst>
                                    <p:cond delay="1560"/>
                                  </p:stCondLst>
                                  <p:childTnLst>
                                    <p:animRot by="-989340">
                                      <p:cBhvr>
                                        <p:cTn id="3260" dur="12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261" presetID="0" presetClass="path" presetSubtype="0" fill="hold" grpId="21" nodeType="withEffect">
                                  <p:stCondLst>
                                    <p:cond delay="1560"/>
                                  </p:stCondLst>
                                  <p:childTnLst>
                                    <p:animMotion origin="layout" path="M 0.109629 -0.011275 L 0.120465 -0.00466 E" pathEditMode="relative" rAng="0" ptsTypes="AA">
                                      <p:cBhvr>
                                        <p:cTn id="3262" dur="12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3263" presetID="8" presetClass="emph" presetSubtype="0" fill="hold" grpId="22" nodeType="withEffect">
                                  <p:stCondLst>
                                    <p:cond delay="1560"/>
                                  </p:stCondLst>
                                  <p:childTnLst>
                                    <p:animRot by="-343620">
                                      <p:cBhvr>
                                        <p:cTn id="3264" dur="12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265" presetID="0" presetClass="path" presetSubtype="0" fill="hold" grpId="22" nodeType="withEffect">
                                  <p:stCondLst>
                                    <p:cond delay="1560"/>
                                  </p:stCondLst>
                                  <p:childTnLst>
                                    <p:animMotion origin="layout" path="M 0.100773 -0.014017 L 0.115124 -0.00608 E" pathEditMode="relative" rAng="0" ptsTypes="AA">
                                      <p:cBhvr>
                                        <p:cTn id="3266" dur="12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3267" presetID="8" presetClass="emph" presetSubtype="0" fill="hold" grpId="23" nodeType="withEffect">
                                  <p:stCondLst>
                                    <p:cond delay="1560"/>
                                  </p:stCondLst>
                                  <p:childTnLst>
                                    <p:animRot by="-343620">
                                      <p:cBhvr>
                                        <p:cTn id="3268" dur="12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269" presetID="0" presetClass="path" presetSubtype="0" fill="hold" grpId="21" nodeType="withEffect">
                                  <p:stCondLst>
                                    <p:cond delay="1560"/>
                                  </p:stCondLst>
                                  <p:childTnLst>
                                    <p:animMotion origin="layout" path="M 0.12456 -0.0124 L 0.129866 -0.00439 E" pathEditMode="relative" rAng="0" ptsTypes="AA">
                                      <p:cBhvr>
                                        <p:cTn id="3270" dur="12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3271" presetID="8" presetClass="emph" presetSubtype="0" fill="hold" grpId="22" nodeType="withEffect">
                                  <p:stCondLst>
                                    <p:cond delay="1560"/>
                                  </p:stCondLst>
                                  <p:childTnLst>
                                    <p:animRot by="746100">
                                      <p:cBhvr>
                                        <p:cTn id="3272" dur="12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273" presetID="0" presetClass="path" presetSubtype="0" fill="hold" grpId="22" nodeType="withEffect">
                                  <p:stCondLst>
                                    <p:cond delay="1560"/>
                                  </p:stCondLst>
                                  <p:childTnLst>
                                    <p:animMotion origin="layout" path="M 0.148545 -0.033489 L 0.146833 -0.014829 E" pathEditMode="relative" rAng="0" ptsTypes="AA">
                                      <p:cBhvr>
                                        <p:cTn id="3274" dur="12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3275" presetID="8" presetClass="emph" presetSubtype="0" fill="hold" grpId="23" nodeType="withEffect">
                                  <p:stCondLst>
                                    <p:cond delay="1560"/>
                                  </p:stCondLst>
                                  <p:childTnLst>
                                    <p:animRot by="1115760">
                                      <p:cBhvr>
                                        <p:cTn id="3276" dur="12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277" presetID="0" presetClass="path" presetSubtype="0" fill="hold" grpId="23" nodeType="withEffect">
                                  <p:stCondLst>
                                    <p:cond delay="1560"/>
                                  </p:stCondLst>
                                  <p:childTnLst>
                                    <p:animMotion origin="layout" path="M 0.172391 -0.059041 L 0.165657 -0.028176 E" pathEditMode="relative" rAng="0" ptsTypes="AA">
                                      <p:cBhvr>
                                        <p:cTn id="3278" dur="12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3279" presetID="8" presetClass="emph" presetSubtype="0" fill="hold" grpId="24" nodeType="withEffect">
                                  <p:stCondLst>
                                    <p:cond delay="1560"/>
                                  </p:stCondLst>
                                  <p:childTnLst>
                                    <p:animRot by="1048680">
                                      <p:cBhvr>
                                        <p:cTn id="3280" dur="12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281" presetID="0" presetClass="path" presetSubtype="0" fill="hold" grpId="23" nodeType="withEffect">
                                  <p:stCondLst>
                                    <p:cond delay="1560"/>
                                  </p:stCondLst>
                                  <p:childTnLst>
                                    <p:animMotion origin="layout" path="M 0.15614 -0.050204 L 0.153317 -0.023733 E" pathEditMode="relative" rAng="0" ptsTypes="AA">
                                      <p:cBhvr>
                                        <p:cTn id="3282" dur="12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3283" presetID="8" presetClass="emph" presetSubtype="0" fill="hold" grpId="24" nodeType="withEffect">
                                  <p:stCondLst>
                                    <p:cond delay="1560"/>
                                  </p:stCondLst>
                                  <p:childTnLst>
                                    <p:animRot by="1048680">
                                      <p:cBhvr>
                                        <p:cTn id="3284" dur="12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285" presetID="0" presetClass="path" presetSubtype="0" fill="hold" grpId="27" nodeType="withEffect">
                                  <p:stCondLst>
                                    <p:cond delay="1680"/>
                                  </p:stCondLst>
                                  <p:childTnLst>
                                    <p:animMotion origin="layout" path="M 0.124874 -0.003455 L 0.132 0 E" pathEditMode="relative" rAng="0" ptsTypes="AA">
                                      <p:cBhvr>
                                        <p:cTn id="3286" dur="12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3287" presetID="8" presetClass="emph" presetSubtype="0" fill="hold" grpId="28" nodeType="withEffect">
                                  <p:stCondLst>
                                    <p:cond delay="1680"/>
                                  </p:stCondLst>
                                  <p:childTnLst>
                                    <p:animRot by="-77580">
                                      <p:cBhvr>
                                        <p:cTn id="3288" dur="12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289" presetID="0" presetClass="path" presetSubtype="0" fill="hold" grpId="27" nodeType="withEffect">
                                  <p:stCondLst>
                                    <p:cond delay="1680"/>
                                  </p:stCondLst>
                                  <p:childTnLst>
                                    <p:animMotion origin="layout" path="M 0.126012 -0.003442 L 0.132 0 E" pathEditMode="relative" rAng="0" ptsTypes="AA">
                                      <p:cBhvr>
                                        <p:cTn id="3290" dur="12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3291" presetID="8" presetClass="emph" presetSubtype="0" fill="hold" grpId="28" nodeType="withEffect">
                                  <p:stCondLst>
                                    <p:cond delay="1680"/>
                                  </p:stCondLst>
                                  <p:childTnLst>
                                    <p:animRot by="-77580">
                                      <p:cBhvr>
                                        <p:cTn id="3292" dur="12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293" presetID="0" presetClass="path" presetSubtype="0" fill="hold" grpId="27" nodeType="withEffect">
                                  <p:stCondLst>
                                    <p:cond delay="1680"/>
                                  </p:stCondLst>
                                  <p:childTnLst>
                                    <p:animMotion origin="layout" path="M 0.12445 -0.00346 L 0.132 0 E" pathEditMode="relative" rAng="0" ptsTypes="AA">
                                      <p:cBhvr>
                                        <p:cTn id="3294" dur="12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3295" presetID="8" presetClass="emph" presetSubtype="0" fill="hold" grpId="28" nodeType="withEffect">
                                  <p:stCondLst>
                                    <p:cond delay="1680"/>
                                  </p:stCondLst>
                                  <p:childTnLst>
                                    <p:animRot by="-77580">
                                      <p:cBhvr>
                                        <p:cTn id="3296" dur="12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297" presetID="0" presetClass="path" presetSubtype="0" fill="hold" grpId="27" nodeType="withEffect">
                                  <p:stCondLst>
                                    <p:cond delay="1680"/>
                                  </p:stCondLst>
                                  <p:childTnLst>
                                    <p:animMotion origin="layout" path="M 0.12614 -0.00343 L 0.132 0 E" pathEditMode="relative" rAng="0" ptsTypes="AA">
                                      <p:cBhvr>
                                        <p:cTn id="3298" dur="12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3299" presetID="8" presetClass="emph" presetSubtype="0" fill="hold" grpId="28" nodeType="withEffect">
                                  <p:stCondLst>
                                    <p:cond delay="1680"/>
                                  </p:stCondLst>
                                  <p:childTnLst>
                                    <p:animRot by="-138540">
                                      <p:cBhvr>
                                        <p:cTn id="3300" dur="12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301" presetID="0" presetClass="path" presetSubtype="0" fill="hold" grpId="27" nodeType="withEffect">
                                  <p:stCondLst>
                                    <p:cond delay="1680"/>
                                  </p:stCondLst>
                                  <p:childTnLst>
                                    <p:animMotion origin="layout" path="M 0.126089 -0.003429 L 0.131335 1.5e-05 E" pathEditMode="relative" rAng="0" ptsTypes="AA">
                                      <p:cBhvr>
                                        <p:cTn id="3302" dur="12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3303" presetID="8" presetClass="emph" presetSubtype="0" fill="hold" grpId="28" nodeType="withEffect">
                                  <p:stCondLst>
                                    <p:cond delay="1680"/>
                                  </p:stCondLst>
                                  <p:childTnLst>
                                    <p:animRot by="-138540">
                                      <p:cBhvr>
                                        <p:cTn id="3304" dur="12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305" presetID="0" presetClass="path" presetSubtype="0" fill="hold" grpId="27" nodeType="withEffect">
                                  <p:stCondLst>
                                    <p:cond delay="1680"/>
                                  </p:stCondLst>
                                  <p:childTnLst>
                                    <p:animMotion origin="layout" path="M 0.126132 -0.003449 L 0.131892 -0.000257 E" pathEditMode="relative" rAng="0" ptsTypes="AA">
                                      <p:cBhvr>
                                        <p:cTn id="3306" dur="12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3307" presetID="8" presetClass="emph" presetSubtype="0" fill="hold" grpId="28" nodeType="withEffect">
                                  <p:stCondLst>
                                    <p:cond delay="1680"/>
                                  </p:stCondLst>
                                  <p:childTnLst>
                                    <p:animRot by="-138540">
                                      <p:cBhvr>
                                        <p:cTn id="3308" dur="12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309" presetID="0" presetClass="path" presetSubtype="0" fill="hold" grpId="25" nodeType="withEffect">
                                  <p:stCondLst>
                                    <p:cond delay="1680"/>
                                  </p:stCondLst>
                                  <p:childTnLst>
                                    <p:animMotion origin="layout" path="M 0.125895 -0.001558 L 0.131979 -0.000188 E" pathEditMode="relative" rAng="0" ptsTypes="AA">
                                      <p:cBhvr>
                                        <p:cTn id="3310" dur="12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3311" presetID="8" presetClass="emph" presetSubtype="0" fill="hold" grpId="26" nodeType="withEffect">
                                  <p:stCondLst>
                                    <p:cond delay="1680"/>
                                  </p:stCondLst>
                                  <p:childTnLst>
                                    <p:animRot by="254040">
                                      <p:cBhvr>
                                        <p:cTn id="3312" dur="12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313" presetID="0" presetClass="path" presetSubtype="0" fill="hold" grpId="25" nodeType="withEffect">
                                  <p:stCondLst>
                                    <p:cond delay="1680"/>
                                  </p:stCondLst>
                                  <p:childTnLst>
                                    <p:animMotion origin="layout" path="M 0.124874 0 L 0.132 0 E" pathEditMode="relative" rAng="0" ptsTypes="AA">
                                      <p:cBhvr>
                                        <p:cTn id="3314" dur="12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3315" presetID="6" presetClass="emph" presetSubtype="0" fill="hold" grpId="26" nodeType="withEffect">
                                  <p:stCondLst>
                                    <p:cond delay="1680"/>
                                  </p:stCondLst>
                                  <p:childTnLst>
                                    <p:animScale>
                                      <p:cBhvr>
                                        <p:cTn id="3316" dur="120" fill="hold"/>
                                        <p:tgtEl>
                                          <p:spTgt spid="39"/>
                                        </p:tgtEl>
                                      </p:cBhvr>
                                      <p:by x="103573" y="103573"/>
                                    </p:animScale>
                                  </p:childTnLst>
                                </p:cTn>
                              </p:par>
                              <p:par>
                                <p:cTn id="3317" presetID="0" presetClass="path" presetSubtype="0" fill="hold" grpId="25" nodeType="withEffect">
                                  <p:stCondLst>
                                    <p:cond delay="1680"/>
                                  </p:stCondLst>
                                  <p:childTnLst>
                                    <p:animMotion origin="layout" path="M 0.128357 -0.004263 L 0.131258 -2.3e-05 E" pathEditMode="relative" rAng="0" ptsTypes="AA">
                                      <p:cBhvr>
                                        <p:cTn id="3318" dur="12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3319" presetID="8" presetClass="emph" presetSubtype="0" fill="hold" grpId="26" nodeType="withEffect">
                                  <p:stCondLst>
                                    <p:cond delay="1680"/>
                                  </p:stCondLst>
                                  <p:childTnLst>
                                    <p:animRot by="832680">
                                      <p:cBhvr>
                                        <p:cTn id="3320" dur="12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321" presetID="0" presetClass="path" presetSubtype="0" fill="hold" grpId="25" nodeType="withEffect">
                                  <p:stCondLst>
                                    <p:cond delay="1680"/>
                                  </p:stCondLst>
                                  <p:childTnLst>
                                    <p:animMotion origin="layout" path="M 0.126039 -0.007791 L 0.124406 -0.00172 E" pathEditMode="relative" rAng="0" ptsTypes="AA">
                                      <p:cBhvr>
                                        <p:cTn id="3322" dur="12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3323" presetID="8" presetClass="emph" presetSubtype="0" fill="hold" grpId="26" nodeType="withEffect">
                                  <p:stCondLst>
                                    <p:cond delay="1680"/>
                                  </p:stCondLst>
                                  <p:childTnLst>
                                    <p:animRot by="-266820">
                                      <p:cBhvr>
                                        <p:cTn id="3324" dur="12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325" presetID="0" presetClass="path" presetSubtype="0" fill="hold" grpId="25" nodeType="withEffect">
                                  <p:stCondLst>
                                    <p:cond delay="1680"/>
                                  </p:stCondLst>
                                  <p:childTnLst>
                                    <p:animMotion origin="layout" path="M 0.115853 -0.007441 L 0.115664 -0.000558 E" pathEditMode="relative" rAng="0" ptsTypes="AA">
                                      <p:cBhvr>
                                        <p:cTn id="3326" dur="12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3327" presetID="8" presetClass="emph" presetSubtype="0" fill="hold" grpId="26" nodeType="withEffect">
                                  <p:stCondLst>
                                    <p:cond delay="1680"/>
                                  </p:stCondLst>
                                  <p:childTnLst>
                                    <p:animRot by="10800">
                                      <p:cBhvr>
                                        <p:cTn id="3328" dur="12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329" presetID="0" presetClass="path" presetSubtype="0" fill="hold" grpId="25" nodeType="withEffect">
                                  <p:stCondLst>
                                    <p:cond delay="1680"/>
                                  </p:stCondLst>
                                  <p:childTnLst>
                                    <p:animMotion origin="layout" path="M 0.110984 -0.008802 L 0.11077 -0.001935 E" pathEditMode="relative" rAng="0" ptsTypes="AA">
                                      <p:cBhvr>
                                        <p:cTn id="3330" dur="12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3331" presetID="8" presetClass="emph" presetSubtype="0" fill="hold" grpId="26" nodeType="withEffect">
                                  <p:stCondLst>
                                    <p:cond delay="1680"/>
                                  </p:stCondLst>
                                  <p:childTnLst>
                                    <p:animRot by="10800">
                                      <p:cBhvr>
                                        <p:cTn id="3332" dur="12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333" presetID="0" presetClass="path" presetSubtype="0" fill="hold" grpId="25" nodeType="withEffect">
                                  <p:stCondLst>
                                    <p:cond delay="1680"/>
                                  </p:stCondLst>
                                  <p:childTnLst>
                                    <p:animMotion origin="layout" path="M 0.116149 -0.006212 L 0.131258 -2.3e-05 E" pathEditMode="relative" rAng="0" ptsTypes="AA">
                                      <p:cBhvr>
                                        <p:cTn id="3334" dur="12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3335" presetID="8" presetClass="emph" presetSubtype="0" fill="hold" grpId="26" nodeType="withEffect">
                                  <p:stCondLst>
                                    <p:cond delay="1680"/>
                                  </p:stCondLst>
                                  <p:childTnLst>
                                    <p:animRot by="-1212840">
                                      <p:cBhvr>
                                        <p:cTn id="3336" dur="12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337" presetID="0" presetClass="path" presetSubtype="0" fill="hold" grpId="25" nodeType="withEffect">
                                  <p:stCondLst>
                                    <p:cond delay="1680"/>
                                  </p:stCondLst>
                                  <p:childTnLst>
                                    <p:animMotion origin="layout" path="M 0.098484 -0.013271 L 0.12969 -0.000114 E" pathEditMode="relative" rAng="0" ptsTypes="AA">
                                      <p:cBhvr>
                                        <p:cTn id="3338" dur="12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3339" presetID="8" presetClass="emph" presetSubtype="0" fill="hold" grpId="26" nodeType="withEffect">
                                  <p:stCondLst>
                                    <p:cond delay="1680"/>
                                  </p:stCondLst>
                                  <p:childTnLst>
                                    <p:animRot by="-1400460">
                                      <p:cBhvr>
                                        <p:cTn id="3340" dur="12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341" presetID="0" presetClass="path" presetSubtype="0" fill="hold" grpId="25" nodeType="withEffect">
                                  <p:stCondLst>
                                    <p:cond delay="1680"/>
                                  </p:stCondLst>
                                  <p:childTnLst>
                                    <p:animMotion origin="layout" path="M 0.088706 -0.014829 L 0.129734 -0.001491 E" pathEditMode="relative" rAng="0" ptsTypes="AA">
                                      <p:cBhvr>
                                        <p:cTn id="3342" dur="12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3343" presetID="8" presetClass="emph" presetSubtype="0" fill="hold" grpId="26" nodeType="withEffect">
                                  <p:stCondLst>
                                    <p:cond delay="1680"/>
                                  </p:stCondLst>
                                  <p:childTnLst>
                                    <p:animRot by="-1678020">
                                      <p:cBhvr>
                                        <p:cTn id="3344" dur="12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345" presetID="0" presetClass="path" presetSubtype="0" fill="hold" grpId="23" nodeType="withEffect">
                                  <p:stCondLst>
                                    <p:cond delay="1680"/>
                                  </p:stCondLst>
                                  <p:childTnLst>
                                    <p:animMotion origin="layout" path="M 0.120465 -0.00466 L 0.13103 -4.5e-05 E" pathEditMode="relative" rAng="0" ptsTypes="AA">
                                      <p:cBhvr>
                                        <p:cTn id="3346" dur="12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3347" presetID="8" presetClass="emph" presetSubtype="0" fill="hold" grpId="24" nodeType="withEffect">
                                  <p:stCondLst>
                                    <p:cond delay="1680"/>
                                  </p:stCondLst>
                                  <p:childTnLst>
                                    <p:animRot by="-757320">
                                      <p:cBhvr>
                                        <p:cTn id="3348" dur="12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349" presetID="0" presetClass="path" presetSubtype="0" fill="hold" grpId="24" nodeType="withEffect">
                                  <p:stCondLst>
                                    <p:cond delay="1680"/>
                                  </p:stCondLst>
                                  <p:childTnLst>
                                    <p:animMotion origin="layout" path="M 0.115124 -0.00608 L 0.133583 -0.000787 E" pathEditMode="relative" rAng="0" ptsTypes="AA">
                                      <p:cBhvr>
                                        <p:cTn id="3350" dur="12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3351" presetID="8" presetClass="emph" presetSubtype="0" fill="hold" grpId="25" nodeType="withEffect">
                                  <p:stCondLst>
                                    <p:cond delay="1680"/>
                                  </p:stCondLst>
                                  <p:childTnLst>
                                    <p:animRot by="-757320">
                                      <p:cBhvr>
                                        <p:cTn id="3352" dur="12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353" presetID="0" presetClass="path" presetSubtype="0" fill="hold" grpId="23" nodeType="withEffect">
                                  <p:stCondLst>
                                    <p:cond delay="1680"/>
                                  </p:stCondLst>
                                  <p:childTnLst>
                                    <p:animMotion origin="layout" path="M 0.129866 -0.00439 L 0.13103 -4.5e-05 E" pathEditMode="relative" rAng="0" ptsTypes="AA">
                                      <p:cBhvr>
                                        <p:cTn id="3354" dur="12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3355" presetID="8" presetClass="emph" presetSubtype="0" fill="hold" grpId="24" nodeType="withEffect">
                                  <p:stCondLst>
                                    <p:cond delay="1680"/>
                                  </p:stCondLst>
                                  <p:childTnLst>
                                    <p:animRot by="1006080">
                                      <p:cBhvr>
                                        <p:cTn id="3356" dur="12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357" presetID="0" presetClass="path" presetSubtype="0" fill="hold" grpId="24" nodeType="withEffect">
                                  <p:stCondLst>
                                    <p:cond delay="1680"/>
                                  </p:stCondLst>
                                  <p:childTnLst>
                                    <p:animMotion origin="layout" path="M 0.146833 -0.014829 L 0.134961 -0.001385 E" pathEditMode="relative" rAng="0" ptsTypes="AA">
                                      <p:cBhvr>
                                        <p:cTn id="3358" dur="12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3359" presetID="8" presetClass="emph" presetSubtype="0" fill="hold" grpId="25" nodeType="withEffect">
                                  <p:stCondLst>
                                    <p:cond delay="1680"/>
                                  </p:stCondLst>
                                  <p:childTnLst>
                                    <p:animRot by="1780980">
                                      <p:cBhvr>
                                        <p:cTn id="3360" dur="12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361" presetID="0" presetClass="path" presetSubtype="0" fill="hold" grpId="25" nodeType="withEffect">
                                  <p:stCondLst>
                                    <p:cond delay="1680"/>
                                  </p:stCondLst>
                                  <p:childTnLst>
                                    <p:animMotion origin="layout" path="M 0.165657 -0.028176 L 0.142303 -0.002994 E" pathEditMode="relative" rAng="0" ptsTypes="AA">
                                      <p:cBhvr>
                                        <p:cTn id="3362" dur="12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3363" presetID="8" presetClass="emph" presetSubtype="0" fill="hold" grpId="26" nodeType="withEffect">
                                  <p:stCondLst>
                                    <p:cond delay="1680"/>
                                  </p:stCondLst>
                                  <p:childTnLst>
                                    <p:animRot by="1556760">
                                      <p:cBhvr>
                                        <p:cTn id="3364" dur="12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365" presetID="0" presetClass="path" presetSubtype="0" fill="hold" grpId="25" nodeType="withEffect">
                                  <p:stCondLst>
                                    <p:cond delay="1680"/>
                                  </p:stCondLst>
                                  <p:childTnLst>
                                    <p:animMotion origin="layout" path="M 0.153317 -0.023733 L 0.137734 -0.002447 E" pathEditMode="relative" rAng="0" ptsTypes="AA">
                                      <p:cBhvr>
                                        <p:cTn id="3366" dur="12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3367" presetID="8" presetClass="emph" presetSubtype="0" fill="hold" grpId="26" nodeType="withEffect">
                                  <p:stCondLst>
                                    <p:cond delay="1680"/>
                                  </p:stCondLst>
                                  <p:childTnLst>
                                    <p:animRot by="1556760">
                                      <p:cBhvr>
                                        <p:cTn id="3368" dur="12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369" presetID="0" presetClass="path" presetSubtype="0" fill="hold" grpId="29" nodeType="withEffect">
                                  <p:stCondLst>
                                    <p:cond delay="1800"/>
                                  </p:stCondLst>
                                  <p:childTnLst>
                                    <p:animMotion origin="layout" path="M 0.132 0 L 0.139126 -0.003455 E" pathEditMode="relative" rAng="0" ptsTypes="AA">
                                      <p:cBhvr>
                                        <p:cTn id="3370" dur="12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3371" presetID="8" presetClass="emph" presetSubtype="0" fill="hold" grpId="30" nodeType="withEffect">
                                  <p:stCondLst>
                                    <p:cond delay="1800"/>
                                  </p:stCondLst>
                                  <p:childTnLst>
                                    <p:animRot by="-77580">
                                      <p:cBhvr>
                                        <p:cTn id="3372" dur="12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373" presetID="0" presetClass="path" presetSubtype="0" fill="hold" grpId="29" nodeType="withEffect">
                                  <p:stCondLst>
                                    <p:cond delay="1800"/>
                                  </p:stCondLst>
                                  <p:childTnLst>
                                    <p:animMotion origin="layout" path="M 0.132 0 L 0.137988 -0.003442 E" pathEditMode="relative" rAng="0" ptsTypes="AA">
                                      <p:cBhvr>
                                        <p:cTn id="3374" dur="12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3375" presetID="8" presetClass="emph" presetSubtype="0" fill="hold" grpId="30" nodeType="withEffect">
                                  <p:stCondLst>
                                    <p:cond delay="1800"/>
                                  </p:stCondLst>
                                  <p:childTnLst>
                                    <p:animRot by="-77580">
                                      <p:cBhvr>
                                        <p:cTn id="3376" dur="12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377" presetID="0" presetClass="path" presetSubtype="0" fill="hold" grpId="29" nodeType="withEffect">
                                  <p:stCondLst>
                                    <p:cond delay="1800"/>
                                  </p:stCondLst>
                                  <p:childTnLst>
                                    <p:animMotion origin="layout" path="M 0.132 0 L 0.13955 -0.00346 E" pathEditMode="relative" rAng="0" ptsTypes="AA">
                                      <p:cBhvr>
                                        <p:cTn id="3378" dur="12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3379" presetID="8" presetClass="emph" presetSubtype="0" fill="hold" grpId="30" nodeType="withEffect">
                                  <p:stCondLst>
                                    <p:cond delay="1800"/>
                                  </p:stCondLst>
                                  <p:childTnLst>
                                    <p:animRot by="-77580">
                                      <p:cBhvr>
                                        <p:cTn id="3380" dur="12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381" presetID="0" presetClass="path" presetSubtype="0" fill="hold" grpId="29" nodeType="withEffect">
                                  <p:stCondLst>
                                    <p:cond delay="1800"/>
                                  </p:stCondLst>
                                  <p:childTnLst>
                                    <p:animMotion origin="layout" path="M 0.132 0 L 0.13786 -0.00343 E" pathEditMode="relative" rAng="0" ptsTypes="AA">
                                      <p:cBhvr>
                                        <p:cTn id="3382" dur="12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3383" presetID="8" presetClass="emph" presetSubtype="0" fill="hold" grpId="30" nodeType="withEffect">
                                  <p:stCondLst>
                                    <p:cond delay="1800"/>
                                  </p:stCondLst>
                                  <p:childTnLst>
                                    <p:animRot by="68760">
                                      <p:cBhvr>
                                        <p:cTn id="3384" dur="12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385" presetID="0" presetClass="path" presetSubtype="0" fill="hold" grpId="29" nodeType="withEffect">
                                  <p:stCondLst>
                                    <p:cond delay="1800"/>
                                  </p:stCondLst>
                                  <p:childTnLst>
                                    <p:animMotion origin="layout" path="M 0.131335 1.5e-05 L 0.1375 -0.003425 E" pathEditMode="relative" rAng="0" ptsTypes="AA">
                                      <p:cBhvr>
                                        <p:cTn id="3386" dur="12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3387" presetID="8" presetClass="emph" presetSubtype="0" fill="hold" grpId="30" nodeType="withEffect">
                                  <p:stCondLst>
                                    <p:cond delay="1800"/>
                                  </p:stCondLst>
                                  <p:childTnLst>
                                    <p:animRot by="68760">
                                      <p:cBhvr>
                                        <p:cTn id="3388" dur="12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389" presetID="0" presetClass="path" presetSubtype="0" fill="hold" grpId="29" nodeType="withEffect">
                                  <p:stCondLst>
                                    <p:cond delay="1800"/>
                                  </p:stCondLst>
                                  <p:childTnLst>
                                    <p:animMotion origin="layout" path="M 0.131892 -0.000257 L 0.137803 -0.003569 E" pathEditMode="relative" rAng="0" ptsTypes="AA">
                                      <p:cBhvr>
                                        <p:cTn id="3390" dur="12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3391" presetID="8" presetClass="emph" presetSubtype="0" fill="hold" grpId="30" nodeType="withEffect">
                                  <p:stCondLst>
                                    <p:cond delay="1800"/>
                                  </p:stCondLst>
                                  <p:childTnLst>
                                    <p:animRot by="68760">
                                      <p:cBhvr>
                                        <p:cTn id="3392" dur="12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393" presetID="0" presetClass="path" presetSubtype="0" fill="hold" grpId="27" nodeType="withEffect">
                                  <p:stCondLst>
                                    <p:cond delay="1800"/>
                                  </p:stCondLst>
                                  <p:childTnLst>
                                    <p:animMotion origin="layout" path="M 0.131979 -0.000188 L 0.138167 -0.013298 E" pathEditMode="relative" rAng="0" ptsTypes="AA">
                                      <p:cBhvr>
                                        <p:cTn id="3394" dur="12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3395" presetID="8" presetClass="emph" presetSubtype="0" fill="hold" grpId="28" nodeType="withEffect">
                                  <p:stCondLst>
                                    <p:cond delay="1800"/>
                                  </p:stCondLst>
                                  <p:childTnLst>
                                    <p:animRot by="1055280">
                                      <p:cBhvr>
                                        <p:cTn id="3396" dur="12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397" presetID="0" presetClass="path" presetSubtype="0" fill="hold" grpId="27" nodeType="withEffect">
                                  <p:stCondLst>
                                    <p:cond delay="1800"/>
                                  </p:stCondLst>
                                  <p:childTnLst>
                                    <p:animMotion origin="layout" path="M 0.132 0 L 0.139126 0 E" pathEditMode="relative" rAng="0" ptsTypes="AA">
                                      <p:cBhvr>
                                        <p:cTn id="3398" dur="12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3399" presetID="6" presetClass="emph" presetSubtype="0" fill="hold" grpId="28" nodeType="withEffect">
                                  <p:stCondLst>
                                    <p:cond delay="1800"/>
                                  </p:stCondLst>
                                  <p:childTnLst>
                                    <p:animScale>
                                      <p:cBhvr>
                                        <p:cTn id="3400" dur="120" fill="hold"/>
                                        <p:tgtEl>
                                          <p:spTgt spid="39"/>
                                        </p:tgtEl>
                                      </p:cBhvr>
                                      <p:by x="96550" y="96550"/>
                                    </p:animScale>
                                  </p:childTnLst>
                                </p:cTn>
                              </p:par>
                              <p:par>
                                <p:cTn id="3401" presetID="0" presetClass="path" presetSubtype="0" fill="hold" grpId="27" nodeType="withEffect">
                                  <p:stCondLst>
                                    <p:cond delay="1800"/>
                                  </p:stCondLst>
                                  <p:childTnLst>
                                    <p:animMotion origin="layout" path="M 0.131258 -2.3e-05 L 0.135196 -0.004439 E" pathEditMode="relative" rAng="0" ptsTypes="AA">
                                      <p:cBhvr>
                                        <p:cTn id="3402" dur="12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3403" presetID="8" presetClass="emph" presetSubtype="0" fill="hold" grpId="28" nodeType="withEffect">
                                  <p:stCondLst>
                                    <p:cond delay="1800"/>
                                  </p:stCondLst>
                                  <p:childTnLst>
                                    <p:animRot by="664080">
                                      <p:cBhvr>
                                        <p:cTn id="3404" dur="12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405" presetID="0" presetClass="path" presetSubtype="0" fill="hold" grpId="27" nodeType="withEffect">
                                  <p:stCondLst>
                                    <p:cond delay="1800"/>
                                  </p:stCondLst>
                                  <p:childTnLst>
                                    <p:animMotion origin="layout" path="M 0.124406 -0.00172 L 0.124144 -0.006963 E" pathEditMode="relative" rAng="0" ptsTypes="AA">
                                      <p:cBhvr>
                                        <p:cTn id="3406" dur="12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3407" presetID="8" presetClass="emph" presetSubtype="0" fill="hold" grpId="28" nodeType="withEffect">
                                  <p:stCondLst>
                                    <p:cond delay="1800"/>
                                  </p:stCondLst>
                                  <p:childTnLst>
                                    <p:animRot by="-97920">
                                      <p:cBhvr>
                                        <p:cTn id="3408" dur="12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409" presetID="0" presetClass="path" presetSubtype="0" fill="hold" grpId="27" nodeType="withEffect">
                                  <p:stCondLst>
                                    <p:cond delay="1800"/>
                                  </p:stCondLst>
                                  <p:childTnLst>
                                    <p:animMotion origin="layout" path="M 0.115664 -0.000558 L 0.116151 -0.00563 E" pathEditMode="relative" rAng="0" ptsTypes="AA">
                                      <p:cBhvr>
                                        <p:cTn id="3410" dur="12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3411" presetID="8" presetClass="emph" presetSubtype="0" fill="hold" grpId="28" nodeType="withEffect">
                                  <p:stCondLst>
                                    <p:cond delay="1800"/>
                                  </p:stCondLst>
                                  <p:childTnLst>
                                    <p:animRot by="-131220">
                                      <p:cBhvr>
                                        <p:cTn id="3412" dur="12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413" presetID="0" presetClass="path" presetSubtype="0" fill="hold" grpId="27" nodeType="withEffect">
                                  <p:stCondLst>
                                    <p:cond delay="1800"/>
                                  </p:stCondLst>
                                  <p:childTnLst>
                                    <p:animMotion origin="layout" path="M 0.11077 -0.001935 L 0.111566 -0.006826 E" pathEditMode="relative" rAng="0" ptsTypes="AA">
                                      <p:cBhvr>
                                        <p:cTn id="3414" dur="12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3415" presetID="8" presetClass="emph" presetSubtype="0" fill="hold" grpId="28" nodeType="withEffect">
                                  <p:stCondLst>
                                    <p:cond delay="1800"/>
                                  </p:stCondLst>
                                  <p:childTnLst>
                                    <p:animRot by="-131220">
                                      <p:cBhvr>
                                        <p:cTn id="3416" dur="12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417" presetID="0" presetClass="path" presetSubtype="0" fill="hold" grpId="27" nodeType="withEffect">
                                  <p:stCondLst>
                                    <p:cond delay="1800"/>
                                  </p:stCondLst>
                                  <p:childTnLst>
                                    <p:animMotion origin="layout" path="M 0.131258 -2.3e-05 L 0.147425 -0.005964 E" pathEditMode="relative" rAng="0" ptsTypes="AA">
                                      <p:cBhvr>
                                        <p:cTn id="3418" dur="12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3419" presetID="8" presetClass="emph" presetSubtype="0" fill="hold" grpId="28" nodeType="withEffect">
                                  <p:stCondLst>
                                    <p:cond delay="1800"/>
                                  </p:stCondLst>
                                  <p:childTnLst>
                                    <p:animRot by="-1381380">
                                      <p:cBhvr>
                                        <p:cTn id="3420" dur="12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421" presetID="0" presetClass="path" presetSubtype="0" fill="hold" grpId="27" nodeType="withEffect">
                                  <p:stCondLst>
                                    <p:cond delay="1800"/>
                                  </p:stCondLst>
                                  <p:childTnLst>
                                    <p:animMotion origin="layout" path="M 0.12969 -0.000114 L 0.16292 -0.010504 E" pathEditMode="relative" rAng="0" ptsTypes="AA">
                                      <p:cBhvr>
                                        <p:cTn id="3422" dur="12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3423" presetID="8" presetClass="emph" presetSubtype="0" fill="hold" grpId="28" nodeType="withEffect">
                                  <p:stCondLst>
                                    <p:cond delay="1800"/>
                                  </p:stCondLst>
                                  <p:childTnLst>
                                    <p:animRot by="-1308300">
                                      <p:cBhvr>
                                        <p:cTn id="3424" dur="12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425" presetID="0" presetClass="path" presetSubtype="0" fill="hold" grpId="27" nodeType="withEffect">
                                  <p:stCondLst>
                                    <p:cond delay="1800"/>
                                  </p:stCondLst>
                                  <p:childTnLst>
                                    <p:animMotion origin="layout" path="M 0.129734 -0.001491 L 0.1712 -0.017359 E" pathEditMode="relative" rAng="0" ptsTypes="AA">
                                      <p:cBhvr>
                                        <p:cTn id="3426" dur="12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3427" presetID="8" presetClass="emph" presetSubtype="0" fill="hold" grpId="28" nodeType="withEffect">
                                  <p:stCondLst>
                                    <p:cond delay="1800"/>
                                  </p:stCondLst>
                                  <p:childTnLst>
                                    <p:animRot by="-1275000">
                                      <p:cBhvr>
                                        <p:cTn id="3428" dur="12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429" presetID="0" presetClass="path" presetSubtype="0" fill="hold" grpId="25" nodeType="withEffect">
                                  <p:stCondLst>
                                    <p:cond delay="1800"/>
                                  </p:stCondLst>
                                  <p:childTnLst>
                                    <p:animMotion origin="layout" path="M 0.13103 -4.5e-05 L 0.142955 -0.00439 E" pathEditMode="relative" rAng="0" ptsTypes="AA">
                                      <p:cBhvr>
                                        <p:cTn id="3430" dur="12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3431" presetID="8" presetClass="emph" presetSubtype="0" fill="hold" grpId="26" nodeType="withEffect">
                                  <p:stCondLst>
                                    <p:cond delay="1800"/>
                                  </p:stCondLst>
                                  <p:childTnLst>
                                    <p:animRot by="-1006080">
                                      <p:cBhvr>
                                        <p:cTn id="3432" dur="12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433" presetID="0" presetClass="path" presetSubtype="0" fill="hold" grpId="26" nodeType="withEffect">
                                  <p:stCondLst>
                                    <p:cond delay="1800"/>
                                  </p:stCondLst>
                                  <p:childTnLst>
                                    <p:animMotion origin="layout" path="M 0.133583 -0.000787 L 0.158236 -0.01192 E" pathEditMode="relative" rAng="0" ptsTypes="AA">
                                      <p:cBhvr>
                                        <p:cTn id="3434" dur="12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3435" presetID="8" presetClass="emph" presetSubtype="0" fill="hold" grpId="27" nodeType="withEffect">
                                  <p:stCondLst>
                                    <p:cond delay="1800"/>
                                  </p:stCondLst>
                                  <p:childTnLst>
                                    <p:animRot by="-1604160">
                                      <p:cBhvr>
                                        <p:cTn id="3436" dur="12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437" presetID="0" presetClass="path" presetSubtype="0" fill="hold" grpId="25" nodeType="withEffect">
                                  <p:stCondLst>
                                    <p:cond delay="1800"/>
                                  </p:stCondLst>
                                  <p:childTnLst>
                                    <p:animMotion origin="layout" path="M 0.13103 -4.5e-05 L 0.133553 -0.00466 E" pathEditMode="relative" rAng="0" ptsTypes="AA">
                                      <p:cBhvr>
                                        <p:cTn id="3438" dur="12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3439" presetID="8" presetClass="emph" presetSubtype="0" fill="hold" grpId="26" nodeType="withEffect">
                                  <p:stCondLst>
                                    <p:cond delay="1800"/>
                                  </p:stCondLst>
                                  <p:childTnLst>
                                    <p:animRot by="757320">
                                      <p:cBhvr>
                                        <p:cTn id="3440" dur="12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441" presetID="0" presetClass="path" presetSubtype="0" fill="hold" grpId="26" nodeType="withEffect">
                                  <p:stCondLst>
                                    <p:cond delay="1800"/>
                                  </p:stCondLst>
                                  <p:childTnLst>
                                    <p:animMotion origin="layout" path="M 0.134961 -0.001385 L 0.1282 -0.005922 E" pathEditMode="relative" rAng="0" ptsTypes="AA">
                                      <p:cBhvr>
                                        <p:cTn id="3442" dur="12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3443" presetID="8" presetClass="emph" presetSubtype="0" fill="hold" grpId="27" nodeType="withEffect">
                                  <p:stCondLst>
                                    <p:cond delay="1800"/>
                                  </p:stCondLst>
                                  <p:childTnLst>
                                    <p:animRot by="1043400">
                                      <p:cBhvr>
                                        <p:cTn id="3444" dur="12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445" presetID="0" presetClass="path" presetSubtype="0" fill="hold" grpId="27" nodeType="withEffect">
                                  <p:stCondLst>
                                    <p:cond delay="1800"/>
                                  </p:stCondLst>
                                  <p:childTnLst>
                                    <p:animMotion origin="layout" path="M 0.142303 -0.002994 L 0.1281 -0.006069 E" pathEditMode="relative" rAng="0" ptsTypes="AA">
                                      <p:cBhvr>
                                        <p:cTn id="3446" dur="12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3447" presetID="8" presetClass="emph" presetSubtype="0" fill="hold" grpId="28" nodeType="withEffect">
                                  <p:stCondLst>
                                    <p:cond delay="1800"/>
                                  </p:stCondLst>
                                  <p:childTnLst>
                                    <p:animRot by="747840">
                                      <p:cBhvr>
                                        <p:cTn id="3448" dur="12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449" presetID="0" presetClass="path" presetSubtype="0" fill="hold" grpId="27" nodeType="withEffect">
                                  <p:stCondLst>
                                    <p:cond delay="1800"/>
                                  </p:stCondLst>
                                  <p:childTnLst>
                                    <p:animMotion origin="layout" path="M 0.137734 -0.002447 L 0.127698 -0.006065 E" pathEditMode="relative" rAng="0" ptsTypes="AA">
                                      <p:cBhvr>
                                        <p:cTn id="3450" dur="12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3451" presetID="8" presetClass="emph" presetSubtype="0" fill="hold" grpId="28" nodeType="withEffect">
                                  <p:stCondLst>
                                    <p:cond delay="1800"/>
                                  </p:stCondLst>
                                  <p:childTnLst>
                                    <p:animRot by="747840">
                                      <p:cBhvr>
                                        <p:cTn id="3452" dur="12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453" presetID="0" presetClass="path" presetSubtype="0" fill="hold" grpId="31" nodeType="withEffect">
                                  <p:stCondLst>
                                    <p:cond delay="1920"/>
                                  </p:stCondLst>
                                  <p:childTnLst>
                                    <p:animMotion origin="layout" path="M 0.139126 -0.003455 L 0.148565 -0.009045 E" pathEditMode="relative" rAng="0" ptsTypes="AA">
                                      <p:cBhvr>
                                        <p:cTn id="3454" dur="12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3455" presetID="8" presetClass="emph" presetSubtype="0" fill="hold" grpId="32" nodeType="withEffect">
                                  <p:stCondLst>
                                    <p:cond delay="1920"/>
                                  </p:stCondLst>
                                  <p:childTnLst>
                                    <p:animRot by="-47940">
                                      <p:cBhvr>
                                        <p:cTn id="3456" dur="12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457" presetID="0" presetClass="path" presetSubtype="0" fill="hold" grpId="31" nodeType="withEffect">
                                  <p:stCondLst>
                                    <p:cond delay="1920"/>
                                  </p:stCondLst>
                                  <p:childTnLst>
                                    <p:animMotion origin="layout" path="M 0.137988 -0.003442 L 0.146724 -0.009011 E" pathEditMode="relative" rAng="0" ptsTypes="AA">
                                      <p:cBhvr>
                                        <p:cTn id="3458" dur="12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3459" presetID="8" presetClass="emph" presetSubtype="0" fill="hold" grpId="32" nodeType="withEffect">
                                  <p:stCondLst>
                                    <p:cond delay="1920"/>
                                  </p:stCondLst>
                                  <p:childTnLst>
                                    <p:animRot by="-47940">
                                      <p:cBhvr>
                                        <p:cTn id="3460" dur="12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461" presetID="0" presetClass="path" presetSubtype="0" fill="hold" grpId="31" nodeType="withEffect">
                                  <p:stCondLst>
                                    <p:cond delay="1920"/>
                                  </p:stCondLst>
                                  <p:childTnLst>
                                    <p:animMotion origin="layout" path="M 0.13955 -0.00346 L 0.149251 -0.009058 E" pathEditMode="relative" rAng="0" ptsTypes="AA">
                                      <p:cBhvr>
                                        <p:cTn id="3462" dur="12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3463" presetID="8" presetClass="emph" presetSubtype="0" fill="hold" grpId="32" nodeType="withEffect">
                                  <p:stCondLst>
                                    <p:cond delay="1920"/>
                                  </p:stCondLst>
                                  <p:childTnLst>
                                    <p:animRot by="-47940">
                                      <p:cBhvr>
                                        <p:cTn id="3464" dur="12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465" presetID="0" presetClass="path" presetSubtype="0" fill="hold" grpId="31" nodeType="withEffect">
                                  <p:stCondLst>
                                    <p:cond delay="1920"/>
                                  </p:stCondLst>
                                  <p:childTnLst>
                                    <p:animMotion origin="layout" path="M 0.13786 -0.00343 L 0.146517 -0.008979 E" pathEditMode="relative" rAng="0" ptsTypes="AA">
                                      <p:cBhvr>
                                        <p:cTn id="3466" dur="12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3467" presetID="8" presetClass="emph" presetSubtype="0" fill="hold" grpId="32" nodeType="withEffect">
                                  <p:stCondLst>
                                    <p:cond delay="1920"/>
                                  </p:stCondLst>
                                  <p:childTnLst>
                                    <p:animRot by="146100">
                                      <p:cBhvr>
                                        <p:cTn id="3468" dur="12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469" presetID="0" presetClass="path" presetSubtype="0" fill="hold" grpId="31" nodeType="withEffect">
                                  <p:stCondLst>
                                    <p:cond delay="1920"/>
                                  </p:stCondLst>
                                  <p:childTnLst>
                                    <p:animMotion origin="layout" path="M 0.1375 -0.003425 L 0.146805 -0.008976 E" pathEditMode="relative" rAng="0" ptsTypes="AA">
                                      <p:cBhvr>
                                        <p:cTn id="3470" dur="12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3471" presetID="8" presetClass="emph" presetSubtype="0" fill="hold" grpId="32" nodeType="withEffect">
                                  <p:stCondLst>
                                    <p:cond delay="1920"/>
                                  </p:stCondLst>
                                  <p:childTnLst>
                                    <p:animRot by="146100">
                                      <p:cBhvr>
                                        <p:cTn id="3472" dur="12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473" presetID="0" presetClass="path" presetSubtype="0" fill="hold" grpId="31" nodeType="withEffect">
                                  <p:stCondLst>
                                    <p:cond delay="1920"/>
                                  </p:stCondLst>
                                  <p:childTnLst>
                                    <p:animMotion origin="layout" path="M 0.137803 -0.003569 L 0.146561 -0.008866 E" pathEditMode="relative" rAng="0" ptsTypes="AA">
                                      <p:cBhvr>
                                        <p:cTn id="3474" dur="12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3475" presetID="8" presetClass="emph" presetSubtype="0" fill="hold" grpId="32" nodeType="withEffect">
                                  <p:stCondLst>
                                    <p:cond delay="1920"/>
                                  </p:stCondLst>
                                  <p:childTnLst>
                                    <p:animRot by="146100">
                                      <p:cBhvr>
                                        <p:cTn id="3476" dur="12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477" presetID="0" presetClass="path" presetSubtype="0" fill="hold" grpId="29" nodeType="withEffect">
                                  <p:stCondLst>
                                    <p:cond delay="1920"/>
                                  </p:stCondLst>
                                  <p:childTnLst>
                                    <p:animMotion origin="layout" path="M 0.138167 -0.013298 L 0.147523 -0.022405 E" pathEditMode="relative" rAng="0" ptsTypes="AA">
                                      <p:cBhvr>
                                        <p:cTn id="3478" dur="12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3479" presetID="8" presetClass="emph" presetSubtype="0" fill="hold" grpId="30" nodeType="withEffect">
                                  <p:stCondLst>
                                    <p:cond delay="1920"/>
                                  </p:stCondLst>
                                  <p:childTnLst>
                                    <p:animRot by="398160">
                                      <p:cBhvr>
                                        <p:cTn id="3480" dur="12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481" presetID="0" presetClass="path" presetSubtype="0" fill="hold" grpId="29" nodeType="withEffect">
                                  <p:stCondLst>
                                    <p:cond delay="1920"/>
                                  </p:stCondLst>
                                  <p:childTnLst>
                                    <p:animMotion origin="layout" path="M 0.139126 0 L 0.148565 0 E" pathEditMode="relative" rAng="0" ptsTypes="AA">
                                      <p:cBhvr>
                                        <p:cTn id="3482" dur="12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3483" presetID="6" presetClass="emph" presetSubtype="0" fill="hold" grpId="30" nodeType="withEffect">
                                  <p:stCondLst>
                                    <p:cond delay="1920"/>
                                  </p:stCondLst>
                                  <p:childTnLst>
                                    <p:animScale>
                                      <p:cBhvr>
                                        <p:cTn id="3484" dur="120" fill="hold"/>
                                        <p:tgtEl>
                                          <p:spTgt spid="39"/>
                                        </p:tgtEl>
                                      </p:cBhvr>
                                      <p:by x="94200" y="94200"/>
                                    </p:animScale>
                                  </p:childTnLst>
                                </p:cTn>
                              </p:par>
                              <p:par>
                                <p:cTn id="3485" presetID="0" presetClass="path" presetSubtype="0" fill="hold" grpId="29" nodeType="withEffect">
                                  <p:stCondLst>
                                    <p:cond delay="1920"/>
                                  </p:stCondLst>
                                  <p:childTnLst>
                                    <p:animMotion origin="layout" path="M 0.135196 -0.004439 L 0.141668 -0.01207 E" pathEditMode="relative" rAng="0" ptsTypes="AA">
                                      <p:cBhvr>
                                        <p:cTn id="3486" dur="12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3487" presetID="8" presetClass="emph" presetSubtype="0" fill="hold" grpId="30" nodeType="withEffect">
                                  <p:stCondLst>
                                    <p:cond delay="1920"/>
                                  </p:stCondLst>
                                  <p:childTnLst>
                                    <p:animRot by="600540">
                                      <p:cBhvr>
                                        <p:cTn id="3488" dur="12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489" presetID="0" presetClass="path" presetSubtype="0" fill="hold" grpId="29" nodeType="withEffect">
                                  <p:stCondLst>
                                    <p:cond delay="1920"/>
                                  </p:stCondLst>
                                  <p:childTnLst>
                                    <p:animMotion origin="layout" path="M 0.124144 -0.006963 L 0.122761 -0.019702 E" pathEditMode="relative" rAng="0" ptsTypes="AA">
                                      <p:cBhvr>
                                        <p:cTn id="3490" dur="12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3491" presetID="8" presetClass="emph" presetSubtype="0" fill="hold" grpId="30" nodeType="withEffect">
                                  <p:stCondLst>
                                    <p:cond delay="1920"/>
                                  </p:stCondLst>
                                  <p:childTnLst>
                                    <p:animRot by="716520">
                                      <p:cBhvr>
                                        <p:cTn id="3492" dur="12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493" presetID="0" presetClass="path" presetSubtype="0" fill="hold" grpId="29" nodeType="withEffect">
                                  <p:stCondLst>
                                    <p:cond delay="1920"/>
                                  </p:stCondLst>
                                  <p:childTnLst>
                                    <p:animMotion origin="layout" path="M 0.116151 -0.00563 L 0.110295 -0.020609 E" pathEditMode="relative" rAng="0" ptsTypes="AA">
                                      <p:cBhvr>
                                        <p:cTn id="3494" dur="12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3495" presetID="8" presetClass="emph" presetSubtype="0" fill="hold" grpId="30" nodeType="withEffect">
                                  <p:stCondLst>
                                    <p:cond delay="1920"/>
                                  </p:stCondLst>
                                  <p:childTnLst>
                                    <p:animRot by="385080">
                                      <p:cBhvr>
                                        <p:cTn id="3496" dur="12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497" presetID="0" presetClass="path" presetSubtype="0" fill="hold" grpId="29" nodeType="withEffect">
                                  <p:stCondLst>
                                    <p:cond delay="1920"/>
                                  </p:stCondLst>
                                  <p:childTnLst>
                                    <p:animMotion origin="layout" path="M 0.111566 -0.006826 L 0.104823 -0.022369 E" pathEditMode="relative" rAng="0" ptsTypes="AA">
                                      <p:cBhvr>
                                        <p:cTn id="3498" dur="12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3499" presetID="8" presetClass="emph" presetSubtype="0" fill="hold" grpId="30" nodeType="withEffect">
                                  <p:stCondLst>
                                    <p:cond delay="1920"/>
                                  </p:stCondLst>
                                  <p:childTnLst>
                                    <p:animRot by="385080">
                                      <p:cBhvr>
                                        <p:cTn id="3500" dur="12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501" presetID="0" presetClass="path" presetSubtype="0" fill="hold" grpId="29" nodeType="withEffect">
                                  <p:stCondLst>
                                    <p:cond delay="1920"/>
                                  </p:stCondLst>
                                  <p:childTnLst>
                                    <p:animMotion origin="layout" path="M 0.147425 -0.005964 L 0.16097 -0.014796 E" pathEditMode="relative" rAng="0" ptsTypes="AA">
                                      <p:cBhvr>
                                        <p:cTn id="3502" dur="12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3503" presetID="8" presetClass="emph" presetSubtype="0" fill="hold" grpId="30" nodeType="withEffect">
                                  <p:stCondLst>
                                    <p:cond delay="1920"/>
                                  </p:stCondLst>
                                  <p:childTnLst>
                                    <p:animRot by="-663660">
                                      <p:cBhvr>
                                        <p:cTn id="3504" dur="12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505" presetID="0" presetClass="path" presetSubtype="0" fill="hold" grpId="29" nodeType="withEffect">
                                  <p:stCondLst>
                                    <p:cond delay="1920"/>
                                  </p:stCondLst>
                                  <p:childTnLst>
                                    <p:animMotion origin="layout" path="M 0.16292 -0.010504 L 0.177862 -0.021495 E" pathEditMode="relative" rAng="0" ptsTypes="AA">
                                      <p:cBhvr>
                                        <p:cTn id="3506" dur="12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3507" presetID="8" presetClass="emph" presetSubtype="0" fill="hold" grpId="30" nodeType="withEffect">
                                  <p:stCondLst>
                                    <p:cond delay="1920"/>
                                  </p:stCondLst>
                                  <p:childTnLst>
                                    <p:animRot by="535920">
                                      <p:cBhvr>
                                        <p:cTn id="3508" dur="12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509" presetID="0" presetClass="path" presetSubtype="0" fill="hold" grpId="29" nodeType="withEffect">
                                  <p:stCondLst>
                                    <p:cond delay="1920"/>
                                  </p:stCondLst>
                                  <p:childTnLst>
                                    <p:animMotion origin="layout" path="M 0.1712 -0.017359 L 0.182659 -0.024593 E" pathEditMode="relative" rAng="0" ptsTypes="AA">
                                      <p:cBhvr>
                                        <p:cTn id="3510" dur="12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3511" presetID="8" presetClass="emph" presetSubtype="0" fill="hold" grpId="30" nodeType="withEffect">
                                  <p:stCondLst>
                                    <p:cond delay="1920"/>
                                  </p:stCondLst>
                                  <p:childTnLst>
                                    <p:animRot by="867360">
                                      <p:cBhvr>
                                        <p:cTn id="3512" dur="12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513" presetID="0" presetClass="path" presetSubtype="0" fill="hold" grpId="27" nodeType="withEffect">
                                  <p:stCondLst>
                                    <p:cond delay="1920"/>
                                  </p:stCondLst>
                                  <p:childTnLst>
                                    <p:animMotion origin="layout" path="M 0.142955 -0.00439 L 0.155807 -0.0124 E" pathEditMode="relative" rAng="0" ptsTypes="AA">
                                      <p:cBhvr>
                                        <p:cTn id="3514" dur="12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3515" presetID="8" presetClass="emph" presetSubtype="0" fill="hold" grpId="28" nodeType="withEffect">
                                  <p:stCondLst>
                                    <p:cond delay="1920"/>
                                  </p:stCondLst>
                                  <p:childTnLst>
                                    <p:animRot by="-746100">
                                      <p:cBhvr>
                                        <p:cTn id="3516" dur="12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517" presetID="0" presetClass="path" presetSubtype="0" fill="hold" grpId="28" nodeType="withEffect">
                                  <p:stCondLst>
                                    <p:cond delay="1920"/>
                                  </p:stCondLst>
                                  <p:childTnLst>
                                    <p:animMotion origin="layout" path="M 0.158236 -0.01192 L 0.179435 -0.03183 E" pathEditMode="relative" rAng="0" ptsTypes="AA">
                                      <p:cBhvr>
                                        <p:cTn id="3518" dur="12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3519" presetID="8" presetClass="emph" presetSubtype="0" fill="hold" grpId="29" nodeType="withEffect">
                                  <p:stCondLst>
                                    <p:cond delay="1920"/>
                                  </p:stCondLst>
                                  <p:childTnLst>
                                    <p:animRot by="-1401840">
                                      <p:cBhvr>
                                        <p:cTn id="3520" dur="12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521" presetID="0" presetClass="path" presetSubtype="0" fill="hold" grpId="27" nodeType="withEffect">
                                  <p:stCondLst>
                                    <p:cond delay="1920"/>
                                  </p:stCondLst>
                                  <p:childTnLst>
                                    <p:animMotion origin="layout" path="M 0.133553 -0.00466 L 0.140877 -0.011275 E" pathEditMode="relative" rAng="0" ptsTypes="AA">
                                      <p:cBhvr>
                                        <p:cTn id="3522" dur="12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3523" presetID="8" presetClass="emph" presetSubtype="0" fill="hold" grpId="28" nodeType="withEffect">
                                  <p:stCondLst>
                                    <p:cond delay="1920"/>
                                  </p:stCondLst>
                                  <p:childTnLst>
                                    <p:animRot by="343620">
                                      <p:cBhvr>
                                        <p:cTn id="3524" dur="12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525" presetID="0" presetClass="path" presetSubtype="0" fill="hold" grpId="28" nodeType="withEffect">
                                  <p:stCondLst>
                                    <p:cond delay="1920"/>
                                  </p:stCondLst>
                                  <p:childTnLst>
                                    <p:animMotion origin="layout" path="M 0.1282 -0.005922 L 0.131998 -0.013803 E" pathEditMode="relative" rAng="0" ptsTypes="AA">
                                      <p:cBhvr>
                                        <p:cTn id="3526" dur="12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3527" presetID="8" presetClass="emph" presetSubtype="0" fill="hold" grpId="29" nodeType="withEffect">
                                  <p:stCondLst>
                                    <p:cond delay="1920"/>
                                  </p:stCondLst>
                                  <p:childTnLst>
                                    <p:animRot by="343620">
                                      <p:cBhvr>
                                        <p:cTn id="3528" dur="12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529" presetID="0" presetClass="path" presetSubtype="0" fill="hold" grpId="29" nodeType="withEffect">
                                  <p:stCondLst>
                                    <p:cond delay="1920"/>
                                  </p:stCondLst>
                                  <p:childTnLst>
                                    <p:animMotion origin="layout" path="M 0.1281 -0.006069 L 0.129716 -0.014501 E" pathEditMode="relative" rAng="0" ptsTypes="AA">
                                      <p:cBhvr>
                                        <p:cTn id="3530" dur="12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3531" presetID="8" presetClass="emph" presetSubtype="0" fill="hold" grpId="30" nodeType="withEffect">
                                  <p:stCondLst>
                                    <p:cond delay="1920"/>
                                  </p:stCondLst>
                                  <p:childTnLst>
                                    <p:animRot by="89580">
                                      <p:cBhvr>
                                        <p:cTn id="3532" dur="12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533" presetID="0" presetClass="path" presetSubtype="0" fill="hold" grpId="29" nodeType="withEffect">
                                  <p:stCondLst>
                                    <p:cond delay="1920"/>
                                  </p:stCondLst>
                                  <p:childTnLst>
                                    <p:animMotion origin="layout" path="M 0.127698 -0.006065 L 0.129819 -0.014501 E" pathEditMode="relative" rAng="0" ptsTypes="AA">
                                      <p:cBhvr>
                                        <p:cTn id="3534" dur="12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3535" presetID="8" presetClass="emph" presetSubtype="0" fill="hold" grpId="30" nodeType="withEffect">
                                  <p:stCondLst>
                                    <p:cond delay="1920"/>
                                  </p:stCondLst>
                                  <p:childTnLst>
                                    <p:animRot by="89580">
                                      <p:cBhvr>
                                        <p:cTn id="3536" dur="12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537" presetID="0" presetClass="path" presetSubtype="0" fill="hold" grpId="33" nodeType="withEffect">
                                  <p:stCondLst>
                                    <p:cond delay="2040"/>
                                  </p:stCondLst>
                                  <p:childTnLst>
                                    <p:animMotion origin="layout" path="M 0.148565 -0.009045 L 0.159435 -0.009045 E" pathEditMode="relative" rAng="0" ptsTypes="AA">
                                      <p:cBhvr>
                                        <p:cTn id="3538" dur="12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3539" presetID="0" presetClass="path" presetSubtype="0" fill="hold" grpId="33" nodeType="withEffect">
                                  <p:stCondLst>
                                    <p:cond delay="2040"/>
                                  </p:stCondLst>
                                  <p:childTnLst>
                                    <p:animMotion origin="layout" path="M 0.146724 -0.009011 L 0.157593 -0.009011 E" pathEditMode="relative" rAng="0" ptsTypes="AA">
                                      <p:cBhvr>
                                        <p:cTn id="3540" dur="12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3541" presetID="0" presetClass="path" presetSubtype="0" fill="hold" grpId="33" nodeType="withEffect">
                                  <p:stCondLst>
                                    <p:cond delay="2040"/>
                                  </p:stCondLst>
                                  <p:childTnLst>
                                    <p:animMotion origin="layout" path="M 0.149251 -0.009058 L 0.16012 -0.009058 E" pathEditMode="relative" rAng="0" ptsTypes="AA">
                                      <p:cBhvr>
                                        <p:cTn id="3542" dur="12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3543" presetID="0" presetClass="path" presetSubtype="0" fill="hold" grpId="33" nodeType="withEffect">
                                  <p:stCondLst>
                                    <p:cond delay="2040"/>
                                  </p:stCondLst>
                                  <p:childTnLst>
                                    <p:animMotion origin="layout" path="M 0.146517 -0.008979 L 0.157386 -0.008979 E" pathEditMode="relative" rAng="0" ptsTypes="AA">
                                      <p:cBhvr>
                                        <p:cTn id="3544" dur="12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3545" presetID="0" presetClass="path" presetSubtype="0" fill="hold" grpId="33" nodeType="withEffect">
                                  <p:stCondLst>
                                    <p:cond delay="2040"/>
                                  </p:stCondLst>
                                  <p:childTnLst>
                                    <p:animMotion origin="layout" path="M 0.146805 -0.008976 L 0.157674 -0.008976 E" pathEditMode="relative" rAng="0" ptsTypes="AA">
                                      <p:cBhvr>
                                        <p:cTn id="3546" dur="12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3547" presetID="0" presetClass="path" presetSubtype="0" fill="hold" grpId="33" nodeType="withEffect">
                                  <p:stCondLst>
                                    <p:cond delay="2040"/>
                                  </p:stCondLst>
                                  <p:childTnLst>
                                    <p:animMotion origin="layout" path="M 0.146561 -0.008866 L 0.15743 -0.008866 E" pathEditMode="relative" rAng="0" ptsTypes="AA">
                                      <p:cBhvr>
                                        <p:cTn id="3548" dur="12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3549" presetID="0" presetClass="path" presetSubtype="0" fill="hold" grpId="31" nodeType="withEffect">
                                  <p:stCondLst>
                                    <p:cond delay="2040"/>
                                  </p:stCondLst>
                                  <p:childTnLst>
                                    <p:animMotion origin="layout" path="M 0.147523 -0.022405 L 0.157898 -0.014814 E" pathEditMode="relative" rAng="0" ptsTypes="AA">
                                      <p:cBhvr>
                                        <p:cTn id="3550" dur="12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3551" presetID="8" presetClass="emph" presetSubtype="0" fill="hold" grpId="32" nodeType="withEffect">
                                  <p:stCondLst>
                                    <p:cond delay="2040"/>
                                  </p:stCondLst>
                                  <p:childTnLst>
                                    <p:animRot by="-809220">
                                      <p:cBhvr>
                                        <p:cTn id="3552" dur="12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553" presetID="0" presetClass="path" presetSubtype="0" fill="hold" grpId="31" nodeType="withEffect">
                                  <p:stCondLst>
                                    <p:cond delay="2040"/>
                                  </p:stCondLst>
                                  <p:childTnLst>
                                    <p:animMotion origin="layout" path="M 0.148565 0 L 0.159435 0 E" pathEditMode="relative" rAng="0" ptsTypes="AA">
                                      <p:cBhvr>
                                        <p:cTn id="3554" dur="12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3555" presetID="0" presetClass="path" presetSubtype="0" fill="hold" grpId="31" nodeType="withEffect">
                                  <p:stCondLst>
                                    <p:cond delay="2040"/>
                                  </p:stCondLst>
                                  <p:childTnLst>
                                    <p:animMotion origin="layout" path="M 0.141668 -0.01207 L 0.150683 -0.013674 E" pathEditMode="relative" rAng="0" ptsTypes="AA">
                                      <p:cBhvr>
                                        <p:cTn id="3556" dur="12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3557" presetID="8" presetClass="emph" presetSubtype="0" fill="hold" grpId="32" nodeType="withEffect">
                                  <p:stCondLst>
                                    <p:cond delay="2040"/>
                                  </p:stCondLst>
                                  <p:childTnLst>
                                    <p:animRot by="339120">
                                      <p:cBhvr>
                                        <p:cTn id="3558" dur="12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559" presetID="0" presetClass="path" presetSubtype="0" fill="hold" grpId="31" nodeType="withEffect">
                                  <p:stCondLst>
                                    <p:cond delay="2040"/>
                                  </p:stCondLst>
                                  <p:childTnLst>
                                    <p:animMotion origin="layout" path="M 0.122761 -0.019702 L 0.127935 -0.024961 E" pathEditMode="relative" rAng="0" ptsTypes="AA">
                                      <p:cBhvr>
                                        <p:cTn id="3560" dur="12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3561" presetID="8" presetClass="emph" presetSubtype="0" fill="hold" grpId="32" nodeType="withEffect">
                                  <p:stCondLst>
                                    <p:cond delay="2040"/>
                                  </p:stCondLst>
                                  <p:childTnLst>
                                    <p:animRot by="339120">
                                      <p:cBhvr>
                                        <p:cTn id="3562" dur="12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563" presetID="0" presetClass="path" presetSubtype="0" fill="hold" grpId="31" nodeType="withEffect">
                                  <p:stCondLst>
                                    <p:cond delay="2040"/>
                                  </p:stCondLst>
                                  <p:childTnLst>
                                    <p:animMotion origin="layout" path="M 0.110295 -0.020609 L 0.114013 -0.02756 E" pathEditMode="relative" rAng="0" ptsTypes="AA">
                                      <p:cBhvr>
                                        <p:cTn id="3564" dur="12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3565" presetID="8" presetClass="emph" presetSubtype="0" fill="hold" grpId="32" nodeType="withEffect">
                                  <p:stCondLst>
                                    <p:cond delay="2040"/>
                                  </p:stCondLst>
                                  <p:childTnLst>
                                    <p:animRot by="-163920">
                                      <p:cBhvr>
                                        <p:cTn id="3566" dur="12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567" presetID="0" presetClass="path" presetSubtype="0" fill="hold" grpId="31" nodeType="withEffect">
                                  <p:stCondLst>
                                    <p:cond delay="2040"/>
                                  </p:stCondLst>
                                  <p:childTnLst>
                                    <p:animMotion origin="layout" path="M 0.104823 -0.022369 L 0.108911 -0.029067 E" pathEditMode="relative" rAng="0" ptsTypes="AA">
                                      <p:cBhvr>
                                        <p:cTn id="3568" dur="12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3569" presetID="8" presetClass="emph" presetSubtype="0" fill="hold" grpId="32" nodeType="withEffect">
                                  <p:stCondLst>
                                    <p:cond delay="2040"/>
                                  </p:stCondLst>
                                  <p:childTnLst>
                                    <p:animRot by="-163920">
                                      <p:cBhvr>
                                        <p:cTn id="3570" dur="12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571" presetID="0" presetClass="path" presetSubtype="0" fill="hold" grpId="31" nodeType="withEffect">
                                  <p:stCondLst>
                                    <p:cond delay="2040"/>
                                  </p:stCondLst>
                                  <p:childTnLst>
                                    <p:animMotion origin="layout" path="M 0.16097 -0.014796 L 0.170039 -0.013007 E" pathEditMode="relative" rAng="0" ptsTypes="AA">
                                      <p:cBhvr>
                                        <p:cTn id="3572" dur="12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3573" presetID="8" presetClass="emph" presetSubtype="0" fill="hold" grpId="32" nodeType="withEffect">
                                  <p:stCondLst>
                                    <p:cond delay="2040"/>
                                  </p:stCondLst>
                                  <p:childTnLst>
                                    <p:animRot by="339120">
                                      <p:cBhvr>
                                        <p:cTn id="3574" dur="12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575" presetID="0" presetClass="path" presetSubtype="0" fill="hold" grpId="31" nodeType="withEffect">
                                  <p:stCondLst>
                                    <p:cond delay="2040"/>
                                  </p:stCondLst>
                                  <p:childTnLst>
                                    <p:animMotion origin="layout" path="M 0.177862 -0.021495 L 0.177661 -0.017617 E" pathEditMode="relative" rAng="0" ptsTypes="AA">
                                      <p:cBhvr>
                                        <p:cTn id="3576" dur="12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3577" presetID="8" presetClass="emph" presetSubtype="0" fill="hold" grpId="32" nodeType="withEffect">
                                  <p:stCondLst>
                                    <p:cond delay="2040"/>
                                  </p:stCondLst>
                                  <p:childTnLst>
                                    <p:animRot by="1261680">
                                      <p:cBhvr>
                                        <p:cTn id="3578" dur="12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579" presetID="0" presetClass="path" presetSubtype="0" fill="hold" grpId="31" nodeType="withEffect">
                                  <p:stCondLst>
                                    <p:cond delay="2040"/>
                                  </p:stCondLst>
                                  <p:childTnLst>
                                    <p:animMotion origin="layout" path="M 0.182659 -0.024593 L 0.173323 -0.016963 E" pathEditMode="relative" rAng="0" ptsTypes="AA">
                                      <p:cBhvr>
                                        <p:cTn id="3580" dur="12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3581" presetID="8" presetClass="emph" presetSubtype="0" fill="hold" grpId="32" nodeType="withEffect">
                                  <p:stCondLst>
                                    <p:cond delay="2040"/>
                                  </p:stCondLst>
                                  <p:childTnLst>
                                    <p:animRot by="1764660">
                                      <p:cBhvr>
                                        <p:cTn id="3582" dur="12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583" presetID="0" presetClass="path" presetSubtype="0" fill="hold" grpId="29" nodeType="withEffect">
                                  <p:stCondLst>
                                    <p:cond delay="2040"/>
                                  </p:stCondLst>
                                  <p:childTnLst>
                                    <p:animMotion origin="layout" path="M 0.155807 -0.0124 L 0.166676 -0.0124 E" pathEditMode="relative" rAng="0" ptsTypes="AA">
                                      <p:cBhvr>
                                        <p:cTn id="3584" dur="12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3585" presetID="0" presetClass="path" presetSubtype="0" fill="hold" grpId="30" nodeType="withEffect">
                                  <p:stCondLst>
                                    <p:cond delay="2040"/>
                                  </p:stCondLst>
                                  <p:childTnLst>
                                    <p:animMotion origin="layout" path="M 0.179435 -0.03183 L 0.190695 -0.03323 E" pathEditMode="relative" rAng="0" ptsTypes="AA">
                                      <p:cBhvr>
                                        <p:cTn id="3586" dur="12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3587" presetID="8" presetClass="emph" presetSubtype="0" fill="hold" grpId="31" nodeType="withEffect">
                                  <p:stCondLst>
                                    <p:cond delay="2040"/>
                                  </p:stCondLst>
                                  <p:childTnLst>
                                    <p:animRot by="-176820">
                                      <p:cBhvr>
                                        <p:cTn id="3588" dur="12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589" presetID="0" presetClass="path" presetSubtype="0" fill="hold" grpId="29" nodeType="withEffect">
                                  <p:stCondLst>
                                    <p:cond delay="2040"/>
                                  </p:stCondLst>
                                  <p:childTnLst>
                                    <p:animMotion origin="layout" path="M 0.140877 -0.011275 L 0.151746 -0.011275 E" pathEditMode="relative" rAng="0" ptsTypes="AA">
                                      <p:cBhvr>
                                        <p:cTn id="3590" dur="12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3591" presetID="0" presetClass="path" presetSubtype="0" fill="hold" grpId="30" nodeType="withEffect">
                                  <p:stCondLst>
                                    <p:cond delay="2040"/>
                                  </p:stCondLst>
                                  <p:childTnLst>
                                    <p:animMotion origin="layout" path="M 0.131998 -0.013803 L 0.142867 -0.013803 E" pathEditMode="relative" rAng="0" ptsTypes="AA">
                                      <p:cBhvr>
                                        <p:cTn id="3592" dur="12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3593" presetID="0" presetClass="path" presetSubtype="0" fill="hold" grpId="31" nodeType="withEffect">
                                  <p:stCondLst>
                                    <p:cond delay="2040"/>
                                  </p:stCondLst>
                                  <p:childTnLst>
                                    <p:animMotion origin="layout" path="M 0.129716 -0.014501 L 0.140783 -0.014657 E" pathEditMode="relative" rAng="0" ptsTypes="AA">
                                      <p:cBhvr>
                                        <p:cTn id="3594" dur="12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3595" presetID="8" presetClass="emph" presetSubtype="0" fill="hold" grpId="32" nodeType="withEffect">
                                  <p:stCondLst>
                                    <p:cond delay="2040"/>
                                  </p:stCondLst>
                                  <p:childTnLst>
                                    <p:animRot by="-115500">
                                      <p:cBhvr>
                                        <p:cTn id="3596" dur="12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597" presetID="0" presetClass="path" presetSubtype="0" fill="hold" grpId="31" nodeType="withEffect">
                                  <p:stCondLst>
                                    <p:cond delay="2040"/>
                                  </p:stCondLst>
                                  <p:childTnLst>
                                    <p:animMotion origin="layout" path="M 0.129819 -0.014501 L 0.140235 -0.014649 E" pathEditMode="relative" rAng="0" ptsTypes="AA">
                                      <p:cBhvr>
                                        <p:cTn id="3598" dur="12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3599" presetID="8" presetClass="emph" presetSubtype="0" fill="hold" grpId="32" nodeType="withEffect">
                                  <p:stCondLst>
                                    <p:cond delay="2040"/>
                                  </p:stCondLst>
                                  <p:childTnLst>
                                    <p:animRot by="-115500">
                                      <p:cBhvr>
                                        <p:cTn id="3600" dur="12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601" presetID="0" presetClass="path" presetSubtype="0" fill="hold" grpId="34" nodeType="withEffect">
                                  <p:stCondLst>
                                    <p:cond delay="2160"/>
                                  </p:stCondLst>
                                  <p:childTnLst>
                                    <p:animMotion origin="layout" path="M 0.159435 -0.009045 L 0.168874 -0.003455 E" pathEditMode="relative" rAng="0" ptsTypes="AA">
                                      <p:cBhvr>
                                        <p:cTn id="3602" dur="12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3603" presetID="8" presetClass="emph" presetSubtype="0" fill="hold" grpId="35" nodeType="withEffect">
                                  <p:stCondLst>
                                    <p:cond delay="2160"/>
                                  </p:stCondLst>
                                  <p:childTnLst>
                                    <p:animRot by="47940">
                                      <p:cBhvr>
                                        <p:cTn id="3604" dur="12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605" presetID="0" presetClass="path" presetSubtype="0" fill="hold" grpId="34" nodeType="withEffect">
                                  <p:stCondLst>
                                    <p:cond delay="2160"/>
                                  </p:stCondLst>
                                  <p:childTnLst>
                                    <p:animMotion origin="layout" path="M 0.157593 -0.009011 L 0.167735 -0.003442 E" pathEditMode="relative" rAng="0" ptsTypes="AA">
                                      <p:cBhvr>
                                        <p:cTn id="3606" dur="12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3607" presetID="8" presetClass="emph" presetSubtype="0" fill="hold" grpId="35" nodeType="withEffect">
                                  <p:stCondLst>
                                    <p:cond delay="2160"/>
                                  </p:stCondLst>
                                  <p:childTnLst>
                                    <p:animRot by="47940">
                                      <p:cBhvr>
                                        <p:cTn id="3608" dur="12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609" presetID="0" presetClass="path" presetSubtype="0" fill="hold" grpId="34" nodeType="withEffect">
                                  <p:stCondLst>
                                    <p:cond delay="2160"/>
                                  </p:stCondLst>
                                  <p:childTnLst>
                                    <p:animMotion origin="layout" path="M 0.16012 -0.009058 L 0.169297 -0.00346 E" pathEditMode="relative" rAng="0" ptsTypes="AA">
                                      <p:cBhvr>
                                        <p:cTn id="3610" dur="12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3611" presetID="8" presetClass="emph" presetSubtype="0" fill="hold" grpId="35" nodeType="withEffect">
                                  <p:stCondLst>
                                    <p:cond delay="2160"/>
                                  </p:stCondLst>
                                  <p:childTnLst>
                                    <p:animRot by="47940">
                                      <p:cBhvr>
                                        <p:cTn id="3612" dur="12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613" presetID="0" presetClass="path" presetSubtype="0" fill="hold" grpId="34" nodeType="withEffect">
                                  <p:stCondLst>
                                    <p:cond delay="2160"/>
                                  </p:stCondLst>
                                  <p:childTnLst>
                                    <p:animMotion origin="layout" path="M 0.157386 -0.008979 L 0.167608 -0.00343 E" pathEditMode="relative" rAng="0" ptsTypes="AA">
                                      <p:cBhvr>
                                        <p:cTn id="3614" dur="12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3615" presetID="8" presetClass="emph" presetSubtype="0" fill="hold" grpId="35" nodeType="withEffect">
                                  <p:stCondLst>
                                    <p:cond delay="2160"/>
                                  </p:stCondLst>
                                  <p:childTnLst>
                                    <p:animRot by="-146100">
                                      <p:cBhvr>
                                        <p:cTn id="3616" dur="12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617" presetID="0" presetClass="path" presetSubtype="0" fill="hold" grpId="34" nodeType="withEffect">
                                  <p:stCondLst>
                                    <p:cond delay="2160"/>
                                  </p:stCondLst>
                                  <p:childTnLst>
                                    <p:animMotion origin="layout" path="M 0.157674 -0.008976 L 0.167247 -0.003425 E" pathEditMode="relative" rAng="0" ptsTypes="AA">
                                      <p:cBhvr>
                                        <p:cTn id="3618" dur="12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3619" presetID="8" presetClass="emph" presetSubtype="0" fill="hold" grpId="35" nodeType="withEffect">
                                  <p:stCondLst>
                                    <p:cond delay="2160"/>
                                  </p:stCondLst>
                                  <p:childTnLst>
                                    <p:animRot by="-146100">
                                      <p:cBhvr>
                                        <p:cTn id="3620" dur="12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621" presetID="0" presetClass="path" presetSubtype="0" fill="hold" grpId="34" nodeType="withEffect">
                                  <p:stCondLst>
                                    <p:cond delay="2160"/>
                                  </p:stCondLst>
                                  <p:childTnLst>
                                    <p:animMotion origin="layout" path="M 0.15743 -0.008866 L 0.167551 -0.003569 E" pathEditMode="relative" rAng="0" ptsTypes="AA">
                                      <p:cBhvr>
                                        <p:cTn id="3622" dur="12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3623" presetID="8" presetClass="emph" presetSubtype="0" fill="hold" grpId="35" nodeType="withEffect">
                                  <p:stCondLst>
                                    <p:cond delay="2160"/>
                                  </p:stCondLst>
                                  <p:childTnLst>
                                    <p:animRot by="-146100">
                                      <p:cBhvr>
                                        <p:cTn id="3624" dur="12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625" presetID="0" presetClass="path" presetSubtype="0" fill="hold" grpId="33" nodeType="withEffect">
                                  <p:stCondLst>
                                    <p:cond delay="2160"/>
                                  </p:stCondLst>
                                  <p:childTnLst>
                                    <p:animMotion origin="layout" path="M 0.157898 -0.014814 L 0.168424 -0.001013 E" pathEditMode="relative" rAng="0" ptsTypes="AA">
                                      <p:cBhvr>
                                        <p:cTn id="3626" dur="12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3627" presetID="8" presetClass="emph" presetSubtype="0" fill="hold" grpId="34" nodeType="withEffect">
                                  <p:stCondLst>
                                    <p:cond delay="2160"/>
                                  </p:stCondLst>
                                  <p:childTnLst>
                                    <p:animRot by="-898260">
                                      <p:cBhvr>
                                        <p:cTn id="3628" dur="12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629" presetID="0" presetClass="path" presetSubtype="0" fill="hold" grpId="32" nodeType="withEffect">
                                  <p:stCondLst>
                                    <p:cond delay="2160"/>
                                  </p:stCondLst>
                                  <p:childTnLst>
                                    <p:animMotion origin="layout" path="M 0.159435 0 L 0.168874 0 E" pathEditMode="relative" rAng="0" ptsTypes="AA">
                                      <p:cBhvr>
                                        <p:cTn id="3630" dur="12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3631" presetID="6" presetClass="emph" presetSubtype="0" fill="hold" grpId="33" nodeType="withEffect">
                                  <p:stCondLst>
                                    <p:cond delay="2160"/>
                                  </p:stCondLst>
                                  <p:childTnLst>
                                    <p:animScale>
                                      <p:cBhvr>
                                        <p:cTn id="3632" dur="120" fill="hold"/>
                                        <p:tgtEl>
                                          <p:spTgt spid="39"/>
                                        </p:tgtEl>
                                      </p:cBhvr>
                                      <p:by x="106157" y="106157"/>
                                    </p:animScale>
                                  </p:childTnLst>
                                </p:cTn>
                              </p:par>
                              <p:par>
                                <p:cTn id="3633" presetID="0" presetClass="path" presetSubtype="0" fill="hold" grpId="33" nodeType="withEffect">
                                  <p:stCondLst>
                                    <p:cond delay="2160"/>
                                  </p:stCondLst>
                                  <p:childTnLst>
                                    <p:animMotion origin="layout" path="M 0.150683 -0.013674 L 0.161767 -0.006238 E" pathEditMode="relative" rAng="0" ptsTypes="AA">
                                      <p:cBhvr>
                                        <p:cTn id="3634" dur="12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3635" presetID="8" presetClass="emph" presetSubtype="0" fill="hold" grpId="34" nodeType="withEffect">
                                  <p:stCondLst>
                                    <p:cond delay="2160"/>
                                  </p:stCondLst>
                                  <p:childTnLst>
                                    <p:animRot by="-390900">
                                      <p:cBhvr>
                                        <p:cTn id="3636" dur="12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637" presetID="0" presetClass="path" presetSubtype="0" fill="hold" grpId="33" nodeType="withEffect">
                                  <p:stCondLst>
                                    <p:cond delay="2160"/>
                                  </p:stCondLst>
                                  <p:childTnLst>
                                    <p:animMotion origin="layout" path="M 0.127935 -0.024961 L 0.144053 -0.012853 E" pathEditMode="relative" rAng="0" ptsTypes="AA">
                                      <p:cBhvr>
                                        <p:cTn id="3638" dur="12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3639" presetID="8" presetClass="emph" presetSubtype="0" fill="hold" grpId="34" nodeType="withEffect">
                                  <p:stCondLst>
                                    <p:cond delay="2160"/>
                                  </p:stCondLst>
                                  <p:childTnLst>
                                    <p:animRot by="-506880">
                                      <p:cBhvr>
                                        <p:cTn id="3640" dur="12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641" presetID="0" presetClass="path" presetSubtype="0" fill="hold" grpId="33" nodeType="withEffect">
                                  <p:stCondLst>
                                    <p:cond delay="2160"/>
                                  </p:stCondLst>
                                  <p:childTnLst>
                                    <p:animMotion origin="layout" path="M 0.114013 -0.02756 L 0.13422 -0.013949 E" pathEditMode="relative" rAng="0" ptsTypes="AA">
                                      <p:cBhvr>
                                        <p:cTn id="3642" dur="12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3643" presetID="8" presetClass="emph" presetSubtype="0" fill="hold" grpId="34" nodeType="withEffect">
                                  <p:stCondLst>
                                    <p:cond delay="2160"/>
                                  </p:stCondLst>
                                  <p:childTnLst>
                                    <p:animRot by="-989340">
                                      <p:cBhvr>
                                        <p:cTn id="3644" dur="12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645" presetID="0" presetClass="path" presetSubtype="0" fill="hold" grpId="33" nodeType="withEffect">
                                  <p:stCondLst>
                                    <p:cond delay="2160"/>
                                  </p:stCondLst>
                                  <p:childTnLst>
                                    <p:animMotion origin="layout" path="M 0.108911 -0.029067 L 0.131564 -0.014333 E" pathEditMode="relative" rAng="0" ptsTypes="AA">
                                      <p:cBhvr>
                                        <p:cTn id="3646" dur="12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3647" presetID="8" presetClass="emph" presetSubtype="0" fill="hold" grpId="34" nodeType="withEffect">
                                  <p:stCondLst>
                                    <p:cond delay="2160"/>
                                  </p:stCondLst>
                                  <p:childTnLst>
                                    <p:animRot by="-989340">
                                      <p:cBhvr>
                                        <p:cTn id="3648" dur="12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649" presetID="0" presetClass="path" presetSubtype="0" fill="hold" grpId="33" nodeType="withEffect">
                                  <p:stCondLst>
                                    <p:cond delay="2160"/>
                                  </p:stCondLst>
                                  <p:childTnLst>
                                    <p:animMotion origin="layout" path="M 0.170039 -0.013007 L 0.173975 -0.004289 E" pathEditMode="relative" rAng="0" ptsTypes="AA">
                                      <p:cBhvr>
                                        <p:cTn id="3650" dur="12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3651" presetID="8" presetClass="emph" presetSubtype="0" fill="hold" grpId="34" nodeType="withEffect">
                                  <p:stCondLst>
                                    <p:cond delay="2160"/>
                                  </p:stCondLst>
                                  <p:childTnLst>
                                    <p:animRot by="873240">
                                      <p:cBhvr>
                                        <p:cTn id="3652" dur="12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653" presetID="0" presetClass="path" presetSubtype="0" fill="hold" grpId="33" nodeType="withEffect">
                                  <p:stCondLst>
                                    <p:cond delay="2160"/>
                                  </p:stCondLst>
                                  <p:childTnLst>
                                    <p:animMotion origin="layout" path="M 0.177661 -0.017617 L 0.171671 -0.007577 E" pathEditMode="relative" rAng="0" ptsTypes="AA">
                                      <p:cBhvr>
                                        <p:cTn id="3654" dur="12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3655" presetID="8" presetClass="emph" presetSubtype="0" fill="hold" grpId="34" nodeType="withEffect">
                                  <p:stCondLst>
                                    <p:cond delay="2160"/>
                                  </p:stCondLst>
                                  <p:childTnLst>
                                    <p:animRot by="727140">
                                      <p:cBhvr>
                                        <p:cTn id="3656" dur="12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657" presetID="0" presetClass="path" presetSubtype="0" fill="hold" grpId="33" nodeType="withEffect">
                                  <p:stCondLst>
                                    <p:cond delay="2160"/>
                                  </p:stCondLst>
                                  <p:childTnLst>
                                    <p:animMotion origin="layout" path="M 0.173323 -0.016963 L 0.161546 -0.007711 E" pathEditMode="relative" rAng="0" ptsTypes="AA">
                                      <p:cBhvr>
                                        <p:cTn id="3658" dur="12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3659" presetID="8" presetClass="emph" presetSubtype="0" fill="hold" grpId="34" nodeType="withEffect">
                                  <p:stCondLst>
                                    <p:cond delay="2160"/>
                                  </p:stCondLst>
                                  <p:childTnLst>
                                    <p:animRot by="1209600">
                                      <p:cBhvr>
                                        <p:cTn id="3660" dur="12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661" presetID="0" presetClass="path" presetSubtype="0" fill="hold" grpId="30" nodeType="withEffect">
                                  <p:stCondLst>
                                    <p:cond delay="2160"/>
                                  </p:stCondLst>
                                  <p:childTnLst>
                                    <p:animMotion origin="layout" path="M 0.166676 -0.0124 L 0.172702 -0.00439 E" pathEditMode="relative" rAng="0" ptsTypes="AA">
                                      <p:cBhvr>
                                        <p:cTn id="3662" dur="12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3663" presetID="8" presetClass="emph" presetSubtype="0" fill="hold" grpId="31" nodeType="withEffect">
                                  <p:stCondLst>
                                    <p:cond delay="2160"/>
                                  </p:stCondLst>
                                  <p:childTnLst>
                                    <p:animRot by="746100">
                                      <p:cBhvr>
                                        <p:cTn id="3664" dur="12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665" presetID="0" presetClass="path" presetSubtype="0" fill="hold" grpId="32" nodeType="withEffect">
                                  <p:stCondLst>
                                    <p:cond delay="2160"/>
                                  </p:stCondLst>
                                  <p:childTnLst>
                                    <p:animMotion origin="layout" path="M 0.190695 -0.03323 L 0.189678 -0.01469 E" pathEditMode="relative" rAng="0" ptsTypes="AA">
                                      <p:cBhvr>
                                        <p:cTn id="3666" dur="12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3667" presetID="8" presetClass="emph" presetSubtype="0" fill="hold" grpId="33" nodeType="withEffect">
                                  <p:stCondLst>
                                    <p:cond delay="2160"/>
                                  </p:stCondLst>
                                  <p:childTnLst>
                                    <p:animRot by="1115760">
                                      <p:cBhvr>
                                        <p:cTn id="3668" dur="12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669" presetID="0" presetClass="path" presetSubtype="0" fill="hold" grpId="30" nodeType="withEffect">
                                  <p:stCondLst>
                                    <p:cond delay="2160"/>
                                  </p:stCondLst>
                                  <p:childTnLst>
                                    <p:animMotion origin="layout" path="M 0.151746 -0.011275 L 0.163301 -0.00466 E" pathEditMode="relative" rAng="0" ptsTypes="AA">
                                      <p:cBhvr>
                                        <p:cTn id="3670" dur="12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3671" presetID="8" presetClass="emph" presetSubtype="0" fill="hold" grpId="31" nodeType="withEffect">
                                  <p:stCondLst>
                                    <p:cond delay="2160"/>
                                  </p:stCondLst>
                                  <p:childTnLst>
                                    <p:animRot by="-343620">
                                      <p:cBhvr>
                                        <p:cTn id="3672" dur="12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673" presetID="0" presetClass="path" presetSubtype="0" fill="hold" grpId="31" nodeType="withEffect">
                                  <p:stCondLst>
                                    <p:cond delay="2160"/>
                                  </p:stCondLst>
                                  <p:childTnLst>
                                    <p:animMotion origin="layout" path="M 0.142867 -0.013803 L 0.157947 -0.005922 E" pathEditMode="relative" rAng="0" ptsTypes="AA">
                                      <p:cBhvr>
                                        <p:cTn id="3674" dur="12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3675" presetID="8" presetClass="emph" presetSubtype="0" fill="hold" grpId="32" nodeType="withEffect">
                                  <p:stCondLst>
                                    <p:cond delay="2160"/>
                                  </p:stCondLst>
                                  <p:childTnLst>
                                    <p:animRot by="-343620">
                                      <p:cBhvr>
                                        <p:cTn id="3676" dur="12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677" presetID="0" presetClass="path" presetSubtype="0" fill="hold" grpId="33" nodeType="withEffect">
                                  <p:stCondLst>
                                    <p:cond delay="2160"/>
                                  </p:stCondLst>
                                  <p:childTnLst>
                                    <p:animMotion origin="layout" path="M 0.140783 -0.014657 L 0.158352 -0.006524 E" pathEditMode="relative" rAng="0" ptsTypes="AA">
                                      <p:cBhvr>
                                        <p:cTn id="3678" dur="12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3679" presetID="8" presetClass="emph" presetSubtype="0" fill="hold" grpId="34" nodeType="withEffect">
                                  <p:stCondLst>
                                    <p:cond delay="2160"/>
                                  </p:stCondLst>
                                  <p:childTnLst>
                                    <p:animRot by="-276540">
                                      <p:cBhvr>
                                        <p:cTn id="3680" dur="12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681" presetID="0" presetClass="path" presetSubtype="0" fill="hold" grpId="33" nodeType="withEffect">
                                  <p:stCondLst>
                                    <p:cond delay="2160"/>
                                  </p:stCondLst>
                                  <p:childTnLst>
                                    <p:animMotion origin="layout" path="M 0.140235 -0.014649 L 0.156251 -0.00641 E" pathEditMode="relative" rAng="0" ptsTypes="AA">
                                      <p:cBhvr>
                                        <p:cTn id="3682" dur="12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3683" presetID="8" presetClass="emph" presetSubtype="0" fill="hold" grpId="34" nodeType="withEffect">
                                  <p:stCondLst>
                                    <p:cond delay="2160"/>
                                  </p:stCondLst>
                                  <p:childTnLst>
                                    <p:animRot by="-276540">
                                      <p:cBhvr>
                                        <p:cTn id="3684" dur="12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685" presetID="0" presetClass="path" presetSubtype="0" fill="hold" grpId="36" nodeType="withEffect">
                                  <p:stCondLst>
                                    <p:cond delay="2280"/>
                                  </p:stCondLst>
                                  <p:childTnLst>
                                    <p:animMotion origin="layout" path="M 0.168874 -0.003455 L 0.176 0 E" pathEditMode="relative" rAng="0" ptsTypes="AA">
                                      <p:cBhvr>
                                        <p:cTn id="3686" dur="12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3687" presetID="8" presetClass="emph" presetSubtype="0" fill="hold" grpId="37" nodeType="withEffect">
                                  <p:stCondLst>
                                    <p:cond delay="2280"/>
                                  </p:stCondLst>
                                  <p:childTnLst>
                                    <p:animRot by="77580">
                                      <p:cBhvr>
                                        <p:cTn id="3688" dur="12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689" presetID="0" presetClass="path" presetSubtype="0" fill="hold" grpId="36" nodeType="withEffect">
                                  <p:stCondLst>
                                    <p:cond delay="2280"/>
                                  </p:stCondLst>
                                  <p:childTnLst>
                                    <p:animMotion origin="layout" path="M 0.167735 -0.003442 L 0.176 0 E" pathEditMode="relative" rAng="0" ptsTypes="AA">
                                      <p:cBhvr>
                                        <p:cTn id="3690" dur="12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3691" presetID="8" presetClass="emph" presetSubtype="0" fill="hold" grpId="37" nodeType="withEffect">
                                  <p:stCondLst>
                                    <p:cond delay="2280"/>
                                  </p:stCondLst>
                                  <p:childTnLst>
                                    <p:animRot by="77580">
                                      <p:cBhvr>
                                        <p:cTn id="3692" dur="12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693" presetID="0" presetClass="path" presetSubtype="0" fill="hold" grpId="36" nodeType="withEffect">
                                  <p:stCondLst>
                                    <p:cond delay="2280"/>
                                  </p:stCondLst>
                                  <p:childTnLst>
                                    <p:animMotion origin="layout" path="M 0.169297 -0.00346 L 0.176 0 E" pathEditMode="relative" rAng="0" ptsTypes="AA">
                                      <p:cBhvr>
                                        <p:cTn id="3694" dur="12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3695" presetID="8" presetClass="emph" presetSubtype="0" fill="hold" grpId="37" nodeType="withEffect">
                                  <p:stCondLst>
                                    <p:cond delay="2280"/>
                                  </p:stCondLst>
                                  <p:childTnLst>
                                    <p:animRot by="77580">
                                      <p:cBhvr>
                                        <p:cTn id="3696" dur="12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697" presetID="0" presetClass="path" presetSubtype="0" fill="hold" grpId="36" nodeType="withEffect">
                                  <p:stCondLst>
                                    <p:cond delay="2280"/>
                                  </p:stCondLst>
                                  <p:childTnLst>
                                    <p:animMotion origin="layout" path="M 0.167608 -0.00343 L 0.176 0 E" pathEditMode="relative" rAng="0" ptsTypes="AA">
                                      <p:cBhvr>
                                        <p:cTn id="3698" dur="12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3699" presetID="8" presetClass="emph" presetSubtype="0" fill="hold" grpId="37" nodeType="withEffect">
                                  <p:stCondLst>
                                    <p:cond delay="2280"/>
                                  </p:stCondLst>
                                  <p:childTnLst>
                                    <p:animRot by="-68760">
                                      <p:cBhvr>
                                        <p:cTn id="3700" dur="12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701" presetID="0" presetClass="path" presetSubtype="0" fill="hold" grpId="36" nodeType="withEffect">
                                  <p:stCondLst>
                                    <p:cond delay="2280"/>
                                  </p:stCondLst>
                                  <p:childTnLst>
                                    <p:animMotion origin="layout" path="M 0.167247 -0.003425 L 0.175335 1.5e-05 E" pathEditMode="relative" rAng="0" ptsTypes="AA">
                                      <p:cBhvr>
                                        <p:cTn id="3702" dur="12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3703" presetID="8" presetClass="emph" presetSubtype="0" fill="hold" grpId="37" nodeType="withEffect">
                                  <p:stCondLst>
                                    <p:cond delay="2280"/>
                                  </p:stCondLst>
                                  <p:childTnLst>
                                    <p:animRot by="-68760">
                                      <p:cBhvr>
                                        <p:cTn id="3704" dur="12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705" presetID="0" presetClass="path" presetSubtype="0" fill="hold" grpId="36" nodeType="withEffect">
                                  <p:stCondLst>
                                    <p:cond delay="2280"/>
                                  </p:stCondLst>
                                  <p:childTnLst>
                                    <p:animMotion origin="layout" path="M 0.167551 -0.003569 L 0.175892 -0.000257 E" pathEditMode="relative" rAng="0" ptsTypes="AA">
                                      <p:cBhvr>
                                        <p:cTn id="3706" dur="12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3707" presetID="8" presetClass="emph" presetSubtype="0" fill="hold" grpId="37" nodeType="withEffect">
                                  <p:stCondLst>
                                    <p:cond delay="2280"/>
                                  </p:stCondLst>
                                  <p:childTnLst>
                                    <p:animRot by="-68760">
                                      <p:cBhvr>
                                        <p:cTn id="3708" dur="12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709" presetID="0" presetClass="path" presetSubtype="0" fill="hold" grpId="35" nodeType="withEffect">
                                  <p:stCondLst>
                                    <p:cond delay="2280"/>
                                  </p:stCondLst>
                                  <p:childTnLst>
                                    <p:animMotion origin="layout" path="M 0.168424 -0.001013 L 0.175979 -0.000188 E" pathEditMode="relative" rAng="0" ptsTypes="AA">
                                      <p:cBhvr>
                                        <p:cTn id="3710" dur="12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3711" presetID="8" presetClass="emph" presetSubtype="0" fill="hold" grpId="36" nodeType="withEffect">
                                  <p:stCondLst>
                                    <p:cond delay="2280"/>
                                  </p:stCondLst>
                                  <p:childTnLst>
                                    <p:animRot by="254040">
                                      <p:cBhvr>
                                        <p:cTn id="3712" dur="12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713" presetID="0" presetClass="path" presetSubtype="0" fill="hold" grpId="34" nodeType="withEffect">
                                  <p:stCondLst>
                                    <p:cond delay="2280"/>
                                  </p:stCondLst>
                                  <p:childTnLst>
                                    <p:animMotion origin="layout" path="M 0.168874 0 L 0.176 0 E" pathEditMode="relative" rAng="0" ptsTypes="AA">
                                      <p:cBhvr>
                                        <p:cTn id="3714" dur="12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3715" presetID="6" presetClass="emph" presetSubtype="0" fill="hold" grpId="35" nodeType="withEffect">
                                  <p:stCondLst>
                                    <p:cond delay="2280"/>
                                  </p:stCondLst>
                                  <p:childTnLst>
                                    <p:animScale>
                                      <p:cBhvr>
                                        <p:cTn id="3716" dur="120" fill="hold"/>
                                        <p:tgtEl>
                                          <p:spTgt spid="39"/>
                                        </p:tgtEl>
                                      </p:cBhvr>
                                      <p:by x="103573" y="103573"/>
                                    </p:animScale>
                                  </p:childTnLst>
                                </p:cTn>
                              </p:par>
                              <p:par>
                                <p:cTn id="3717" presetID="0" presetClass="path" presetSubtype="0" fill="hold" grpId="35" nodeType="withEffect">
                                  <p:stCondLst>
                                    <p:cond delay="2280"/>
                                  </p:stCondLst>
                                  <p:childTnLst>
                                    <p:animMotion origin="layout" path="M 0.161767 -0.006238 L 0.175258 -2.3e-05 E" pathEditMode="relative" rAng="0" ptsTypes="AA">
                                      <p:cBhvr>
                                        <p:cTn id="3718" dur="12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3719" presetID="8" presetClass="emph" presetSubtype="0" fill="hold" grpId="36" nodeType="withEffect">
                                  <p:stCondLst>
                                    <p:cond delay="2280"/>
                                  </p:stCondLst>
                                  <p:childTnLst>
                                    <p:animRot by="-1212840">
                                      <p:cBhvr>
                                        <p:cTn id="3720" dur="12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721" presetID="0" presetClass="path" presetSubtype="0" fill="hold" grpId="35" nodeType="withEffect">
                                  <p:stCondLst>
                                    <p:cond delay="2280"/>
                                  </p:stCondLst>
                                  <p:childTnLst>
                                    <p:animMotion origin="layout" path="M 0.144053 -0.012853 L 0.17369 -7.3e-05 E" pathEditMode="relative" rAng="0" ptsTypes="AA">
                                      <p:cBhvr>
                                        <p:cTn id="3722" dur="12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3723" presetID="8" presetClass="emph" presetSubtype="0" fill="hold" grpId="36" nodeType="withEffect">
                                  <p:stCondLst>
                                    <p:cond delay="2280"/>
                                  </p:stCondLst>
                                  <p:childTnLst>
                                    <p:animRot by="-1400460">
                                      <p:cBhvr>
                                        <p:cTn id="3724" dur="12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725" presetID="0" presetClass="path" presetSubtype="0" fill="hold" grpId="35" nodeType="withEffect">
                                  <p:stCondLst>
                                    <p:cond delay="2280"/>
                                  </p:stCondLst>
                                  <p:childTnLst>
                                    <p:animMotion origin="layout" path="M 0.13422 -0.013949 L 0.17373 -0.001474 E" pathEditMode="relative" rAng="0" ptsTypes="AA">
                                      <p:cBhvr>
                                        <p:cTn id="3726" dur="12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3727" presetID="8" presetClass="emph" presetSubtype="0" fill="hold" grpId="36" nodeType="withEffect">
                                  <p:stCondLst>
                                    <p:cond delay="2280"/>
                                  </p:stCondLst>
                                  <p:childTnLst>
                                    <p:animRot by="-1678020">
                                      <p:cBhvr>
                                        <p:cTn id="3728" dur="12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729" presetID="0" presetClass="path" presetSubtype="0" fill="hold" grpId="35" nodeType="withEffect">
                                  <p:stCondLst>
                                    <p:cond delay="2280"/>
                                  </p:stCondLst>
                                  <p:childTnLst>
                                    <p:animMotion origin="layout" path="M 0.131564 -0.014333 L 0.175606 -0.001664 E" pathEditMode="relative" rAng="0" ptsTypes="AA">
                                      <p:cBhvr>
                                        <p:cTn id="3730" dur="12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3731" presetID="8" presetClass="emph" presetSubtype="0" fill="hold" grpId="36" nodeType="withEffect">
                                  <p:stCondLst>
                                    <p:cond delay="2280"/>
                                  </p:stCondLst>
                                  <p:childTnLst>
                                    <p:animRot by="-1678020">
                                      <p:cBhvr>
                                        <p:cTn id="3732" dur="12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733" presetID="0" presetClass="path" presetSubtype="0" fill="hold" grpId="35" nodeType="withEffect">
                                  <p:stCondLst>
                                    <p:cond delay="2280"/>
                                  </p:stCondLst>
                                  <p:childTnLst>
                                    <p:animMotion origin="layout" path="M 0.173975 -0.004289 L 0.175258 -2.3e-05 E" pathEditMode="relative" rAng="0" ptsTypes="AA">
                                      <p:cBhvr>
                                        <p:cTn id="3734" dur="12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3735" presetID="8" presetClass="emph" presetSubtype="0" fill="hold" grpId="36" nodeType="withEffect">
                                  <p:stCondLst>
                                    <p:cond delay="2280"/>
                                  </p:stCondLst>
                                  <p:childTnLst>
                                    <p:animRot by="832680">
                                      <p:cBhvr>
                                        <p:cTn id="3736" dur="12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737" presetID="0" presetClass="path" presetSubtype="0" fill="hold" grpId="35" nodeType="withEffect">
                                  <p:stCondLst>
                                    <p:cond delay="2280"/>
                                  </p:stCondLst>
                                  <p:childTnLst>
                                    <p:animMotion origin="layout" path="M 0.171671 -0.007577 L 0.168406 -0.001762 E" pathEditMode="relative" rAng="0" ptsTypes="AA">
                                      <p:cBhvr>
                                        <p:cTn id="3738" dur="12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3739" presetID="8" presetClass="emph" presetSubtype="0" fill="hold" grpId="36" nodeType="withEffect">
                                  <p:stCondLst>
                                    <p:cond delay="2280"/>
                                  </p:stCondLst>
                                  <p:childTnLst>
                                    <p:animRot by="-266820">
                                      <p:cBhvr>
                                        <p:cTn id="3740" dur="12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741" presetID="0" presetClass="path" presetSubtype="0" fill="hold" grpId="35" nodeType="withEffect">
                                  <p:stCondLst>
                                    <p:cond delay="2280"/>
                                  </p:stCondLst>
                                  <p:childTnLst>
                                    <p:animMotion origin="layout" path="M 0.161546 -0.007711 L 0.159712 -0.00102 E" pathEditMode="relative" rAng="0" ptsTypes="AA">
                                      <p:cBhvr>
                                        <p:cTn id="3742" dur="12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3743" presetID="8" presetClass="emph" presetSubtype="0" fill="hold" grpId="36" nodeType="withEffect">
                                  <p:stCondLst>
                                    <p:cond delay="2280"/>
                                  </p:stCondLst>
                                  <p:childTnLst>
                                    <p:animRot by="10800">
                                      <p:cBhvr>
                                        <p:cTn id="3744" dur="12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745" presetID="0" presetClass="path" presetSubtype="0" fill="hold" grpId="32" nodeType="withEffect">
                                  <p:stCondLst>
                                    <p:cond delay="2280"/>
                                  </p:stCondLst>
                                  <p:childTnLst>
                                    <p:animMotion origin="layout" path="M 0.172702 -0.00439 L 0.17503 -4.5e-05 E" pathEditMode="relative" rAng="0" ptsTypes="AA">
                                      <p:cBhvr>
                                        <p:cTn id="3746" dur="12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3747" presetID="8" presetClass="emph" presetSubtype="0" fill="hold" grpId="33" nodeType="withEffect">
                                  <p:stCondLst>
                                    <p:cond delay="2280"/>
                                  </p:stCondLst>
                                  <p:childTnLst>
                                    <p:animRot by="1006080">
                                      <p:cBhvr>
                                        <p:cTn id="3748" dur="12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749" presetID="0" presetClass="path" presetSubtype="0" fill="hold" grpId="34" nodeType="withEffect">
                                  <p:stCondLst>
                                    <p:cond delay="2280"/>
                                  </p:stCondLst>
                                  <p:childTnLst>
                                    <p:animMotion origin="layout" path="M 0.189678 -0.01469 L 0.178961 -0.001416 E" pathEditMode="relative" rAng="0" ptsTypes="AA">
                                      <p:cBhvr>
                                        <p:cTn id="3750" dur="12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3751" presetID="8" presetClass="emph" presetSubtype="0" fill="hold" grpId="35" nodeType="withEffect">
                                  <p:stCondLst>
                                    <p:cond delay="2280"/>
                                  </p:stCondLst>
                                  <p:childTnLst>
                                    <p:animRot by="1780980">
                                      <p:cBhvr>
                                        <p:cTn id="3752" dur="12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753" presetID="0" presetClass="path" presetSubtype="0" fill="hold" grpId="32" nodeType="withEffect">
                                  <p:stCondLst>
                                    <p:cond delay="2280"/>
                                  </p:stCondLst>
                                  <p:childTnLst>
                                    <p:animMotion origin="layout" path="M 0.163301 -0.00466 L 0.17503 -4.5e-05 E" pathEditMode="relative" rAng="0" ptsTypes="AA">
                                      <p:cBhvr>
                                        <p:cTn id="3754" dur="12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3755" presetID="8" presetClass="emph" presetSubtype="0" fill="hold" grpId="33" nodeType="withEffect">
                                  <p:stCondLst>
                                    <p:cond delay="2280"/>
                                  </p:stCondLst>
                                  <p:childTnLst>
                                    <p:animRot by="-757320">
                                      <p:cBhvr>
                                        <p:cTn id="3756" dur="12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757" presetID="0" presetClass="path" presetSubtype="0" fill="hold" grpId="33" nodeType="withEffect">
                                  <p:stCondLst>
                                    <p:cond delay="2280"/>
                                  </p:stCondLst>
                                  <p:childTnLst>
                                    <p:animMotion origin="layout" path="M 0.157947 -0.005922 L 0.177582 -0.000757 E" pathEditMode="relative" rAng="0" ptsTypes="AA">
                                      <p:cBhvr>
                                        <p:cTn id="3758" dur="12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3759" presetID="8" presetClass="emph" presetSubtype="0" fill="hold" grpId="34" nodeType="withEffect">
                                  <p:stCondLst>
                                    <p:cond delay="2280"/>
                                  </p:stCondLst>
                                  <p:childTnLst>
                                    <p:animRot by="-757320">
                                      <p:cBhvr>
                                        <p:cTn id="3760" dur="12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761" presetID="0" presetClass="path" presetSubtype="0" fill="hold" grpId="35" nodeType="withEffect">
                                  <p:stCondLst>
                                    <p:cond delay="2280"/>
                                  </p:stCondLst>
                                  <p:childTnLst>
                                    <p:animMotion origin="layout" path="M 0.158352 -0.006524 L 0.183352 -0.002154 E" pathEditMode="relative" rAng="0" ptsTypes="AA">
                                      <p:cBhvr>
                                        <p:cTn id="3762" dur="12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3763" presetID="8" presetClass="emph" presetSubtype="0" fill="hold" grpId="36" nodeType="withEffect">
                                  <p:stCondLst>
                                    <p:cond delay="2280"/>
                                  </p:stCondLst>
                                  <p:childTnLst>
                                    <p:animRot by="-533100">
                                      <p:cBhvr>
                                        <p:cTn id="3764" dur="12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765" presetID="0" presetClass="path" presetSubtype="0" fill="hold" grpId="35" nodeType="withEffect">
                                  <p:stCondLst>
                                    <p:cond delay="2280"/>
                                  </p:stCondLst>
                                  <p:childTnLst>
                                    <p:animMotion origin="layout" path="M 0.156251 -0.00641 L 0.178303 -0.001484 E" pathEditMode="relative" rAng="0" ptsTypes="AA">
                                      <p:cBhvr>
                                        <p:cTn id="3766" dur="12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3767" presetID="8" presetClass="emph" presetSubtype="0" fill="hold" grpId="36" nodeType="withEffect">
                                  <p:stCondLst>
                                    <p:cond delay="2280"/>
                                  </p:stCondLst>
                                  <p:childTnLst>
                                    <p:animRot by="-533100">
                                      <p:cBhvr>
                                        <p:cTn id="3768" dur="12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769" presetID="0" presetClass="path" presetSubtype="0" fill="hold" grpId="38" nodeType="withEffect">
                                  <p:stCondLst>
                                    <p:cond delay="2400"/>
                                  </p:stCondLst>
                                  <p:childTnLst>
                                    <p:animMotion origin="layout" path="M 0.176 0 L 0.183126 -0.003455 E" pathEditMode="relative" rAng="0" ptsTypes="AA">
                                      <p:cBhvr>
                                        <p:cTn id="3770" dur="12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3771" presetID="8" presetClass="emph" presetSubtype="0" fill="hold" grpId="39" nodeType="withEffect">
                                  <p:stCondLst>
                                    <p:cond delay="2400"/>
                                  </p:stCondLst>
                                  <p:childTnLst>
                                    <p:animRot by="77580">
                                      <p:cBhvr>
                                        <p:cTn id="3772" dur="12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773" presetID="0" presetClass="path" presetSubtype="0" fill="hold" grpId="38" nodeType="withEffect">
                                  <p:stCondLst>
                                    <p:cond delay="2400"/>
                                  </p:stCondLst>
                                  <p:childTnLst>
                                    <p:animMotion origin="layout" path="M 0.176 0 L 0.184265 -0.003442 E" pathEditMode="relative" rAng="0" ptsTypes="AA">
                                      <p:cBhvr>
                                        <p:cTn id="3774" dur="12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3775" presetID="8" presetClass="emph" presetSubtype="0" fill="hold" grpId="39" nodeType="withEffect">
                                  <p:stCondLst>
                                    <p:cond delay="2400"/>
                                  </p:stCondLst>
                                  <p:childTnLst>
                                    <p:animRot by="77580">
                                      <p:cBhvr>
                                        <p:cTn id="3776" dur="12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777" presetID="0" presetClass="path" presetSubtype="0" fill="hold" grpId="38" nodeType="withEffect">
                                  <p:stCondLst>
                                    <p:cond delay="2400"/>
                                  </p:stCondLst>
                                  <p:childTnLst>
                                    <p:animMotion origin="layout" path="M 0.176 0 L 0.182703 -0.00346 E" pathEditMode="relative" rAng="0" ptsTypes="AA">
                                      <p:cBhvr>
                                        <p:cTn id="3778" dur="12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3779" presetID="8" presetClass="emph" presetSubtype="0" fill="hold" grpId="39" nodeType="withEffect">
                                  <p:stCondLst>
                                    <p:cond delay="2400"/>
                                  </p:stCondLst>
                                  <p:childTnLst>
                                    <p:animRot by="77580">
                                      <p:cBhvr>
                                        <p:cTn id="3780" dur="12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781" presetID="0" presetClass="path" presetSubtype="0" fill="hold" grpId="38" nodeType="withEffect">
                                  <p:stCondLst>
                                    <p:cond delay="2400"/>
                                  </p:stCondLst>
                                  <p:childTnLst>
                                    <p:animMotion origin="layout" path="M 0.176 0 L 0.184392 -0.00343 E" pathEditMode="relative" rAng="0" ptsTypes="AA">
                                      <p:cBhvr>
                                        <p:cTn id="3782" dur="12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3783" presetID="8" presetClass="emph" presetSubtype="0" fill="hold" grpId="39" nodeType="withEffect">
                                  <p:stCondLst>
                                    <p:cond delay="2400"/>
                                  </p:stCondLst>
                                  <p:childTnLst>
                                    <p:animRot by="138540">
                                      <p:cBhvr>
                                        <p:cTn id="3784" dur="12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785" presetID="0" presetClass="path" presetSubtype="0" fill="hold" grpId="38" nodeType="withEffect">
                                  <p:stCondLst>
                                    <p:cond delay="2400"/>
                                  </p:stCondLst>
                                  <p:childTnLst>
                                    <p:animMotion origin="layout" path="M 0.175335 1.5e-05 L 0.184341 -0.003429 E" pathEditMode="relative" rAng="0" ptsTypes="AA">
                                      <p:cBhvr>
                                        <p:cTn id="3786" dur="12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3787" presetID="8" presetClass="emph" presetSubtype="0" fill="hold" grpId="39" nodeType="withEffect">
                                  <p:stCondLst>
                                    <p:cond delay="2400"/>
                                  </p:stCondLst>
                                  <p:childTnLst>
                                    <p:animRot by="138540">
                                      <p:cBhvr>
                                        <p:cTn id="3788" dur="12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789" presetID="0" presetClass="path" presetSubtype="0" fill="hold" grpId="38" nodeType="withEffect">
                                  <p:stCondLst>
                                    <p:cond delay="2400"/>
                                  </p:stCondLst>
                                  <p:childTnLst>
                                    <p:animMotion origin="layout" path="M 0.175892 -0.000257 L 0.184384 -0.003449 E" pathEditMode="relative" rAng="0" ptsTypes="AA">
                                      <p:cBhvr>
                                        <p:cTn id="3790" dur="12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3791" presetID="8" presetClass="emph" presetSubtype="0" fill="hold" grpId="39" nodeType="withEffect">
                                  <p:stCondLst>
                                    <p:cond delay="2400"/>
                                  </p:stCondLst>
                                  <p:childTnLst>
                                    <p:animRot by="138540">
                                      <p:cBhvr>
                                        <p:cTn id="3792" dur="12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793" presetID="0" presetClass="path" presetSubtype="0" fill="hold" grpId="37" nodeType="withEffect">
                                  <p:stCondLst>
                                    <p:cond delay="2400"/>
                                  </p:stCondLst>
                                  <p:childTnLst>
                                    <p:animMotion origin="layout" path="M 0.175979 -0.000188 L 0.183638 -0.013843 E" pathEditMode="relative" rAng="0" ptsTypes="AA">
                                      <p:cBhvr>
                                        <p:cTn id="3794" dur="12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3795" presetID="8" presetClass="emph" presetSubtype="0" fill="hold" grpId="38" nodeType="withEffect">
                                  <p:stCondLst>
                                    <p:cond delay="2400"/>
                                  </p:stCondLst>
                                  <p:childTnLst>
                                    <p:animRot by="1055280">
                                      <p:cBhvr>
                                        <p:cTn id="3796" dur="12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797" presetID="0" presetClass="path" presetSubtype="0" fill="hold" grpId="36" nodeType="withEffect">
                                  <p:stCondLst>
                                    <p:cond delay="2400"/>
                                  </p:stCondLst>
                                  <p:childTnLst>
                                    <p:animMotion origin="layout" path="M 0.176 0 L 0.183126 0 E" pathEditMode="relative" rAng="0" ptsTypes="AA">
                                      <p:cBhvr>
                                        <p:cTn id="3798" dur="12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3799" presetID="6" presetClass="emph" presetSubtype="0" fill="hold" grpId="37" nodeType="withEffect">
                                  <p:stCondLst>
                                    <p:cond delay="2400"/>
                                  </p:stCondLst>
                                  <p:childTnLst>
                                    <p:animScale>
                                      <p:cBhvr>
                                        <p:cTn id="3800" dur="120" fill="hold"/>
                                        <p:tgtEl>
                                          <p:spTgt spid="39"/>
                                        </p:tgtEl>
                                      </p:cBhvr>
                                      <p:by x="96550" y="96550"/>
                                    </p:animScale>
                                  </p:childTnLst>
                                </p:cTn>
                              </p:par>
                              <p:par>
                                <p:cTn id="3801" presetID="0" presetClass="path" presetSubtype="0" fill="hold" grpId="37" nodeType="withEffect">
                                  <p:stCondLst>
                                    <p:cond delay="2400"/>
                                  </p:stCondLst>
                                  <p:childTnLst>
                                    <p:animMotion origin="layout" path="M 0.175258 -2.3e-05 L 0.189807 -0.005938 E" pathEditMode="relative" rAng="0" ptsTypes="AA">
                                      <p:cBhvr>
                                        <p:cTn id="3802" dur="12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3803" presetID="8" presetClass="emph" presetSubtype="0" fill="hold" grpId="38" nodeType="withEffect">
                                  <p:stCondLst>
                                    <p:cond delay="2400"/>
                                  </p:stCondLst>
                                  <p:childTnLst>
                                    <p:animRot by="-1381380">
                                      <p:cBhvr>
                                        <p:cTn id="3804" dur="12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805" presetID="0" presetClass="path" presetSubtype="0" fill="hold" grpId="37" nodeType="withEffect">
                                  <p:stCondLst>
                                    <p:cond delay="2400"/>
                                  </p:stCondLst>
                                  <p:childTnLst>
                                    <p:animMotion origin="layout" path="M 0.17369 -7.3e-05 L 0.205258 -0.010898 E" pathEditMode="relative" rAng="0" ptsTypes="AA">
                                      <p:cBhvr>
                                        <p:cTn id="3806" dur="12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3807" presetID="8" presetClass="emph" presetSubtype="0" fill="hold" grpId="38" nodeType="withEffect">
                                  <p:stCondLst>
                                    <p:cond delay="2400"/>
                                  </p:stCondLst>
                                  <p:childTnLst>
                                    <p:animRot by="-1308300">
                                      <p:cBhvr>
                                        <p:cTn id="3808" dur="12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809" presetID="0" presetClass="path" presetSubtype="0" fill="hold" grpId="37" nodeType="withEffect">
                                  <p:stCondLst>
                                    <p:cond delay="2400"/>
                                  </p:stCondLst>
                                  <p:childTnLst>
                                    <p:animMotion origin="layout" path="M 0.17373 -0.001474 L 0.213484 -0.018207 E" pathEditMode="relative" rAng="0" ptsTypes="AA">
                                      <p:cBhvr>
                                        <p:cTn id="3810" dur="12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3811" presetID="8" presetClass="emph" presetSubtype="0" fill="hold" grpId="38" nodeType="withEffect">
                                  <p:stCondLst>
                                    <p:cond delay="2400"/>
                                  </p:stCondLst>
                                  <p:childTnLst>
                                    <p:animRot by="-1275000">
                                      <p:cBhvr>
                                        <p:cTn id="3812" dur="12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813" presetID="0" presetClass="path" presetSubtype="0" fill="hold" grpId="37" nodeType="withEffect">
                                  <p:stCondLst>
                                    <p:cond delay="2400"/>
                                  </p:stCondLst>
                                  <p:childTnLst>
                                    <p:animMotion origin="layout" path="M 0.175606 -0.001664 L 0.218566 -0.019702 E" pathEditMode="relative" rAng="0" ptsTypes="AA">
                                      <p:cBhvr>
                                        <p:cTn id="3814" dur="12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3815" presetID="8" presetClass="emph" presetSubtype="0" fill="hold" grpId="38" nodeType="withEffect">
                                  <p:stCondLst>
                                    <p:cond delay="2400"/>
                                  </p:stCondLst>
                                  <p:childTnLst>
                                    <p:animRot by="-1275000">
                                      <p:cBhvr>
                                        <p:cTn id="3816" dur="12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817" presetID="0" presetClass="path" presetSubtype="0" fill="hold" grpId="37" nodeType="withEffect">
                                  <p:stCondLst>
                                    <p:cond delay="2400"/>
                                  </p:stCondLst>
                                  <p:childTnLst>
                                    <p:animMotion origin="layout" path="M 0.175258 -2.3e-05 L 0.177577 -0.004412 E" pathEditMode="relative" rAng="0" ptsTypes="AA">
                                      <p:cBhvr>
                                        <p:cTn id="3818" dur="12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3819" presetID="8" presetClass="emph" presetSubtype="0" fill="hold" grpId="38" nodeType="withEffect">
                                  <p:stCondLst>
                                    <p:cond delay="2400"/>
                                  </p:stCondLst>
                                  <p:childTnLst>
                                    <p:animRot by="664080">
                                      <p:cBhvr>
                                        <p:cTn id="3820" dur="12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821" presetID="0" presetClass="path" presetSubtype="0" fill="hold" grpId="37" nodeType="withEffect">
                                  <p:stCondLst>
                                    <p:cond delay="2400"/>
                                  </p:stCondLst>
                                  <p:childTnLst>
                                    <p:animMotion origin="layout" path="M 0.168406 -0.001762 L 0.166543 -0.007203 E" pathEditMode="relative" rAng="0" ptsTypes="AA">
                                      <p:cBhvr>
                                        <p:cTn id="3822" dur="12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3823" presetID="8" presetClass="emph" presetSubtype="0" fill="hold" grpId="38" nodeType="withEffect">
                                  <p:stCondLst>
                                    <p:cond delay="2400"/>
                                  </p:stCondLst>
                                  <p:childTnLst>
                                    <p:animRot by="-97920">
                                      <p:cBhvr>
                                        <p:cTn id="3824" dur="12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825" presetID="0" presetClass="path" presetSubtype="0" fill="hold" grpId="37" nodeType="withEffect">
                                  <p:stCondLst>
                                    <p:cond delay="2400"/>
                                  </p:stCondLst>
                                  <p:childTnLst>
                                    <p:animMotion origin="layout" path="M 0.159712 -0.00102 L 0.15859 -0.006257 E" pathEditMode="relative" rAng="0" ptsTypes="AA">
                                      <p:cBhvr>
                                        <p:cTn id="3826" dur="12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3827" presetID="8" presetClass="emph" presetSubtype="0" fill="hold" grpId="38" nodeType="withEffect">
                                  <p:stCondLst>
                                    <p:cond delay="2400"/>
                                  </p:stCondLst>
                                  <p:childTnLst>
                                    <p:animRot by="-131220">
                                      <p:cBhvr>
                                        <p:cTn id="3828" dur="12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829" presetID="0" presetClass="path" presetSubtype="0" fill="hold" grpId="34" nodeType="withEffect">
                                  <p:stCondLst>
                                    <p:cond delay="2400"/>
                                  </p:stCondLst>
                                  <p:childTnLst>
                                    <p:animMotion origin="layout" path="M 0.17503 -4.5e-05 L 0.178718 -0.00466 E" pathEditMode="relative" rAng="0" ptsTypes="AA">
                                      <p:cBhvr>
                                        <p:cTn id="3830" dur="12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3831" presetID="8" presetClass="emph" presetSubtype="0" fill="hold" grpId="35" nodeType="withEffect">
                                  <p:stCondLst>
                                    <p:cond delay="2400"/>
                                  </p:stCondLst>
                                  <p:childTnLst>
                                    <p:animRot by="757320">
                                      <p:cBhvr>
                                        <p:cTn id="3832" dur="12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833" presetID="0" presetClass="path" presetSubtype="0" fill="hold" grpId="36" nodeType="withEffect">
                                  <p:stCondLst>
                                    <p:cond delay="2400"/>
                                  </p:stCondLst>
                                  <p:childTnLst>
                                    <p:animMotion origin="layout" path="M 0.178961 -0.001416 L 0.173376 -0.00608 E" pathEditMode="relative" rAng="0" ptsTypes="AA">
                                      <p:cBhvr>
                                        <p:cTn id="3834" dur="12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3835" presetID="8" presetClass="emph" presetSubtype="0" fill="hold" grpId="37" nodeType="withEffect">
                                  <p:stCondLst>
                                    <p:cond delay="2400"/>
                                  </p:stCondLst>
                                  <p:childTnLst>
                                    <p:animRot by="1043400">
                                      <p:cBhvr>
                                        <p:cTn id="3836" dur="12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837" presetID="0" presetClass="path" presetSubtype="0" fill="hold" grpId="34" nodeType="withEffect">
                                  <p:stCondLst>
                                    <p:cond delay="2400"/>
                                  </p:stCondLst>
                                  <p:childTnLst>
                                    <p:animMotion origin="layout" path="M 0.17503 -4.5e-05 L 0.188119 -0.00439 E" pathEditMode="relative" rAng="0" ptsTypes="AA">
                                      <p:cBhvr>
                                        <p:cTn id="3838" dur="12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3839" presetID="8" presetClass="emph" presetSubtype="0" fill="hold" grpId="35" nodeType="withEffect">
                                  <p:stCondLst>
                                    <p:cond delay="2400"/>
                                  </p:stCondLst>
                                  <p:childTnLst>
                                    <p:animRot by="-1006080">
                                      <p:cBhvr>
                                        <p:cTn id="3840" dur="12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841" presetID="0" presetClass="path" presetSubtype="0" fill="hold" grpId="35" nodeType="withEffect">
                                  <p:stCondLst>
                                    <p:cond delay="2400"/>
                                  </p:stCondLst>
                                  <p:childTnLst>
                                    <p:animMotion origin="layout" path="M 0.177582 -0.000757 L 0.203391 -0.01206 E" pathEditMode="relative" rAng="0" ptsTypes="AA">
                                      <p:cBhvr>
                                        <p:cTn id="3842" dur="12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3843" presetID="8" presetClass="emph" presetSubtype="0" fill="hold" grpId="36" nodeType="withEffect">
                                  <p:stCondLst>
                                    <p:cond delay="2400"/>
                                  </p:stCondLst>
                                  <p:childTnLst>
                                    <p:animRot by="-1604160">
                                      <p:cBhvr>
                                        <p:cTn id="3844" dur="12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845" presetID="0" presetClass="path" presetSubtype="0" fill="hold" grpId="37" nodeType="withEffect">
                                  <p:stCondLst>
                                    <p:cond delay="2400"/>
                                  </p:stCondLst>
                                  <p:childTnLst>
                                    <p:animMotion origin="layout" path="M 0.183352 -0.002154 L 0.219812 -0.022067 E" pathEditMode="relative" rAng="0" ptsTypes="AA">
                                      <p:cBhvr>
                                        <p:cTn id="3846" dur="12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3847" presetID="8" presetClass="emph" presetSubtype="0" fill="hold" grpId="38" nodeType="withEffect">
                                  <p:stCondLst>
                                    <p:cond delay="2400"/>
                                  </p:stCondLst>
                                  <p:childTnLst>
                                    <p:animRot by="-1308600">
                                      <p:cBhvr>
                                        <p:cTn id="3848" dur="12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849" presetID="0" presetClass="path" presetSubtype="0" fill="hold" grpId="37" nodeType="withEffect">
                                  <p:stCondLst>
                                    <p:cond delay="2400"/>
                                  </p:stCondLst>
                                  <p:childTnLst>
                                    <p:animMotion origin="layout" path="M 0.178303 -0.001484 L 0.208181 -0.018184 E" pathEditMode="relative" rAng="0" ptsTypes="AA">
                                      <p:cBhvr>
                                        <p:cTn id="3850" dur="12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3851" presetID="8" presetClass="emph" presetSubtype="0" fill="hold" grpId="38" nodeType="withEffect">
                                  <p:stCondLst>
                                    <p:cond delay="2400"/>
                                  </p:stCondLst>
                                  <p:childTnLst>
                                    <p:animRot by="-1308600">
                                      <p:cBhvr>
                                        <p:cTn id="3852" dur="12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853" presetID="0" presetClass="path" presetSubtype="0" fill="hold" grpId="40" nodeType="withEffect">
                                  <p:stCondLst>
                                    <p:cond delay="2520"/>
                                  </p:stCondLst>
                                  <p:childTnLst>
                                    <p:animMotion origin="layout" path="M 0.183126 -0.003455 L 0.192565 -0.009045 E" pathEditMode="relative" rAng="0" ptsTypes="AA">
                                      <p:cBhvr>
                                        <p:cTn id="3854" dur="12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3855" presetID="8" presetClass="emph" presetSubtype="0" fill="hold" grpId="41" nodeType="withEffect">
                                  <p:stCondLst>
                                    <p:cond delay="2520"/>
                                  </p:stCondLst>
                                  <p:childTnLst>
                                    <p:animRot by="47940">
                                      <p:cBhvr>
                                        <p:cTn id="3856" dur="12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857" presetID="0" presetClass="path" presetSubtype="0" fill="hold" grpId="40" nodeType="withEffect">
                                  <p:stCondLst>
                                    <p:cond delay="2520"/>
                                  </p:stCondLst>
                                  <p:childTnLst>
                                    <p:animMotion origin="layout" path="M 0.184265 -0.003442 L 0.194407 -0.009011 E" pathEditMode="relative" rAng="0" ptsTypes="AA">
                                      <p:cBhvr>
                                        <p:cTn id="3858" dur="12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3859" presetID="8" presetClass="emph" presetSubtype="0" fill="hold" grpId="41" nodeType="withEffect">
                                  <p:stCondLst>
                                    <p:cond delay="2520"/>
                                  </p:stCondLst>
                                  <p:childTnLst>
                                    <p:animRot by="47940">
                                      <p:cBhvr>
                                        <p:cTn id="3860" dur="12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861" presetID="0" presetClass="path" presetSubtype="0" fill="hold" grpId="40" nodeType="withEffect">
                                  <p:stCondLst>
                                    <p:cond delay="2520"/>
                                  </p:stCondLst>
                                  <p:childTnLst>
                                    <p:animMotion origin="layout" path="M 0.182703 -0.00346 L 0.19188 -0.009058 E" pathEditMode="relative" rAng="0" ptsTypes="AA">
                                      <p:cBhvr>
                                        <p:cTn id="3862" dur="12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3863" presetID="8" presetClass="emph" presetSubtype="0" fill="hold" grpId="41" nodeType="withEffect">
                                  <p:stCondLst>
                                    <p:cond delay="2520"/>
                                  </p:stCondLst>
                                  <p:childTnLst>
                                    <p:animRot by="47940">
                                      <p:cBhvr>
                                        <p:cTn id="3864" dur="12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865" presetID="0" presetClass="path" presetSubtype="0" fill="hold" grpId="40" nodeType="withEffect">
                                  <p:stCondLst>
                                    <p:cond delay="2520"/>
                                  </p:stCondLst>
                                  <p:childTnLst>
                                    <p:animMotion origin="layout" path="M 0.184392 -0.00343 L 0.194614 -0.008979 E" pathEditMode="relative" rAng="0" ptsTypes="AA">
                                      <p:cBhvr>
                                        <p:cTn id="3866" dur="12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3867" presetID="8" presetClass="emph" presetSubtype="0" fill="hold" grpId="41" nodeType="withEffect">
                                  <p:stCondLst>
                                    <p:cond delay="2520"/>
                                  </p:stCondLst>
                                  <p:childTnLst>
                                    <p:animRot by="189300">
                                      <p:cBhvr>
                                        <p:cTn id="3868" dur="12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869" presetID="0" presetClass="path" presetSubtype="0" fill="hold" grpId="40" nodeType="withEffect">
                                  <p:stCondLst>
                                    <p:cond delay="2520"/>
                                  </p:stCondLst>
                                  <p:childTnLst>
                                    <p:animMotion origin="layout" path="M 0.184341 -0.003429 L 0.195402 -0.008958 E" pathEditMode="relative" rAng="0" ptsTypes="AA">
                                      <p:cBhvr>
                                        <p:cTn id="3870" dur="12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3871" presetID="8" presetClass="emph" presetSubtype="0" fill="hold" grpId="41" nodeType="withEffect">
                                  <p:stCondLst>
                                    <p:cond delay="2520"/>
                                  </p:stCondLst>
                                  <p:childTnLst>
                                    <p:animRot by="189300">
                                      <p:cBhvr>
                                        <p:cTn id="3872" dur="12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873" presetID="0" presetClass="path" presetSubtype="0" fill="hold" grpId="40" nodeType="withEffect">
                                  <p:stCondLst>
                                    <p:cond delay="2520"/>
                                  </p:stCondLst>
                                  <p:childTnLst>
                                    <p:animMotion origin="layout" path="M 0.184384 -0.003449 L 0.194727 -0.008668 E" pathEditMode="relative" rAng="0" ptsTypes="AA">
                                      <p:cBhvr>
                                        <p:cTn id="3874" dur="12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3875" presetID="8" presetClass="emph" presetSubtype="0" fill="hold" grpId="41" nodeType="withEffect">
                                  <p:stCondLst>
                                    <p:cond delay="2520"/>
                                  </p:stCondLst>
                                  <p:childTnLst>
                                    <p:animRot by="189300">
                                      <p:cBhvr>
                                        <p:cTn id="3876" dur="12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877" presetID="0" presetClass="path" presetSubtype="0" fill="hold" grpId="39" nodeType="withEffect">
                                  <p:stCondLst>
                                    <p:cond delay="2520"/>
                                  </p:stCondLst>
                                  <p:childTnLst>
                                    <p:animMotion origin="layout" path="M 0.183638 -0.013843 L 0.193903 -0.023287 E" pathEditMode="relative" rAng="0" ptsTypes="AA">
                                      <p:cBhvr>
                                        <p:cTn id="3878" dur="12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3879" presetID="8" presetClass="emph" presetSubtype="0" fill="hold" grpId="40" nodeType="withEffect">
                                  <p:stCondLst>
                                    <p:cond delay="2520"/>
                                  </p:stCondLst>
                                  <p:childTnLst>
                                    <p:animRot by="398160">
                                      <p:cBhvr>
                                        <p:cTn id="3880" dur="12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881" presetID="0" presetClass="path" presetSubtype="0" fill="hold" grpId="38" nodeType="withEffect">
                                  <p:stCondLst>
                                    <p:cond delay="2520"/>
                                  </p:stCondLst>
                                  <p:childTnLst>
                                    <p:animMotion origin="layout" path="M 0.183126 0 L 0.192565 0 E" pathEditMode="relative" rAng="0" ptsTypes="AA">
                                      <p:cBhvr>
                                        <p:cTn id="3882" dur="12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3883" presetID="6" presetClass="emph" presetSubtype="0" fill="hold" grpId="39" nodeType="withEffect">
                                  <p:stCondLst>
                                    <p:cond delay="2520"/>
                                  </p:stCondLst>
                                  <p:childTnLst>
                                    <p:animScale>
                                      <p:cBhvr>
                                        <p:cTn id="3884" dur="120" fill="hold"/>
                                        <p:tgtEl>
                                          <p:spTgt spid="39"/>
                                        </p:tgtEl>
                                      </p:cBhvr>
                                      <p:by x="94200" y="94200"/>
                                    </p:animScale>
                                  </p:childTnLst>
                                </p:cTn>
                              </p:par>
                              <p:par>
                                <p:cTn id="3885" presetID="0" presetClass="path" presetSubtype="0" fill="hold" grpId="39" nodeType="withEffect">
                                  <p:stCondLst>
                                    <p:cond delay="2520"/>
                                  </p:stCondLst>
                                  <p:childTnLst>
                                    <p:animMotion origin="layout" path="M 0.189807 -0.005938 L 0.202352 -0.014753 E" pathEditMode="relative" rAng="0" ptsTypes="AA">
                                      <p:cBhvr>
                                        <p:cTn id="3886" dur="12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3887" presetID="8" presetClass="emph" presetSubtype="0" fill="hold" grpId="40" nodeType="withEffect">
                                  <p:stCondLst>
                                    <p:cond delay="2520"/>
                                  </p:stCondLst>
                                  <p:childTnLst>
                                    <p:animRot by="-663660">
                                      <p:cBhvr>
                                        <p:cTn id="3888" dur="12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889" presetID="0" presetClass="path" presetSubtype="0" fill="hold" grpId="39" nodeType="withEffect">
                                  <p:stCondLst>
                                    <p:cond delay="2520"/>
                                  </p:stCondLst>
                                  <p:childTnLst>
                                    <p:animMotion origin="layout" path="M 0.205258 -0.010898 L 0.219144 -0.022075 E" pathEditMode="relative" rAng="0" ptsTypes="AA">
                                      <p:cBhvr>
                                        <p:cTn id="3890" dur="12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3891" presetID="8" presetClass="emph" presetSubtype="0" fill="hold" grpId="40" nodeType="withEffect">
                                  <p:stCondLst>
                                    <p:cond delay="2520"/>
                                  </p:stCondLst>
                                  <p:childTnLst>
                                    <p:animRot by="535920">
                                      <p:cBhvr>
                                        <p:cTn id="3892" dur="12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893" presetID="0" presetClass="path" presetSubtype="0" fill="hold" grpId="39" nodeType="withEffect">
                                  <p:stCondLst>
                                    <p:cond delay="2520"/>
                                  </p:stCondLst>
                                  <p:childTnLst>
                                    <p:animMotion origin="layout" path="M 0.213484 -0.018207 L 0.223924 -0.025429 E" pathEditMode="relative" rAng="0" ptsTypes="AA">
                                      <p:cBhvr>
                                        <p:cTn id="3894" dur="12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3895" presetID="8" presetClass="emph" presetSubtype="0" fill="hold" grpId="40" nodeType="withEffect">
                                  <p:stCondLst>
                                    <p:cond delay="2520"/>
                                  </p:stCondLst>
                                  <p:childTnLst>
                                    <p:animRot by="867360">
                                      <p:cBhvr>
                                        <p:cTn id="3896" dur="12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897" presetID="0" presetClass="path" presetSubtype="0" fill="hold" grpId="39" nodeType="withEffect">
                                  <p:stCondLst>
                                    <p:cond delay="2520"/>
                                  </p:stCondLst>
                                  <p:childTnLst>
                                    <p:animMotion origin="layout" path="M 0.218566 -0.019702 L 0.226875 -0.025905 E" pathEditMode="relative" rAng="0" ptsTypes="AA">
                                      <p:cBhvr>
                                        <p:cTn id="3898" dur="12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3899" presetID="8" presetClass="emph" presetSubtype="0" fill="hold" grpId="40" nodeType="withEffect">
                                  <p:stCondLst>
                                    <p:cond delay="2520"/>
                                  </p:stCondLst>
                                  <p:childTnLst>
                                    <p:animRot by="867360">
                                      <p:cBhvr>
                                        <p:cTn id="3900" dur="12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901" presetID="0" presetClass="path" presetSubtype="0" fill="hold" grpId="39" nodeType="withEffect">
                                  <p:stCondLst>
                                    <p:cond delay="2520"/>
                                  </p:stCondLst>
                                  <p:childTnLst>
                                    <p:animMotion origin="layout" path="M 0.177577 -0.004412 L 0.183049 -0.012028 E" pathEditMode="relative" rAng="0" ptsTypes="AA">
                                      <p:cBhvr>
                                        <p:cTn id="3902" dur="12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3903" presetID="8" presetClass="emph" presetSubtype="0" fill="hold" grpId="40" nodeType="withEffect">
                                  <p:stCondLst>
                                    <p:cond delay="2520"/>
                                  </p:stCondLst>
                                  <p:childTnLst>
                                    <p:animRot by="600540">
                                      <p:cBhvr>
                                        <p:cTn id="3904" dur="12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905" presetID="0" presetClass="path" presetSubtype="0" fill="hold" grpId="39" nodeType="withEffect">
                                  <p:stCondLst>
                                    <p:cond delay="2520"/>
                                  </p:stCondLst>
                                  <p:childTnLst>
                                    <p:animMotion origin="layout" path="M 0.166543 -0.007203 L 0.164196 -0.02012 E" pathEditMode="relative" rAng="0" ptsTypes="AA">
                                      <p:cBhvr>
                                        <p:cTn id="3906" dur="12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3907" presetID="8" presetClass="emph" presetSubtype="0" fill="hold" grpId="40" nodeType="withEffect">
                                  <p:stCondLst>
                                    <p:cond delay="2520"/>
                                  </p:stCondLst>
                                  <p:childTnLst>
                                    <p:animRot by="716520">
                                      <p:cBhvr>
                                        <p:cTn id="3908" dur="12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909" presetID="0" presetClass="path" presetSubtype="0" fill="hold" grpId="39" nodeType="withEffect">
                                  <p:stCondLst>
                                    <p:cond delay="2520"/>
                                  </p:stCondLst>
                                  <p:childTnLst>
                                    <p:animMotion origin="layout" path="M 0.15859 -0.006257 L 0.151819 -0.021612 E" pathEditMode="relative" rAng="0" ptsTypes="AA">
                                      <p:cBhvr>
                                        <p:cTn id="3910" dur="12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3911" presetID="8" presetClass="emph" presetSubtype="0" fill="hold" grpId="40" nodeType="withEffect">
                                  <p:stCondLst>
                                    <p:cond delay="2520"/>
                                  </p:stCondLst>
                                  <p:childTnLst>
                                    <p:animRot by="385080">
                                      <p:cBhvr>
                                        <p:cTn id="3912" dur="12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913" presetID="0" presetClass="path" presetSubtype="0" fill="hold" grpId="36" nodeType="withEffect">
                                  <p:stCondLst>
                                    <p:cond delay="2520"/>
                                  </p:stCondLst>
                                  <p:childTnLst>
                                    <p:animMotion origin="layout" path="M 0.178718 -0.00466 L 0.18676 -0.011275 E" pathEditMode="relative" rAng="0" ptsTypes="AA">
                                      <p:cBhvr>
                                        <p:cTn id="3914" dur="12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3915" presetID="8" presetClass="emph" presetSubtype="0" fill="hold" grpId="37" nodeType="withEffect">
                                  <p:stCondLst>
                                    <p:cond delay="2520"/>
                                  </p:stCondLst>
                                  <p:childTnLst>
                                    <p:animRot by="343620">
                                      <p:cBhvr>
                                        <p:cTn id="3916" dur="12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917" presetID="0" presetClass="path" presetSubtype="0" fill="hold" grpId="38" nodeType="withEffect">
                                  <p:stCondLst>
                                    <p:cond delay="2520"/>
                                  </p:stCondLst>
                                  <p:childTnLst>
                                    <p:animMotion origin="layout" path="M 0.173376 -0.00608 L 0.177904 -0.014017 E" pathEditMode="relative" rAng="0" ptsTypes="AA">
                                      <p:cBhvr>
                                        <p:cTn id="3918" dur="12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3919" presetID="8" presetClass="emph" presetSubtype="0" fill="hold" grpId="39" nodeType="withEffect">
                                  <p:stCondLst>
                                    <p:cond delay="2520"/>
                                  </p:stCondLst>
                                  <p:childTnLst>
                                    <p:animRot by="343620">
                                      <p:cBhvr>
                                        <p:cTn id="3920" dur="12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921" presetID="0" presetClass="path" presetSubtype="0" fill="hold" grpId="36" nodeType="withEffect">
                                  <p:stCondLst>
                                    <p:cond delay="2520"/>
                                  </p:stCondLst>
                                  <p:childTnLst>
                                    <p:animMotion origin="layout" path="M 0.188119 -0.00439 L 0.201691 -0.0124 E" pathEditMode="relative" rAng="0" ptsTypes="AA">
                                      <p:cBhvr>
                                        <p:cTn id="3922" dur="12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3923" presetID="8" presetClass="emph" presetSubtype="0" fill="hold" grpId="37" nodeType="withEffect">
                                  <p:stCondLst>
                                    <p:cond delay="2520"/>
                                  </p:stCondLst>
                                  <p:childTnLst>
                                    <p:animRot by="-746100">
                                      <p:cBhvr>
                                        <p:cTn id="3924" dur="12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925" presetID="0" presetClass="path" presetSubtype="0" fill="hold" grpId="37" nodeType="withEffect">
                                  <p:stCondLst>
                                    <p:cond delay="2520"/>
                                  </p:stCondLst>
                                  <p:childTnLst>
                                    <p:animMotion origin="layout" path="M 0.203391 -0.01206 L 0.225284 -0.032089 E" pathEditMode="relative" rAng="0" ptsTypes="AA">
                                      <p:cBhvr>
                                        <p:cTn id="3926" dur="12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3927" presetID="8" presetClass="emph" presetSubtype="0" fill="hold" grpId="38" nodeType="withEffect">
                                  <p:stCondLst>
                                    <p:cond delay="2520"/>
                                  </p:stCondLst>
                                  <p:childTnLst>
                                    <p:animRot by="-1401840">
                                      <p:cBhvr>
                                        <p:cTn id="3928" dur="12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929" presetID="0" presetClass="path" presetSubtype="0" fill="hold" grpId="39" nodeType="withEffect">
                                  <p:stCondLst>
                                    <p:cond delay="2520"/>
                                  </p:stCondLst>
                                  <p:childTnLst>
                                    <p:animMotion origin="layout" path="M 0.219812 -0.022067 L 0.248524 -0.055866 E" pathEditMode="relative" rAng="0" ptsTypes="AA">
                                      <p:cBhvr>
                                        <p:cTn id="3930" dur="12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3931" presetID="8" presetClass="emph" presetSubtype="0" fill="hold" grpId="40" nodeType="withEffect">
                                  <p:stCondLst>
                                    <p:cond delay="2520"/>
                                  </p:stCondLst>
                                  <p:childTnLst>
                                    <p:animRot by="-1147800">
                                      <p:cBhvr>
                                        <p:cTn id="3932" dur="12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933" presetID="0" presetClass="path" presetSubtype="0" fill="hold" grpId="39" nodeType="withEffect">
                                  <p:stCondLst>
                                    <p:cond delay="2520"/>
                                  </p:stCondLst>
                                  <p:childTnLst>
                                    <p:animMotion origin="layout" path="M 0.208181 -0.018184 L 0.232464 -0.047316 E" pathEditMode="relative" rAng="0" ptsTypes="AA">
                                      <p:cBhvr>
                                        <p:cTn id="3934" dur="12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3935" presetID="8" presetClass="emph" presetSubtype="0" fill="hold" grpId="40" nodeType="withEffect">
                                  <p:stCondLst>
                                    <p:cond delay="2520"/>
                                  </p:stCondLst>
                                  <p:childTnLst>
                                    <p:animRot by="-1147800">
                                      <p:cBhvr>
                                        <p:cTn id="3936" dur="12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937" presetID="0" presetClass="path" presetSubtype="0" fill="hold" grpId="42" nodeType="withEffect">
                                  <p:stCondLst>
                                    <p:cond delay="2640"/>
                                  </p:stCondLst>
                                  <p:childTnLst>
                                    <p:animMotion origin="layout" path="M 0.192565 -0.009045 L 0.2024 -0 E" pathEditMode="relative" rAng="0" ptsTypes="AA">
                                      <p:cBhvr>
                                        <p:cTn id="3938" dur="12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3939" presetID="8" presetClass="emph" presetSubtype="0" fill="hold" grpId="43" nodeType="withEffect">
                                  <p:stCondLst>
                                    <p:cond delay="2640"/>
                                  </p:stCondLst>
                                  <p:childTnLst>
                                    <p:animRot by="-125520">
                                      <p:cBhvr>
                                        <p:cTn id="3940" dur="12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941" presetID="0" presetClass="path" presetSubtype="0" fill="hold" grpId="42" nodeType="withEffect">
                                  <p:stCondLst>
                                    <p:cond delay="2640"/>
                                  </p:stCondLst>
                                  <p:childTnLst>
                                    <p:animMotion origin="layout" path="M 0.194407 -0.009011 L 0.2024 -0 E" pathEditMode="relative" rAng="0" ptsTypes="AA">
                                      <p:cBhvr>
                                        <p:cTn id="3942" dur="12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3943" presetID="8" presetClass="emph" presetSubtype="0" fill="hold" grpId="43" nodeType="withEffect">
                                  <p:stCondLst>
                                    <p:cond delay="2640"/>
                                  </p:stCondLst>
                                  <p:childTnLst>
                                    <p:animRot by="-125520">
                                      <p:cBhvr>
                                        <p:cTn id="3944" dur="12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945" presetID="0" presetClass="path" presetSubtype="0" fill="hold" grpId="42" nodeType="withEffect">
                                  <p:stCondLst>
                                    <p:cond delay="2640"/>
                                  </p:stCondLst>
                                  <p:childTnLst>
                                    <p:animMotion origin="layout" path="M 0.19188 -0.009058 L 0.2024 -0 E" pathEditMode="relative" rAng="0" ptsTypes="AA">
                                      <p:cBhvr>
                                        <p:cTn id="3946" dur="12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3947" presetID="8" presetClass="emph" presetSubtype="0" fill="hold" grpId="43" nodeType="withEffect">
                                  <p:stCondLst>
                                    <p:cond delay="2640"/>
                                  </p:stCondLst>
                                  <p:childTnLst>
                                    <p:animRot by="-125520">
                                      <p:cBhvr>
                                        <p:cTn id="3948" dur="12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949" presetID="0" presetClass="path" presetSubtype="0" fill="hold" grpId="42" nodeType="withEffect">
                                  <p:stCondLst>
                                    <p:cond delay="2640"/>
                                  </p:stCondLst>
                                  <p:childTnLst>
                                    <p:animMotion origin="layout" path="M 0.194614 -0.008979 L 0.2024 0 E" pathEditMode="relative" rAng="0" ptsTypes="AA">
                                      <p:cBhvr>
                                        <p:cTn id="3950" dur="12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3951" presetID="8" presetClass="emph" presetSubtype="0" fill="hold" grpId="43" nodeType="withEffect">
                                  <p:stCondLst>
                                    <p:cond delay="2640"/>
                                  </p:stCondLst>
                                  <p:childTnLst>
                                    <p:animRot by="-177840">
                                      <p:cBhvr>
                                        <p:cTn id="3952" dur="12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953" presetID="0" presetClass="path" presetSubtype="0" fill="hold" grpId="42" nodeType="withEffect">
                                  <p:stCondLst>
                                    <p:cond delay="2640"/>
                                  </p:stCondLst>
                                  <p:childTnLst>
                                    <p:animMotion origin="layout" path="M 0.195402 -0.008958 L 0.2024 0 E" pathEditMode="relative" rAng="0" ptsTypes="AA">
                                      <p:cBhvr>
                                        <p:cTn id="3954" dur="12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3955" presetID="8" presetClass="emph" presetSubtype="0" fill="hold" grpId="43" nodeType="withEffect">
                                  <p:stCondLst>
                                    <p:cond delay="2640"/>
                                  </p:stCondLst>
                                  <p:childTnLst>
                                    <p:animRot by="-177840">
                                      <p:cBhvr>
                                        <p:cTn id="3956" dur="12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957" presetID="0" presetClass="path" presetSubtype="0" fill="hold" grpId="42" nodeType="withEffect">
                                  <p:stCondLst>
                                    <p:cond delay="2640"/>
                                  </p:stCondLst>
                                  <p:childTnLst>
                                    <p:animMotion origin="layout" path="M 0.194727 -0.008668 L 0.2024 0 E" pathEditMode="relative" rAng="0" ptsTypes="AA">
                                      <p:cBhvr>
                                        <p:cTn id="3958" dur="12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3959" presetID="8" presetClass="emph" presetSubtype="0" fill="hold" grpId="43" nodeType="withEffect">
                                  <p:stCondLst>
                                    <p:cond delay="2640"/>
                                  </p:stCondLst>
                                  <p:childTnLst>
                                    <p:animRot by="-177840">
                                      <p:cBhvr>
                                        <p:cTn id="3960" dur="12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961" presetID="0" presetClass="path" presetSubtype="0" fill="hold" grpId="41" nodeType="withEffect">
                                  <p:stCondLst>
                                    <p:cond delay="2640"/>
                                  </p:stCondLst>
                                  <p:childTnLst>
                                    <p:animMotion origin="layout" path="M 0.193903 -0.023287 L 0.2024 0 E" pathEditMode="relative" rAng="0" ptsTypes="AA">
                                      <p:cBhvr>
                                        <p:cTn id="3962" dur="12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3963" presetID="8" presetClass="emph" presetSubtype="0" fill="hold" grpId="42" nodeType="withEffect">
                                  <p:stCondLst>
                                    <p:cond delay="2640"/>
                                  </p:stCondLst>
                                  <p:childTnLst>
                                    <p:animRot by="-1473660">
                                      <p:cBhvr>
                                        <p:cTn id="3964" dur="12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965" presetID="0" presetClass="path" presetSubtype="0" fill="hold" grpId="40" nodeType="withEffect">
                                  <p:stCondLst>
                                    <p:cond delay="2640"/>
                                  </p:stCondLst>
                                  <p:childTnLst>
                                    <p:animMotion origin="layout" path="M 0.192565 0 L 0.2024 0 E" pathEditMode="relative" rAng="0" ptsTypes="AA">
                                      <p:cBhvr>
                                        <p:cTn id="3966" dur="12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3967" presetID="0" presetClass="path" presetSubtype="0" fill="hold" grpId="41" nodeType="withEffect">
                                  <p:stCondLst>
                                    <p:cond delay="2640"/>
                                  </p:stCondLst>
                                  <p:childTnLst>
                                    <p:animMotion origin="layout" path="M 0.202352 -0.014753 L 0.2024 0 E" pathEditMode="relative" rAng="0" ptsTypes="AA">
                                      <p:cBhvr>
                                        <p:cTn id="3968" dur="12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3969" presetID="8" presetClass="emph" presetSubtype="0" fill="hold" grpId="42" nodeType="withEffect">
                                  <p:stCondLst>
                                    <p:cond delay="2640"/>
                                  </p:stCondLst>
                                  <p:childTnLst>
                                    <p:animRot by="1923060">
                                      <p:cBhvr>
                                        <p:cTn id="3970" dur="12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971" presetID="0" presetClass="path" presetSubtype="0" fill="hold" grpId="41" nodeType="withEffect">
                                  <p:stCondLst>
                                    <p:cond delay="2640"/>
                                  </p:stCondLst>
                                  <p:childTnLst>
                                    <p:animMotion origin="layout" path="M 0.219144 -0.022075 L 0.2024 0 E" pathEditMode="relative" rAng="0" ptsTypes="AA">
                                      <p:cBhvr>
                                        <p:cTn id="3972" dur="12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3973" presetID="8" presetClass="emph" presetSubtype="0" fill="hold" grpId="42" nodeType="withEffect">
                                  <p:stCondLst>
                                    <p:cond delay="2640"/>
                                  </p:stCondLst>
                                  <p:childTnLst>
                                    <p:animRot by="650400">
                                      <p:cBhvr>
                                        <p:cTn id="3974" dur="12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975" presetID="0" presetClass="path" presetSubtype="0" fill="hold" grpId="41" nodeType="withEffect">
                                  <p:stCondLst>
                                    <p:cond delay="2640"/>
                                  </p:stCondLst>
                                  <p:childTnLst>
                                    <p:animMotion origin="layout" path="M 0.223924 -0.025429 L 0.2024 0 E" pathEditMode="relative" rAng="0" ptsTypes="AA">
                                      <p:cBhvr>
                                        <p:cTn id="3976" dur="12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3977" presetID="8" presetClass="emph" presetSubtype="0" fill="hold" grpId="42" nodeType="withEffect">
                                  <p:stCondLst>
                                    <p:cond delay="2640"/>
                                  </p:stCondLst>
                                  <p:childTnLst>
                                    <p:animRot by="1099560">
                                      <p:cBhvr>
                                        <p:cTn id="3978" dur="12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979" presetID="0" presetClass="path" presetSubtype="0" fill="hold" grpId="41" nodeType="withEffect">
                                  <p:stCondLst>
                                    <p:cond delay="2640"/>
                                  </p:stCondLst>
                                  <p:childTnLst>
                                    <p:animMotion origin="layout" path="M 0.226875 -0.025905 L 0.2024 0 E" pathEditMode="relative" rAng="0" ptsTypes="AA">
                                      <p:cBhvr>
                                        <p:cTn id="3980" dur="12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3981" presetID="8" presetClass="emph" presetSubtype="0" fill="hold" grpId="42" nodeType="withEffect">
                                  <p:stCondLst>
                                    <p:cond delay="2640"/>
                                  </p:stCondLst>
                                  <p:childTnLst>
                                    <p:animRot by="1099560">
                                      <p:cBhvr>
                                        <p:cTn id="3982" dur="12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983" presetID="0" presetClass="path" presetSubtype="0" fill="hold" grpId="41" nodeType="withEffect">
                                  <p:stCondLst>
                                    <p:cond delay="2640"/>
                                  </p:stCondLst>
                                  <p:childTnLst>
                                    <p:animMotion origin="layout" path="M 0.183049 -0.012028 L 0.2024 0 E" pathEditMode="relative" rAng="0" ptsTypes="AA">
                                      <p:cBhvr>
                                        <p:cTn id="3984" dur="12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3985" presetID="8" presetClass="emph" presetSubtype="0" fill="hold" grpId="42" nodeType="withEffect">
                                  <p:stCondLst>
                                    <p:cond delay="2640"/>
                                  </p:stCondLst>
                                  <p:childTnLst>
                                    <p:animRot by="-1386600">
                                      <p:cBhvr>
                                        <p:cTn id="3986" dur="12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987" presetID="0" presetClass="path" presetSubtype="0" fill="hold" grpId="41" nodeType="withEffect">
                                  <p:stCondLst>
                                    <p:cond delay="2640"/>
                                  </p:stCondLst>
                                  <p:childTnLst>
                                    <p:animMotion origin="layout" path="M 0.164196 -0.02012 L 0.2024 0 E" pathEditMode="relative" rAng="0" ptsTypes="AA">
                                      <p:cBhvr>
                                        <p:cTn id="3988" dur="12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3989" presetID="8" presetClass="emph" presetSubtype="0" fill="hold" grpId="42" nodeType="withEffect">
                                  <p:stCondLst>
                                    <p:cond delay="2640"/>
                                  </p:stCondLst>
                                  <p:childTnLst>
                                    <p:animRot by="-1690200">
                                      <p:cBhvr>
                                        <p:cTn id="3990" dur="12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991" presetID="0" presetClass="path" presetSubtype="0" fill="hold" grpId="41" nodeType="withEffect">
                                  <p:stCondLst>
                                    <p:cond delay="2640"/>
                                  </p:stCondLst>
                                  <p:childTnLst>
                                    <p:animMotion origin="layout" path="M 0.151819 -0.021612 L 0.2024 0 E" pathEditMode="relative" rAng="0" ptsTypes="AA">
                                      <p:cBhvr>
                                        <p:cTn id="3992" dur="12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3993" presetID="8" presetClass="emph" presetSubtype="0" fill="hold" grpId="42" nodeType="withEffect">
                                  <p:stCondLst>
                                    <p:cond delay="2640"/>
                                  </p:stCondLst>
                                  <p:childTnLst>
                                    <p:animRot by="-2139360">
                                      <p:cBhvr>
                                        <p:cTn id="3994" dur="12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995" presetID="0" presetClass="path" presetSubtype="0" fill="hold" grpId="38" nodeType="withEffect">
                                  <p:stCondLst>
                                    <p:cond delay="2640"/>
                                  </p:stCondLst>
                                  <p:childTnLst>
                                    <p:animMotion origin="layout" path="M 0.18676 -0.011275 L 0.2024 0 E" pathEditMode="relative" rAng="0" ptsTypes="AA">
                                      <p:cBhvr>
                                        <p:cTn id="3996" dur="12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3997" presetID="8" presetClass="emph" presetSubtype="0" fill="hold" grpId="39" nodeType="withEffect">
                                  <p:stCondLst>
                                    <p:cond delay="2640"/>
                                  </p:stCondLst>
                                  <p:childTnLst>
                                    <p:animRot by="-1280940">
                                      <p:cBhvr>
                                        <p:cTn id="3998" dur="12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999" presetID="0" presetClass="path" presetSubtype="0" fill="hold" grpId="40" nodeType="withEffect">
                                  <p:stCondLst>
                                    <p:cond delay="2640"/>
                                  </p:stCondLst>
                                  <p:childTnLst>
                                    <p:animMotion origin="layout" path="M 0.177904 -0.014017 L 0.2024 0 E" pathEditMode="relative" rAng="0" ptsTypes="AA">
                                      <p:cBhvr>
                                        <p:cTn id="4000" dur="12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4001" presetID="8" presetClass="emph" presetSubtype="0" fill="hold" grpId="41" nodeType="withEffect">
                                  <p:stCondLst>
                                    <p:cond delay="2640"/>
                                  </p:stCondLst>
                                  <p:childTnLst>
                                    <p:animRot by="-380940">
                                      <p:cBhvr>
                                        <p:cTn id="4002" dur="12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4003" presetID="0" presetClass="path" presetSubtype="0" fill="hold" grpId="38" nodeType="withEffect">
                                  <p:stCondLst>
                                    <p:cond delay="2640"/>
                                  </p:stCondLst>
                                  <p:childTnLst>
                                    <p:animMotion origin="layout" path="M 0.201691 -0.0124 L 0.2024 0 E" pathEditMode="relative" rAng="0" ptsTypes="AA">
                                      <p:cBhvr>
                                        <p:cTn id="4004" dur="12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4005" presetID="8" presetClass="emph" presetSubtype="0" fill="hold" grpId="39" nodeType="withEffect">
                                  <p:stCondLst>
                                    <p:cond delay="2640"/>
                                  </p:stCondLst>
                                  <p:childTnLst>
                                    <p:animRot by="1572180">
                                      <p:cBhvr>
                                        <p:cTn id="4006" dur="12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4007" presetID="0" presetClass="path" presetSubtype="0" fill="hold" grpId="39" nodeType="withEffect">
                                  <p:stCondLst>
                                    <p:cond delay="2640"/>
                                  </p:stCondLst>
                                  <p:childTnLst>
                                    <p:animMotion origin="layout" path="M 0.225284 -0.032089 L 0.2024 0 E" pathEditMode="relative" rAng="0" ptsTypes="AA">
                                      <p:cBhvr>
                                        <p:cTn id="4008" dur="12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4009" presetID="8" presetClass="emph" presetSubtype="0" fill="hold" grpId="40" nodeType="withEffect">
                                  <p:stCondLst>
                                    <p:cond delay="2640"/>
                                  </p:stCondLst>
                                  <p:childTnLst>
                                    <p:animRot by="3726000">
                                      <p:cBhvr>
                                        <p:cTn id="4010" dur="12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4011" presetID="0" presetClass="path" presetSubtype="0" fill="hold" grpId="41" nodeType="withEffect">
                                  <p:stCondLst>
                                    <p:cond delay="2640"/>
                                  </p:stCondLst>
                                  <p:childTnLst>
                                    <p:animMotion origin="layout" path="M 0.248524 -0.055866 L 0.2024 0 E" pathEditMode="relative" rAng="0" ptsTypes="AA">
                                      <p:cBhvr>
                                        <p:cTn id="4012" dur="12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4013" presetID="8" presetClass="emph" presetSubtype="0" fill="hold" grpId="42" nodeType="withEffect">
                                  <p:stCondLst>
                                    <p:cond delay="2640"/>
                                  </p:stCondLst>
                                  <p:childTnLst>
                                    <p:animRot by="3363300">
                                      <p:cBhvr>
                                        <p:cTn id="4014" dur="12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4015" presetID="0" presetClass="path" presetSubtype="0" fill="hold" grpId="41" nodeType="withEffect">
                                  <p:stCondLst>
                                    <p:cond delay="2640"/>
                                  </p:stCondLst>
                                  <p:childTnLst>
                                    <p:animMotion origin="layout" path="M 0.232464 -0.047316 L 0.2024 0 E" pathEditMode="relative" rAng="0" ptsTypes="AA">
                                      <p:cBhvr>
                                        <p:cTn id="4016" dur="12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4017" presetID="8" presetClass="emph" presetSubtype="0" fill="hold" grpId="42" nodeType="withEffect">
                                  <p:stCondLst>
                                    <p:cond delay="2640"/>
                                  </p:stCondLst>
                                  <p:childTnLst>
                                    <p:animRot by="3363300">
                                      <p:cBhvr>
                                        <p:cTn id="4018" dur="12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4019" presetID="0" presetClass="path" presetSubtype="0" fill="hold" grpId="44" nodeType="withEffect">
                                  <p:stCondLst>
                                    <p:cond delay="2760"/>
                                  </p:stCondLst>
                                  <p:childTnLst>
                                    <p:animMotion origin="layout" path="M 0.2024 -0 L 0.2112 -0 E" pathEditMode="relative" rAng="0" ptsTypes="AA">
                                      <p:cBhvr>
                                        <p:cTn id="4020" dur="12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4021" presetID="0" presetClass="path" presetSubtype="0" fill="hold" grpId="44" nodeType="withEffect">
                                  <p:stCondLst>
                                    <p:cond delay="2760"/>
                                  </p:stCondLst>
                                  <p:childTnLst>
                                    <p:animMotion origin="layout" path="M 0.2024 -0 L 0.2112 -0 E" pathEditMode="relative" rAng="0" ptsTypes="AA">
                                      <p:cBhvr>
                                        <p:cTn id="4022" dur="12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4023" presetID="0" presetClass="path" presetSubtype="0" fill="hold" grpId="44" nodeType="withEffect">
                                  <p:stCondLst>
                                    <p:cond delay="2760"/>
                                  </p:stCondLst>
                                  <p:childTnLst>
                                    <p:animMotion origin="layout" path="M 0.2024 -0 L 0.2112 -0 E" pathEditMode="relative" rAng="0" ptsTypes="AA">
                                      <p:cBhvr>
                                        <p:cTn id="4024" dur="12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4025" presetID="0" presetClass="path" presetSubtype="0" fill="hold" grpId="44" nodeType="withEffect">
                                  <p:stCondLst>
                                    <p:cond delay="2760"/>
                                  </p:stCondLst>
                                  <p:childTnLst>
                                    <p:animMotion origin="layout" path="M 0.2024 0 L 0.2112 0 E" pathEditMode="relative" rAng="0" ptsTypes="AA">
                                      <p:cBhvr>
                                        <p:cTn id="4026" dur="12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4027" presetID="0" presetClass="path" presetSubtype="0" fill="hold" grpId="44" nodeType="withEffect">
                                  <p:stCondLst>
                                    <p:cond delay="2760"/>
                                  </p:stCondLst>
                                  <p:childTnLst>
                                    <p:animMotion origin="layout" path="M 0.2024 0 L 0.2112 0 E" pathEditMode="relative" rAng="0" ptsTypes="AA">
                                      <p:cBhvr>
                                        <p:cTn id="4028" dur="12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4029" presetID="0" presetClass="path" presetSubtype="0" fill="hold" grpId="44" nodeType="withEffect">
                                  <p:stCondLst>
                                    <p:cond delay="2760"/>
                                  </p:stCondLst>
                                  <p:childTnLst>
                                    <p:animMotion origin="layout" path="M 0.2024 0 L 0.2112 0 E" pathEditMode="relative" rAng="0" ptsTypes="AA">
                                      <p:cBhvr>
                                        <p:cTn id="4030" dur="12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4031" presetID="0" presetClass="path" presetSubtype="0" fill="hold" grpId="43" nodeType="withEffect">
                                  <p:stCondLst>
                                    <p:cond delay="2760"/>
                                  </p:stCondLst>
                                  <p:childTnLst>
                                    <p:animMotion origin="layout" path="M 0.2024 0 L 0.2112 0 E" pathEditMode="relative" rAng="0" ptsTypes="AA">
                                      <p:cBhvr>
                                        <p:cTn id="4032" dur="12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4033" presetID="0" presetClass="path" presetSubtype="0" fill="hold" grpId="41" nodeType="withEffect">
                                  <p:stCondLst>
                                    <p:cond delay="2760"/>
                                  </p:stCondLst>
                                  <p:childTnLst>
                                    <p:animMotion origin="layout" path="M 0.2024 0 L 0.2112 0 E" pathEditMode="relative" rAng="0" ptsTypes="AA">
                                      <p:cBhvr>
                                        <p:cTn id="4034" dur="12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4035" presetID="6" presetClass="emph" presetSubtype="0" fill="hold" grpId="42" nodeType="withEffect">
                                  <p:stCondLst>
                                    <p:cond delay="2760"/>
                                  </p:stCondLst>
                                  <p:childTnLst>
                                    <p:animScale>
                                      <p:cBhvr>
                                        <p:cTn id="4036" dur="120" fill="hold"/>
                                        <p:tgtEl>
                                          <p:spTgt spid="39"/>
                                        </p:tgtEl>
                                      </p:cBhvr>
                                      <p:by x="106157" y="106157"/>
                                    </p:animScale>
                                  </p:childTnLst>
                                </p:cTn>
                              </p:par>
                              <p:par>
                                <p:cTn id="4037" presetID="0" presetClass="path" presetSubtype="0" fill="hold" grpId="43" nodeType="withEffect">
                                  <p:stCondLst>
                                    <p:cond delay="2760"/>
                                  </p:stCondLst>
                                  <p:childTnLst>
                                    <p:animMotion origin="layout" path="M 0.2024 0 L 0.2112 0 E" pathEditMode="relative" rAng="0" ptsTypes="AA">
                                      <p:cBhvr>
                                        <p:cTn id="4038" dur="12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4039" presetID="0" presetClass="path" presetSubtype="0" fill="hold" grpId="43" nodeType="withEffect">
                                  <p:stCondLst>
                                    <p:cond delay="2760"/>
                                  </p:stCondLst>
                                  <p:childTnLst>
                                    <p:animMotion origin="layout" path="M 0.2024 0 L 0.2112 0 E" pathEditMode="relative" rAng="0" ptsTypes="AA">
                                      <p:cBhvr>
                                        <p:cTn id="4040" dur="12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4041" presetID="0" presetClass="path" presetSubtype="0" fill="hold" grpId="43" nodeType="withEffect">
                                  <p:stCondLst>
                                    <p:cond delay="2760"/>
                                  </p:stCondLst>
                                  <p:childTnLst>
                                    <p:animMotion origin="layout" path="M 0.2024 0 L 0.2112 0 E" pathEditMode="relative" rAng="0" ptsTypes="AA">
                                      <p:cBhvr>
                                        <p:cTn id="4042" dur="12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4043" presetID="0" presetClass="path" presetSubtype="0" fill="hold" grpId="43" nodeType="withEffect">
                                  <p:stCondLst>
                                    <p:cond delay="2760"/>
                                  </p:stCondLst>
                                  <p:childTnLst>
                                    <p:animMotion origin="layout" path="M 0.2024 0 L 0.2112 0 E" pathEditMode="relative" rAng="0" ptsTypes="AA">
                                      <p:cBhvr>
                                        <p:cTn id="4044" dur="12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4045" presetID="0" presetClass="path" presetSubtype="0" fill="hold" grpId="43" nodeType="withEffect">
                                  <p:stCondLst>
                                    <p:cond delay="2760"/>
                                  </p:stCondLst>
                                  <p:childTnLst>
                                    <p:animMotion origin="layout" path="M 0.2024 0 L 0.2112 0 E" pathEditMode="relative" rAng="0" ptsTypes="AA">
                                      <p:cBhvr>
                                        <p:cTn id="4046" dur="12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4047" presetID="0" presetClass="path" presetSubtype="0" fill="hold" grpId="43" nodeType="withEffect">
                                  <p:stCondLst>
                                    <p:cond delay="2760"/>
                                  </p:stCondLst>
                                  <p:childTnLst>
                                    <p:animMotion origin="layout" path="M 0.2024 0 L 0.2112 0 E" pathEditMode="relative" rAng="0" ptsTypes="AA">
                                      <p:cBhvr>
                                        <p:cTn id="4048" dur="12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4049" presetID="0" presetClass="path" presetSubtype="0" fill="hold" grpId="43" nodeType="withEffect">
                                  <p:stCondLst>
                                    <p:cond delay="2760"/>
                                  </p:stCondLst>
                                  <p:childTnLst>
                                    <p:animMotion origin="layout" path="M 0.2024 0 L 0.2112 0 E" pathEditMode="relative" rAng="0" ptsTypes="AA">
                                      <p:cBhvr>
                                        <p:cTn id="4050" dur="12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4051" presetID="0" presetClass="path" presetSubtype="0" fill="hold" grpId="40" nodeType="withEffect">
                                  <p:stCondLst>
                                    <p:cond delay="2760"/>
                                  </p:stCondLst>
                                  <p:childTnLst>
                                    <p:animMotion origin="layout" path="M 0.2024 0 L 0.2112 0 E" pathEditMode="relative" rAng="0" ptsTypes="AA">
                                      <p:cBhvr>
                                        <p:cTn id="4052" dur="12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4053" presetID="0" presetClass="path" presetSubtype="0" fill="hold" grpId="42" nodeType="withEffect">
                                  <p:stCondLst>
                                    <p:cond delay="2760"/>
                                  </p:stCondLst>
                                  <p:childTnLst>
                                    <p:animMotion origin="layout" path="M 0.2024 0 L 0.2112 0 E" pathEditMode="relative" rAng="0" ptsTypes="AA">
                                      <p:cBhvr>
                                        <p:cTn id="4054" dur="12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4055" presetID="0" presetClass="path" presetSubtype="0" fill="hold" grpId="40" nodeType="withEffect">
                                  <p:stCondLst>
                                    <p:cond delay="2760"/>
                                  </p:stCondLst>
                                  <p:childTnLst>
                                    <p:animMotion origin="layout" path="M 0.2024 0 L 0.2112 0 E" pathEditMode="relative" rAng="0" ptsTypes="AA">
                                      <p:cBhvr>
                                        <p:cTn id="4056" dur="12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4057" presetID="0" presetClass="path" presetSubtype="0" fill="hold" grpId="41" nodeType="withEffect">
                                  <p:stCondLst>
                                    <p:cond delay="2760"/>
                                  </p:stCondLst>
                                  <p:childTnLst>
                                    <p:animMotion origin="layout" path="M 0.2024 0 L 0.2112 0 E" pathEditMode="relative" rAng="0" ptsTypes="AA">
                                      <p:cBhvr>
                                        <p:cTn id="4058" dur="12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4059" presetID="0" presetClass="path" presetSubtype="0" fill="hold" grpId="43" nodeType="withEffect">
                                  <p:stCondLst>
                                    <p:cond delay="2760"/>
                                  </p:stCondLst>
                                  <p:childTnLst>
                                    <p:animMotion origin="layout" path="M 0.2024 0 L 0.2112 0 E" pathEditMode="relative" rAng="0" ptsTypes="AA">
                                      <p:cBhvr>
                                        <p:cTn id="4060" dur="12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4061" presetID="0" presetClass="path" presetSubtype="0" fill="hold" grpId="43" nodeType="withEffect">
                                  <p:stCondLst>
                                    <p:cond delay="2760"/>
                                  </p:stCondLst>
                                  <p:childTnLst>
                                    <p:animMotion origin="layout" path="M 0.2024 0 L 0.2112 0 E" pathEditMode="relative" rAng="0" ptsTypes="AA">
                                      <p:cBhvr>
                                        <p:cTn id="4062" dur="12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4063" presetID="0" presetClass="path" presetSubtype="0" fill="hold" grpId="45" nodeType="withEffect">
                                  <p:stCondLst>
                                    <p:cond delay="2880"/>
                                  </p:stCondLst>
                                  <p:childTnLst>
                                    <p:animMotion origin="layout" path="M 0.2112 -0 L 0.22 0 E" pathEditMode="relative" rAng="0" ptsTypes="AA">
                                      <p:cBhvr>
                                        <p:cTn id="4064" dur="12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4065" presetID="0" presetClass="path" presetSubtype="0" fill="hold" grpId="45" nodeType="withEffect">
                                  <p:stCondLst>
                                    <p:cond delay="2880"/>
                                  </p:stCondLst>
                                  <p:childTnLst>
                                    <p:animMotion origin="layout" path="M 0.2112 -0 L 0.22 0 E" pathEditMode="relative" rAng="0" ptsTypes="AA">
                                      <p:cBhvr>
                                        <p:cTn id="4066" dur="12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4067" presetID="0" presetClass="path" presetSubtype="0" fill="hold" grpId="45" nodeType="withEffect">
                                  <p:stCondLst>
                                    <p:cond delay="2880"/>
                                  </p:stCondLst>
                                  <p:childTnLst>
                                    <p:animMotion origin="layout" path="M 0.2112 -0 L 0.22 0 E" pathEditMode="relative" rAng="0" ptsTypes="AA">
                                      <p:cBhvr>
                                        <p:cTn id="4068" dur="12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4069" presetID="0" presetClass="path" presetSubtype="0" fill="hold" grpId="45" nodeType="withEffect">
                                  <p:stCondLst>
                                    <p:cond delay="2880"/>
                                  </p:stCondLst>
                                  <p:childTnLst>
                                    <p:animMotion origin="layout" path="M 0.2112 0 L 0.22 0 E" pathEditMode="relative" rAng="0" ptsTypes="AA">
                                      <p:cBhvr>
                                        <p:cTn id="4070" dur="12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4071" presetID="0" presetClass="path" presetSubtype="0" fill="hold" grpId="45" nodeType="withEffect">
                                  <p:stCondLst>
                                    <p:cond delay="2880"/>
                                  </p:stCondLst>
                                  <p:childTnLst>
                                    <p:animMotion origin="layout" path="M 0.2112 0 L 0.22 0 E" pathEditMode="relative" rAng="0" ptsTypes="AA">
                                      <p:cBhvr>
                                        <p:cTn id="4072" dur="12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4073" presetID="0" presetClass="path" presetSubtype="0" fill="hold" grpId="45" nodeType="withEffect">
                                  <p:stCondLst>
                                    <p:cond delay="2880"/>
                                  </p:stCondLst>
                                  <p:childTnLst>
                                    <p:animMotion origin="layout" path="M 0.2112 0 L 0.22 0 E" pathEditMode="relative" rAng="0" ptsTypes="AA">
                                      <p:cBhvr>
                                        <p:cTn id="4074" dur="12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4075" presetID="0" presetClass="path" presetSubtype="0" fill="hold" grpId="44" nodeType="withEffect">
                                  <p:stCondLst>
                                    <p:cond delay="2880"/>
                                  </p:stCondLst>
                                  <p:childTnLst>
                                    <p:animMotion origin="layout" path="M 0.2112 0 L 0.22 0 E" pathEditMode="relative" rAng="0" ptsTypes="AA">
                                      <p:cBhvr>
                                        <p:cTn id="4076" dur="12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4077" presetID="0" presetClass="path" presetSubtype="0" fill="hold" grpId="43" nodeType="withEffect">
                                  <p:stCondLst>
                                    <p:cond delay="2880"/>
                                  </p:stCondLst>
                                  <p:childTnLst>
                                    <p:animMotion origin="layout" path="M 0.2112 0 L 0.22 0 E" pathEditMode="relative" rAng="0" ptsTypes="AA">
                                      <p:cBhvr>
                                        <p:cTn id="4078" dur="12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4079" presetID="6" presetClass="emph" presetSubtype="0" fill="hold" grpId="44" nodeType="withEffect">
                                  <p:stCondLst>
                                    <p:cond delay="2880"/>
                                  </p:stCondLst>
                                  <p:childTnLst>
                                    <p:animScale>
                                      <p:cBhvr>
                                        <p:cTn id="4080" dur="120" fill="hold"/>
                                        <p:tgtEl>
                                          <p:spTgt spid="39"/>
                                        </p:tgtEl>
                                      </p:cBhvr>
                                      <p:by x="103573" y="103573"/>
                                    </p:animScale>
                                  </p:childTnLst>
                                </p:cTn>
                              </p:par>
                              <p:par>
                                <p:cTn id="4081" presetID="0" presetClass="path" presetSubtype="0" fill="hold" grpId="44" nodeType="withEffect">
                                  <p:stCondLst>
                                    <p:cond delay="2880"/>
                                  </p:stCondLst>
                                  <p:childTnLst>
                                    <p:animMotion origin="layout" path="M 0.2112 0 L 0.22 0 E" pathEditMode="relative" rAng="0" ptsTypes="AA">
                                      <p:cBhvr>
                                        <p:cTn id="4082" dur="12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4083" presetID="0" presetClass="path" presetSubtype="0" fill="hold" grpId="44" nodeType="withEffect">
                                  <p:stCondLst>
                                    <p:cond delay="2880"/>
                                  </p:stCondLst>
                                  <p:childTnLst>
                                    <p:animMotion origin="layout" path="M 0.2112 0 L 0.22 0 E" pathEditMode="relative" rAng="0" ptsTypes="AA">
                                      <p:cBhvr>
                                        <p:cTn id="4084" dur="12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4085" presetID="0" presetClass="path" presetSubtype="0" fill="hold" grpId="44" nodeType="withEffect">
                                  <p:stCondLst>
                                    <p:cond delay="2880"/>
                                  </p:stCondLst>
                                  <p:childTnLst>
                                    <p:animMotion origin="layout" path="M 0.2112 0 L 0.22 0 E" pathEditMode="relative" rAng="0" ptsTypes="AA">
                                      <p:cBhvr>
                                        <p:cTn id="4086" dur="12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4087" presetID="0" presetClass="path" presetSubtype="0" fill="hold" grpId="44" nodeType="withEffect">
                                  <p:stCondLst>
                                    <p:cond delay="2880"/>
                                  </p:stCondLst>
                                  <p:childTnLst>
                                    <p:animMotion origin="layout" path="M 0.2112 0 L 0.22 0 E" pathEditMode="relative" rAng="0" ptsTypes="AA">
                                      <p:cBhvr>
                                        <p:cTn id="4088" dur="12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4089" presetID="0" presetClass="path" presetSubtype="0" fill="hold" grpId="44" nodeType="withEffect">
                                  <p:stCondLst>
                                    <p:cond delay="2880"/>
                                  </p:stCondLst>
                                  <p:childTnLst>
                                    <p:animMotion origin="layout" path="M 0.2112 0 L 0.22 0 E" pathEditMode="relative" rAng="0" ptsTypes="AA">
                                      <p:cBhvr>
                                        <p:cTn id="4090" dur="12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4091" presetID="0" presetClass="path" presetSubtype="0" fill="hold" grpId="44" nodeType="withEffect">
                                  <p:stCondLst>
                                    <p:cond delay="2880"/>
                                  </p:stCondLst>
                                  <p:childTnLst>
                                    <p:animMotion origin="layout" path="M 0.2112 0 L 0.22 0 E" pathEditMode="relative" rAng="0" ptsTypes="AA">
                                      <p:cBhvr>
                                        <p:cTn id="4092" dur="12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4093" presetID="0" presetClass="path" presetSubtype="0" fill="hold" grpId="44" nodeType="withEffect">
                                  <p:stCondLst>
                                    <p:cond delay="2880"/>
                                  </p:stCondLst>
                                  <p:childTnLst>
                                    <p:animMotion origin="layout" path="M 0.2112 0 L 0.22 0 E" pathEditMode="relative" rAng="0" ptsTypes="AA">
                                      <p:cBhvr>
                                        <p:cTn id="4094" dur="12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4095" presetID="0" presetClass="path" presetSubtype="0" fill="hold" grpId="41" nodeType="withEffect">
                                  <p:stCondLst>
                                    <p:cond delay="2880"/>
                                  </p:stCondLst>
                                  <p:childTnLst>
                                    <p:animMotion origin="layout" path="M 0.2112 0 L 0.22 0 E" pathEditMode="relative" rAng="0" ptsTypes="AA">
                                      <p:cBhvr>
                                        <p:cTn id="4096" dur="12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4097" presetID="0" presetClass="path" presetSubtype="0" fill="hold" grpId="43" nodeType="withEffect">
                                  <p:stCondLst>
                                    <p:cond delay="2880"/>
                                  </p:stCondLst>
                                  <p:childTnLst>
                                    <p:animMotion origin="layout" path="M 0.2112 0 L 0.22 0 E" pathEditMode="relative" rAng="0" ptsTypes="AA">
                                      <p:cBhvr>
                                        <p:cTn id="4098" dur="12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4099" presetID="0" presetClass="path" presetSubtype="0" fill="hold" grpId="41" nodeType="withEffect">
                                  <p:stCondLst>
                                    <p:cond delay="2880"/>
                                  </p:stCondLst>
                                  <p:childTnLst>
                                    <p:animMotion origin="layout" path="M 0.2112 0 L 0.22 0 E" pathEditMode="relative" rAng="0" ptsTypes="AA">
                                      <p:cBhvr>
                                        <p:cTn id="4100" dur="12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4101" presetID="0" presetClass="path" presetSubtype="0" fill="hold" grpId="42" nodeType="withEffect">
                                  <p:stCondLst>
                                    <p:cond delay="2880"/>
                                  </p:stCondLst>
                                  <p:childTnLst>
                                    <p:animMotion origin="layout" path="M 0.2112 0 L 0.22 0 E" pathEditMode="relative" rAng="0" ptsTypes="AA">
                                      <p:cBhvr>
                                        <p:cTn id="4102" dur="12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4103" presetID="0" presetClass="path" presetSubtype="0" fill="hold" grpId="44" nodeType="withEffect">
                                  <p:stCondLst>
                                    <p:cond delay="2880"/>
                                  </p:stCondLst>
                                  <p:childTnLst>
                                    <p:animMotion origin="layout" path="M 0.2112 0 L 0.22 0 E" pathEditMode="relative" rAng="0" ptsTypes="AA">
                                      <p:cBhvr>
                                        <p:cTn id="4104" dur="12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4105" presetID="0" presetClass="path" presetSubtype="0" fill="hold" grpId="44" nodeType="withEffect">
                                  <p:stCondLst>
                                    <p:cond delay="2880"/>
                                  </p:stCondLst>
                                  <p:childTnLst>
                                    <p:animMotion origin="layout" path="M 0.2112 0 L 0.22 0 E" pathEditMode="relative" rAng="0" ptsTypes="AA">
                                      <p:cBhvr>
                                        <p:cTn id="4106" dur="12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18" grpId="1" animBg="1"/>
      <p:bldP spid="18" grpId="2" animBg="1"/>
      <p:bldP spid="18" grpId="3" animBg="1"/>
      <p:bldP spid="18" grpId="4" animBg="1"/>
      <p:bldP spid="18" grpId="5" animBg="1"/>
      <p:bldP spid="18" grpId="6" animBg="1"/>
      <p:bldP spid="18" grpId="7" animBg="1"/>
      <p:bldP spid="18" grpId="8" animBg="1"/>
      <p:bldP spid="18" grpId="9" animBg="1"/>
      <p:bldP spid="18" grpId="10" animBg="1"/>
      <p:bldP spid="18" grpId="11" animBg="1"/>
      <p:bldP spid="18" grpId="12" animBg="1"/>
      <p:bldP spid="18" grpId="13" animBg="1"/>
      <p:bldP spid="18" grpId="14" animBg="1"/>
      <p:bldP spid="18" grpId="15" animBg="1"/>
      <p:bldP spid="18" grpId="16" animBg="1"/>
      <p:bldP spid="18" grpId="17" animBg="1"/>
      <p:bldP spid="18" grpId="18" animBg="1"/>
      <p:bldP spid="18" grpId="19" animBg="1"/>
      <p:bldP spid="18" grpId="20" animBg="1"/>
      <p:bldP spid="18" grpId="21" animBg="1"/>
      <p:bldP spid="18" grpId="22" animBg="1"/>
      <p:bldP spid="18" grpId="23" animBg="1"/>
      <p:bldP spid="18" grpId="24" animBg="1"/>
      <p:bldP spid="18" grpId="25" animBg="1"/>
      <p:bldP spid="18" grpId="26" animBg="1"/>
      <p:bldP spid="18" grpId="27" animBg="1"/>
      <p:bldP spid="18" grpId="28" animBg="1"/>
      <p:bldP spid="18" grpId="29" animBg="1"/>
      <p:bldP spid="18" grpId="30" animBg="1"/>
      <p:bldP spid="18" grpId="31" animBg="1"/>
      <p:bldP spid="18" grpId="32" animBg="1"/>
      <p:bldP spid="18" grpId="33" animBg="1"/>
      <p:bldP spid="18" grpId="34" animBg="1"/>
      <p:bldP spid="18" grpId="35" animBg="1"/>
      <p:bldP spid="18" grpId="36" animBg="1"/>
      <p:bldP spid="18" grpId="37" animBg="1"/>
      <p:bldP spid="18" grpId="38" animBg="1"/>
      <p:bldP spid="18" grpId="39" animBg="1"/>
      <p:bldP spid="18" grpId="40" animBg="1"/>
      <p:bldP spid="18" grpId="41" animBg="1"/>
      <p:bldP spid="18" grpId="42" animBg="1"/>
      <p:bldP spid="18" grpId="43" animBg="1"/>
      <p:bldP spid="18" grpId="44" animBg="1"/>
      <p:bldP spid="18" grpId="45" animBg="1"/>
      <p:bldP spid="18" grpId="46" animBg="1"/>
      <p:bldP spid="18" grpId="47" animBg="1"/>
      <p:bldP spid="18" grpId="48" animBg="1"/>
      <p:bldP spid="18" grpId="49" animBg="1"/>
      <p:bldP spid="18" grpId="50" animBg="1"/>
      <p:bldP spid="18" grpId="51" animBg="1"/>
      <p:bldP spid="18" grpId="52" animBg="1"/>
      <p:bldP spid="18" grpId="53" animBg="1"/>
      <p:bldP spid="19" grpId="0" animBg="1"/>
      <p:bldP spid="19" grpId="1" animBg="1"/>
      <p:bldP spid="19" grpId="2" animBg="1"/>
      <p:bldP spid="19" grpId="3" animBg="1"/>
      <p:bldP spid="19" grpId="4" animBg="1"/>
      <p:bldP spid="19" grpId="5" animBg="1"/>
      <p:bldP spid="19" grpId="6" animBg="1"/>
      <p:bldP spid="19" grpId="7" animBg="1"/>
      <p:bldP spid="19" grpId="8" animBg="1"/>
      <p:bldP spid="19" grpId="9" animBg="1"/>
      <p:bldP spid="19" grpId="10" animBg="1"/>
      <p:bldP spid="19" grpId="11" animBg="1"/>
      <p:bldP spid="19" grpId="12" animBg="1"/>
      <p:bldP spid="19" grpId="13" animBg="1"/>
      <p:bldP spid="19" grpId="14" animBg="1"/>
      <p:bldP spid="19" grpId="15" animBg="1"/>
      <p:bldP spid="19" grpId="16" animBg="1"/>
      <p:bldP spid="19" grpId="17" animBg="1"/>
      <p:bldP spid="19" grpId="18" animBg="1"/>
      <p:bldP spid="19" grpId="19" animBg="1"/>
      <p:bldP spid="19" grpId="20" animBg="1"/>
      <p:bldP spid="19" grpId="21" animBg="1"/>
      <p:bldP spid="19" grpId="22" animBg="1"/>
      <p:bldP spid="19" grpId="23" animBg="1"/>
      <p:bldP spid="19" grpId="24" animBg="1"/>
      <p:bldP spid="19" grpId="25" animBg="1"/>
      <p:bldP spid="19" grpId="26" animBg="1"/>
      <p:bldP spid="19" grpId="27" animBg="1"/>
      <p:bldP spid="19" grpId="28" animBg="1"/>
      <p:bldP spid="19" grpId="29" animBg="1"/>
      <p:bldP spid="19" grpId="30" animBg="1"/>
      <p:bldP spid="19" grpId="31" animBg="1"/>
      <p:bldP spid="19" grpId="32" animBg="1"/>
      <p:bldP spid="19" grpId="33" animBg="1"/>
      <p:bldP spid="19" grpId="34" animBg="1"/>
      <p:bldP spid="19" grpId="35" animBg="1"/>
      <p:bldP spid="19" grpId="36" animBg="1"/>
      <p:bldP spid="19" grpId="37" animBg="1"/>
      <p:bldP spid="19" grpId="38" animBg="1"/>
      <p:bldP spid="19" grpId="39" animBg="1"/>
      <p:bldP spid="19" grpId="40" animBg="1"/>
      <p:bldP spid="19" grpId="41" animBg="1"/>
      <p:bldP spid="19" grpId="42" animBg="1"/>
      <p:bldP spid="19" grpId="43" animBg="1"/>
      <p:bldP spid="19" grpId="44" animBg="1"/>
      <p:bldP spid="19" grpId="45" animBg="1"/>
      <p:bldP spid="19" grpId="46" animBg="1"/>
      <p:bldP spid="19" grpId="47" animBg="1"/>
      <p:bldP spid="19" grpId="48" animBg="1"/>
      <p:bldP spid="20" grpId="0" animBg="1"/>
      <p:bldP spid="20" grpId="1" animBg="1"/>
      <p:bldP spid="20" grpId="2" animBg="1"/>
      <p:bldP spid="20" grpId="3" animBg="1"/>
      <p:bldP spid="20" grpId="4" animBg="1"/>
      <p:bldP spid="20" grpId="5" animBg="1"/>
      <p:bldP spid="20" grpId="6" animBg="1"/>
      <p:bldP spid="20" grpId="7" animBg="1"/>
      <p:bldP spid="20" grpId="8" animBg="1"/>
      <p:bldP spid="20" grpId="9" animBg="1"/>
      <p:bldP spid="20" grpId="10" animBg="1"/>
      <p:bldP spid="20" grpId="11" animBg="1"/>
      <p:bldP spid="20" grpId="12" animBg="1"/>
      <p:bldP spid="20" grpId="13" animBg="1"/>
      <p:bldP spid="20" grpId="14" animBg="1"/>
      <p:bldP spid="20" grpId="15" animBg="1"/>
      <p:bldP spid="20" grpId="16" animBg="1"/>
      <p:bldP spid="20" grpId="17" animBg="1"/>
      <p:bldP spid="20" grpId="18" animBg="1"/>
      <p:bldP spid="20" grpId="19" animBg="1"/>
      <p:bldP spid="20" grpId="20" animBg="1"/>
      <p:bldP spid="20" grpId="21" animBg="1"/>
      <p:bldP spid="20" grpId="22" animBg="1"/>
      <p:bldP spid="20" grpId="23" animBg="1"/>
      <p:bldP spid="20" grpId="24" animBg="1"/>
      <p:bldP spid="20" grpId="25" animBg="1"/>
      <p:bldP spid="20" grpId="26" animBg="1"/>
      <p:bldP spid="20" grpId="27" animBg="1"/>
      <p:bldP spid="20" grpId="28" animBg="1"/>
      <p:bldP spid="20" grpId="29" animBg="1"/>
      <p:bldP spid="20" grpId="30" animBg="1"/>
      <p:bldP spid="20" grpId="31" animBg="1"/>
      <p:bldP spid="20" grpId="32" animBg="1"/>
      <p:bldP spid="20" grpId="33" animBg="1"/>
      <p:bldP spid="20" grpId="34" animBg="1"/>
      <p:bldP spid="20" grpId="35" animBg="1"/>
      <p:bldP spid="20" grpId="36" animBg="1"/>
      <p:bldP spid="20" grpId="37" animBg="1"/>
      <p:bldP spid="20" grpId="38" animBg="1"/>
      <p:bldP spid="20" grpId="39" animBg="1"/>
      <p:bldP spid="20" grpId="40" animBg="1"/>
      <p:bldP spid="20" grpId="41" animBg="1"/>
      <p:bldP spid="20" grpId="42" animBg="1"/>
      <p:bldP spid="20" grpId="43" animBg="1"/>
      <p:bldP spid="20" grpId="44" animBg="1"/>
      <p:bldP spid="20" grpId="45" animBg="1"/>
      <p:bldP spid="20" grpId="46" animBg="1"/>
      <p:bldP spid="20" grpId="47" animBg="1"/>
      <p:bldP spid="20" grpId="48" animBg="1"/>
      <p:bldP spid="20" grpId="49" animBg="1"/>
      <p:bldP spid="20" grpId="50" animBg="1"/>
      <p:bldP spid="21" grpId="0" animBg="1"/>
      <p:bldP spid="21" grpId="1" animBg="1"/>
      <p:bldP spid="21" grpId="2" animBg="1"/>
      <p:bldP spid="21" grpId="3" animBg="1"/>
      <p:bldP spid="21" grpId="4" animBg="1"/>
      <p:bldP spid="21" grpId="5" animBg="1"/>
      <p:bldP spid="21" grpId="6" animBg="1"/>
      <p:bldP spid="21" grpId="7" animBg="1"/>
      <p:bldP spid="21" grpId="8" animBg="1"/>
      <p:bldP spid="21" grpId="9" animBg="1"/>
      <p:bldP spid="21" grpId="10" animBg="1"/>
      <p:bldP spid="21" grpId="11" animBg="1"/>
      <p:bldP spid="21" grpId="12" animBg="1"/>
      <p:bldP spid="21" grpId="13" animBg="1"/>
      <p:bldP spid="21" grpId="14" animBg="1"/>
      <p:bldP spid="21" grpId="15" animBg="1"/>
      <p:bldP spid="21" grpId="16" animBg="1"/>
      <p:bldP spid="21" grpId="17" animBg="1"/>
      <p:bldP spid="21" grpId="18" animBg="1"/>
      <p:bldP spid="21" grpId="19" animBg="1"/>
      <p:bldP spid="21" grpId="20" animBg="1"/>
      <p:bldP spid="21" grpId="21" animBg="1"/>
      <p:bldP spid="21" grpId="22" animBg="1"/>
      <p:bldP spid="21" grpId="23" animBg="1"/>
      <p:bldP spid="21" grpId="24" animBg="1"/>
      <p:bldP spid="21" grpId="25" animBg="1"/>
      <p:bldP spid="21" grpId="26" animBg="1"/>
      <p:bldP spid="21" grpId="27" animBg="1"/>
      <p:bldP spid="21" grpId="28" animBg="1"/>
      <p:bldP spid="21" grpId="29" animBg="1"/>
      <p:bldP spid="21" grpId="30" animBg="1"/>
      <p:bldP spid="21" grpId="31" animBg="1"/>
      <p:bldP spid="21" grpId="32" animBg="1"/>
      <p:bldP spid="21" grpId="33" animBg="1"/>
      <p:bldP spid="21" grpId="34" animBg="1"/>
      <p:bldP spid="21" grpId="35" animBg="1"/>
      <p:bldP spid="21" grpId="36" animBg="1"/>
      <p:bldP spid="21" grpId="37" animBg="1"/>
      <p:bldP spid="21" grpId="38" animBg="1"/>
      <p:bldP spid="21" grpId="39" animBg="1"/>
      <p:bldP spid="21" grpId="40" animBg="1"/>
      <p:bldP spid="21" grpId="41" animBg="1"/>
      <p:bldP spid="21" grpId="42" animBg="1"/>
      <p:bldP spid="21" grpId="43" animBg="1"/>
      <p:bldP spid="21" grpId="44" animBg="1"/>
      <p:bldP spid="21" grpId="45" animBg="1"/>
      <p:bldP spid="21" grpId="46" animBg="1"/>
      <p:bldP spid="21" grpId="47" animBg="1"/>
      <p:bldP spid="21" grpId="48" animBg="1"/>
      <p:bldP spid="21" grpId="49" animBg="1"/>
      <p:bldP spid="21" grpId="50" animBg="1"/>
      <p:bldP spid="21" grpId="51" animBg="1"/>
      <p:bldP spid="21" grpId="52" animBg="1"/>
      <p:bldP spid="22" grpId="0" animBg="1"/>
      <p:bldP spid="22" grpId="1" animBg="1"/>
      <p:bldP spid="22" grpId="2" animBg="1"/>
      <p:bldP spid="22" grpId="3" animBg="1"/>
      <p:bldP spid="22" grpId="4" animBg="1"/>
      <p:bldP spid="22" grpId="5" animBg="1"/>
      <p:bldP spid="22" grpId="6" animBg="1"/>
      <p:bldP spid="22" grpId="7" animBg="1"/>
      <p:bldP spid="22" grpId="8" animBg="1"/>
      <p:bldP spid="22" grpId="9" animBg="1"/>
      <p:bldP spid="22" grpId="10" animBg="1"/>
      <p:bldP spid="22" grpId="11" animBg="1"/>
      <p:bldP spid="22" grpId="12" animBg="1"/>
      <p:bldP spid="22" grpId="13" animBg="1"/>
      <p:bldP spid="22" grpId="14" animBg="1"/>
      <p:bldP spid="22" grpId="15" animBg="1"/>
      <p:bldP spid="22" grpId="16" animBg="1"/>
      <p:bldP spid="22" grpId="17" animBg="1"/>
      <p:bldP spid="22" grpId="18" animBg="1"/>
      <p:bldP spid="22" grpId="19" animBg="1"/>
      <p:bldP spid="22" grpId="20" animBg="1"/>
      <p:bldP spid="22" grpId="21" animBg="1"/>
      <p:bldP spid="22" grpId="22" animBg="1"/>
      <p:bldP spid="22" grpId="23" animBg="1"/>
      <p:bldP spid="22" grpId="24" animBg="1"/>
      <p:bldP spid="22" grpId="25" animBg="1"/>
      <p:bldP spid="22" grpId="26" animBg="1"/>
      <p:bldP spid="22" grpId="27" animBg="1"/>
      <p:bldP spid="22" grpId="28" animBg="1"/>
      <p:bldP spid="22" grpId="29" animBg="1"/>
      <p:bldP spid="22" grpId="30" animBg="1"/>
      <p:bldP spid="22" grpId="31" animBg="1"/>
      <p:bldP spid="22" grpId="32" animBg="1"/>
      <p:bldP spid="22" grpId="33" animBg="1"/>
      <p:bldP spid="22" grpId="34" animBg="1"/>
      <p:bldP spid="22" grpId="35" animBg="1"/>
      <p:bldP spid="22" grpId="36" animBg="1"/>
      <p:bldP spid="22" grpId="37" animBg="1"/>
      <p:bldP spid="22" grpId="38" animBg="1"/>
      <p:bldP spid="22" grpId="39" animBg="1"/>
      <p:bldP spid="22" grpId="40" animBg="1"/>
      <p:bldP spid="22" grpId="41" animBg="1"/>
      <p:bldP spid="22" grpId="42" animBg="1"/>
      <p:bldP spid="22" grpId="43" animBg="1"/>
      <p:bldP spid="22" grpId="44" animBg="1"/>
      <p:bldP spid="22" grpId="45" animBg="1"/>
      <p:bldP spid="22" grpId="46" animBg="1"/>
      <p:bldP spid="22" grpId="47" animBg="1"/>
      <p:bldP spid="22" grpId="48" animBg="1"/>
      <p:bldP spid="22" grpId="49" animBg="1"/>
      <p:bldP spid="22" grpId="50" animBg="1"/>
      <p:bldP spid="22" grpId="51" animBg="1"/>
      <p:bldP spid="22" grpId="52" animBg="1"/>
      <p:bldP spid="23" grpId="0" animBg="1"/>
      <p:bldP spid="23" grpId="1" animBg="1"/>
      <p:bldP spid="23" grpId="2" animBg="1"/>
      <p:bldP spid="23" grpId="3" animBg="1"/>
      <p:bldP spid="23" grpId="4" animBg="1"/>
      <p:bldP spid="23" grpId="5" animBg="1"/>
      <p:bldP spid="23" grpId="6" animBg="1"/>
      <p:bldP spid="23" grpId="7" animBg="1"/>
      <p:bldP spid="23" grpId="8" animBg="1"/>
      <p:bldP spid="23" grpId="9" animBg="1"/>
      <p:bldP spid="23" grpId="10" animBg="1"/>
      <p:bldP spid="23" grpId="11" animBg="1"/>
      <p:bldP spid="23" grpId="12" animBg="1"/>
      <p:bldP spid="23" grpId="13" animBg="1"/>
      <p:bldP spid="23" grpId="14" animBg="1"/>
      <p:bldP spid="23" grpId="15" animBg="1"/>
      <p:bldP spid="23" grpId="16" animBg="1"/>
      <p:bldP spid="23" grpId="17" animBg="1"/>
      <p:bldP spid="23" grpId="18" animBg="1"/>
      <p:bldP spid="23" grpId="19" animBg="1"/>
      <p:bldP spid="23" grpId="20" animBg="1"/>
      <p:bldP spid="23" grpId="21" animBg="1"/>
      <p:bldP spid="23" grpId="22" animBg="1"/>
      <p:bldP spid="23" grpId="23" animBg="1"/>
      <p:bldP spid="23" grpId="24" animBg="1"/>
      <p:bldP spid="23" grpId="25" animBg="1"/>
      <p:bldP spid="23" grpId="26" animBg="1"/>
      <p:bldP spid="23" grpId="27" animBg="1"/>
      <p:bldP spid="23" grpId="28" animBg="1"/>
      <p:bldP spid="23" grpId="29" animBg="1"/>
      <p:bldP spid="23" grpId="30" animBg="1"/>
      <p:bldP spid="23" grpId="31" animBg="1"/>
      <p:bldP spid="23" grpId="32" animBg="1"/>
      <p:bldP spid="23" grpId="33" animBg="1"/>
      <p:bldP spid="23" grpId="34" animBg="1"/>
      <p:bldP spid="23" grpId="35" animBg="1"/>
      <p:bldP spid="23" grpId="36" animBg="1"/>
      <p:bldP spid="23" grpId="37" animBg="1"/>
      <p:bldP spid="23" grpId="38" animBg="1"/>
      <p:bldP spid="23" grpId="39" animBg="1"/>
      <p:bldP spid="23" grpId="40" animBg="1"/>
      <p:bldP spid="23" grpId="41" animBg="1"/>
      <p:bldP spid="23" grpId="42" animBg="1"/>
      <p:bldP spid="23" grpId="43" animBg="1"/>
      <p:bldP spid="23" grpId="44" animBg="1"/>
      <p:bldP spid="23" grpId="45" animBg="1"/>
      <p:bldP spid="23" grpId="46" animBg="1"/>
      <p:bldP spid="23" grpId="47" animBg="1"/>
      <p:bldP spid="23" grpId="48" animBg="1"/>
      <p:bldP spid="23" grpId="49" animBg="1"/>
      <p:bldP spid="23" grpId="50" animBg="1"/>
      <p:bldP spid="23" grpId="51" animBg="1"/>
      <p:bldP spid="23" grpId="52" animBg="1"/>
      <p:bldP spid="24" grpId="0" animBg="1"/>
      <p:bldP spid="24" grpId="1" animBg="1"/>
      <p:bldP spid="24" grpId="2" animBg="1"/>
      <p:bldP spid="24" grpId="3" animBg="1"/>
      <p:bldP spid="24" grpId="4" animBg="1"/>
      <p:bldP spid="24" grpId="5" animBg="1"/>
      <p:bldP spid="24" grpId="6" animBg="1"/>
      <p:bldP spid="24" grpId="7" animBg="1"/>
      <p:bldP spid="24" grpId="8" animBg="1"/>
      <p:bldP spid="24" grpId="9" animBg="1"/>
      <p:bldP spid="24" grpId="10" animBg="1"/>
      <p:bldP spid="24" grpId="11" animBg="1"/>
      <p:bldP spid="24" grpId="12" animBg="1"/>
      <p:bldP spid="24" grpId="13" animBg="1"/>
      <p:bldP spid="24" grpId="14" animBg="1"/>
      <p:bldP spid="24" grpId="15" animBg="1"/>
      <p:bldP spid="24" grpId="16" animBg="1"/>
      <p:bldP spid="24" grpId="17" animBg="1"/>
      <p:bldP spid="24" grpId="18" animBg="1"/>
      <p:bldP spid="24" grpId="19" animBg="1"/>
      <p:bldP spid="24" grpId="20" animBg="1"/>
      <p:bldP spid="24" grpId="21" animBg="1"/>
      <p:bldP spid="24" grpId="22" animBg="1"/>
      <p:bldP spid="24" grpId="23" animBg="1"/>
      <p:bldP spid="24" grpId="24" animBg="1"/>
      <p:bldP spid="24" grpId="25" animBg="1"/>
      <p:bldP spid="24" grpId="26" animBg="1"/>
      <p:bldP spid="24" grpId="27" animBg="1"/>
      <p:bldP spid="24" grpId="28" animBg="1"/>
      <p:bldP spid="24" grpId="29" animBg="1"/>
      <p:bldP spid="24" grpId="30" animBg="1"/>
      <p:bldP spid="24" grpId="31" animBg="1"/>
      <p:bldP spid="24" grpId="32" animBg="1"/>
      <p:bldP spid="24" grpId="33" animBg="1"/>
      <p:bldP spid="24" grpId="34" animBg="1"/>
      <p:bldP spid="24" grpId="35" animBg="1"/>
      <p:bldP spid="24" grpId="36" animBg="1"/>
      <p:bldP spid="24" grpId="37" animBg="1"/>
      <p:bldP spid="24" grpId="38" animBg="1"/>
      <p:bldP spid="24" grpId="39" animBg="1"/>
      <p:bldP spid="24" grpId="40" animBg="1"/>
      <p:bldP spid="24" grpId="41" animBg="1"/>
      <p:bldP spid="24" grpId="42" animBg="1"/>
      <p:bldP spid="24" grpId="43" animBg="1"/>
      <p:bldP spid="24" grpId="44" animBg="1"/>
      <p:bldP spid="24" grpId="45" animBg="1"/>
      <p:bldP spid="24" grpId="46" animBg="1"/>
      <p:bldP spid="24" grpId="47" animBg="1"/>
      <p:bldP spid="24" grpId="48" animBg="1"/>
      <p:bldP spid="24" grpId="49" animBg="1"/>
      <p:bldP spid="24" grpId="50" animBg="1"/>
      <p:bldP spid="24" grpId="51" animBg="1"/>
      <p:bldP spid="24" grpId="52" animBg="1"/>
      <p:bldP spid="25" grpId="0" animBg="1"/>
      <p:bldP spid="25" grpId="1" animBg="1"/>
      <p:bldP spid="25" grpId="2" animBg="1"/>
      <p:bldP spid="25" grpId="3" animBg="1"/>
      <p:bldP spid="25" grpId="4" animBg="1"/>
      <p:bldP spid="25" grpId="5" animBg="1"/>
      <p:bldP spid="25" grpId="6" animBg="1"/>
      <p:bldP spid="25" grpId="7" animBg="1"/>
      <p:bldP spid="25" grpId="8" animBg="1"/>
      <p:bldP spid="25" grpId="9" animBg="1"/>
      <p:bldP spid="25" grpId="10" animBg="1"/>
      <p:bldP spid="25" grpId="11" animBg="1"/>
      <p:bldP spid="25" grpId="12" animBg="1"/>
      <p:bldP spid="25" grpId="13" animBg="1"/>
      <p:bldP spid="25" grpId="14" animBg="1"/>
      <p:bldP spid="25" grpId="15" animBg="1"/>
      <p:bldP spid="25" grpId="16" animBg="1"/>
      <p:bldP spid="25" grpId="17" animBg="1"/>
      <p:bldP spid="25" grpId="18" animBg="1"/>
      <p:bldP spid="25" grpId="19" animBg="1"/>
      <p:bldP spid="25" grpId="20" animBg="1"/>
      <p:bldP spid="25" grpId="21" animBg="1"/>
      <p:bldP spid="25" grpId="22" animBg="1"/>
      <p:bldP spid="25" grpId="23" animBg="1"/>
      <p:bldP spid="25" grpId="24" animBg="1"/>
      <p:bldP spid="25" grpId="25" animBg="1"/>
      <p:bldP spid="25" grpId="26" animBg="1"/>
      <p:bldP spid="25" grpId="27" animBg="1"/>
      <p:bldP spid="25" grpId="28" animBg="1"/>
      <p:bldP spid="25" grpId="29" animBg="1"/>
      <p:bldP spid="25" grpId="30" animBg="1"/>
      <p:bldP spid="25" grpId="31" animBg="1"/>
      <p:bldP spid="25" grpId="32" animBg="1"/>
      <p:bldP spid="25" grpId="33" animBg="1"/>
      <p:bldP spid="25" grpId="34" animBg="1"/>
      <p:bldP spid="25" grpId="35" animBg="1"/>
      <p:bldP spid="25" grpId="36" animBg="1"/>
      <p:bldP spid="25" grpId="37" animBg="1"/>
      <p:bldP spid="25" grpId="38" animBg="1"/>
      <p:bldP spid="25" grpId="39" animBg="1"/>
      <p:bldP spid="25" grpId="40" animBg="1"/>
      <p:bldP spid="25" grpId="41" animBg="1"/>
      <p:bldP spid="25" grpId="42" animBg="1"/>
      <p:bldP spid="25" grpId="43" animBg="1"/>
      <p:bldP spid="25" grpId="44" animBg="1"/>
      <p:bldP spid="25" grpId="45" animBg="1"/>
      <p:bldP spid="25" grpId="46" animBg="1"/>
      <p:bldP spid="25" grpId="47" animBg="1"/>
      <p:bldP spid="25" grpId="48" animBg="1"/>
      <p:bldP spid="25" grpId="49" animBg="1"/>
      <p:bldP spid="25" grpId="50" animBg="1"/>
      <p:bldP spid="25" grpId="51" animBg="1"/>
      <p:bldP spid="25" grpId="52" animBg="1"/>
      <p:bldP spid="26" grpId="0" animBg="1"/>
      <p:bldP spid="26" grpId="1" animBg="1"/>
      <p:bldP spid="26" grpId="2" animBg="1"/>
      <p:bldP spid="26" grpId="3" animBg="1"/>
      <p:bldP spid="26" grpId="4" animBg="1"/>
      <p:bldP spid="26" grpId="5" animBg="1"/>
      <p:bldP spid="26" grpId="6" animBg="1"/>
      <p:bldP spid="26" grpId="7" animBg="1"/>
      <p:bldP spid="26" grpId="8" animBg="1"/>
      <p:bldP spid="26" grpId="9" animBg="1"/>
      <p:bldP spid="26" grpId="10" animBg="1"/>
      <p:bldP spid="26" grpId="11" animBg="1"/>
      <p:bldP spid="26" grpId="12" animBg="1"/>
      <p:bldP spid="26" grpId="13" animBg="1"/>
      <p:bldP spid="26" grpId="14" animBg="1"/>
      <p:bldP spid="26" grpId="15" animBg="1"/>
      <p:bldP spid="26" grpId="16" animBg="1"/>
      <p:bldP spid="26" grpId="17" animBg="1"/>
      <p:bldP spid="26" grpId="18" animBg="1"/>
      <p:bldP spid="26" grpId="19" animBg="1"/>
      <p:bldP spid="26" grpId="20" animBg="1"/>
      <p:bldP spid="26" grpId="21" animBg="1"/>
      <p:bldP spid="26" grpId="22" animBg="1"/>
      <p:bldP spid="26" grpId="23" animBg="1"/>
      <p:bldP spid="26" grpId="24" animBg="1"/>
      <p:bldP spid="26" grpId="25" animBg="1"/>
      <p:bldP spid="26" grpId="26" animBg="1"/>
      <p:bldP spid="26" grpId="27" animBg="1"/>
      <p:bldP spid="26" grpId="28" animBg="1"/>
      <p:bldP spid="26" grpId="29" animBg="1"/>
      <p:bldP spid="26" grpId="30" animBg="1"/>
      <p:bldP spid="26" grpId="31" animBg="1"/>
      <p:bldP spid="26" grpId="32" animBg="1"/>
      <p:bldP spid="26" grpId="33" animBg="1"/>
      <p:bldP spid="26" grpId="34" animBg="1"/>
      <p:bldP spid="26" grpId="35" animBg="1"/>
      <p:bldP spid="26" grpId="36" animBg="1"/>
      <p:bldP spid="26" grpId="37" animBg="1"/>
      <p:bldP spid="26" grpId="38" animBg="1"/>
      <p:bldP spid="26" grpId="39" animBg="1"/>
      <p:bldP spid="26" grpId="40" animBg="1"/>
      <p:bldP spid="26" grpId="41" animBg="1"/>
      <p:bldP spid="26" grpId="42" animBg="1"/>
      <p:bldP spid="26" grpId="43" animBg="1"/>
      <p:bldP spid="26" grpId="44" animBg="1"/>
      <p:bldP spid="26" grpId="45" animBg="1"/>
      <p:bldP spid="26" grpId="46" animBg="1"/>
      <p:bldP spid="26" grpId="47" animBg="1"/>
      <p:bldP spid="26" grpId="48" animBg="1"/>
      <p:bldP spid="26" grpId="49" animBg="1"/>
      <p:bldP spid="26" grpId="50" animBg="1"/>
      <p:bldP spid="26" grpId="51" animBg="1"/>
      <p:bldP spid="26" grpId="52" animBg="1"/>
      <p:bldP spid="27" grpId="0" animBg="1"/>
      <p:bldP spid="27" grpId="1" animBg="1"/>
      <p:bldP spid="27" grpId="2" animBg="1"/>
      <p:bldP spid="27" grpId="3" animBg="1"/>
      <p:bldP spid="27" grpId="4" animBg="1"/>
      <p:bldP spid="27" grpId="5" animBg="1"/>
      <p:bldP spid="27" grpId="6" animBg="1"/>
      <p:bldP spid="27" grpId="7" animBg="1"/>
      <p:bldP spid="27" grpId="8" animBg="1"/>
      <p:bldP spid="27" grpId="9" animBg="1"/>
      <p:bldP spid="27" grpId="10" animBg="1"/>
      <p:bldP spid="27" grpId="11" animBg="1"/>
      <p:bldP spid="27" grpId="12" animBg="1"/>
      <p:bldP spid="27" grpId="13" animBg="1"/>
      <p:bldP spid="27" grpId="14" animBg="1"/>
      <p:bldP spid="27" grpId="15" animBg="1"/>
      <p:bldP spid="27" grpId="16" animBg="1"/>
      <p:bldP spid="27" grpId="17" animBg="1"/>
      <p:bldP spid="27" grpId="18" animBg="1"/>
      <p:bldP spid="27" grpId="19" animBg="1"/>
      <p:bldP spid="27" grpId="20" animBg="1"/>
      <p:bldP spid="27" grpId="21" animBg="1"/>
      <p:bldP spid="27" grpId="22" animBg="1"/>
      <p:bldP spid="27" grpId="23" animBg="1"/>
      <p:bldP spid="27" grpId="24" animBg="1"/>
      <p:bldP spid="27" grpId="25" animBg="1"/>
      <p:bldP spid="27" grpId="26" animBg="1"/>
      <p:bldP spid="27" grpId="27" animBg="1"/>
      <p:bldP spid="27" grpId="28" animBg="1"/>
      <p:bldP spid="27" grpId="29" animBg="1"/>
      <p:bldP spid="27" grpId="30" animBg="1"/>
      <p:bldP spid="27" grpId="31" animBg="1"/>
      <p:bldP spid="27" grpId="32" animBg="1"/>
      <p:bldP spid="27" grpId="33" animBg="1"/>
      <p:bldP spid="27" grpId="34" animBg="1"/>
      <p:bldP spid="27" grpId="35" animBg="1"/>
      <p:bldP spid="27" grpId="36" animBg="1"/>
      <p:bldP spid="27" grpId="37" animBg="1"/>
      <p:bldP spid="27" grpId="38" animBg="1"/>
      <p:bldP spid="27" grpId="39" animBg="1"/>
      <p:bldP spid="27" grpId="40" animBg="1"/>
      <p:bldP spid="27" grpId="41" animBg="1"/>
      <p:bldP spid="27" grpId="42" animBg="1"/>
      <p:bldP spid="27" grpId="43" animBg="1"/>
      <p:bldP spid="27" grpId="44" animBg="1"/>
      <p:bldP spid="27" grpId="45" animBg="1"/>
      <p:bldP spid="27" grpId="46" animBg="1"/>
      <p:bldP spid="27" grpId="47" animBg="1"/>
      <p:bldP spid="27" grpId="48" animBg="1"/>
      <p:bldP spid="27" grpId="49" animBg="1"/>
      <p:bldP spid="27" grpId="50" animBg="1"/>
      <p:bldP spid="27" grpId="51" animBg="1"/>
      <p:bldP spid="27" grpId="52" animBg="1"/>
      <p:bldP spid="27" grpId="53" animBg="1"/>
      <p:bldP spid="28" grpId="0" animBg="1"/>
      <p:bldP spid="28" grpId="1" animBg="1"/>
      <p:bldP spid="28" grpId="2" animBg="1"/>
      <p:bldP spid="28" grpId="3" animBg="1"/>
      <p:bldP spid="28" grpId="4" animBg="1"/>
      <p:bldP spid="28" grpId="5" animBg="1"/>
      <p:bldP spid="28" grpId="6" animBg="1"/>
      <p:bldP spid="28" grpId="7" animBg="1"/>
      <p:bldP spid="28" grpId="8" animBg="1"/>
      <p:bldP spid="28" grpId="9" animBg="1"/>
      <p:bldP spid="28" grpId="10" animBg="1"/>
      <p:bldP spid="28" grpId="11" animBg="1"/>
      <p:bldP spid="28" grpId="12" animBg="1"/>
      <p:bldP spid="28" grpId="13" animBg="1"/>
      <p:bldP spid="28" grpId="14" animBg="1"/>
      <p:bldP spid="28" grpId="15" animBg="1"/>
      <p:bldP spid="28" grpId="16" animBg="1"/>
      <p:bldP spid="28" grpId="17" animBg="1"/>
      <p:bldP spid="28" grpId="18" animBg="1"/>
      <p:bldP spid="28" grpId="19" animBg="1"/>
      <p:bldP spid="28" grpId="20" animBg="1"/>
      <p:bldP spid="28" grpId="21" animBg="1"/>
      <p:bldP spid="28" grpId="22" animBg="1"/>
      <p:bldP spid="28" grpId="23" animBg="1"/>
      <p:bldP spid="28" grpId="24" animBg="1"/>
      <p:bldP spid="28" grpId="25" animBg="1"/>
      <p:bldP spid="28" grpId="26" animBg="1"/>
      <p:bldP spid="28" grpId="27" animBg="1"/>
      <p:bldP spid="28" grpId="28" animBg="1"/>
      <p:bldP spid="28" grpId="29" animBg="1"/>
      <p:bldP spid="28" grpId="30" animBg="1"/>
      <p:bldP spid="28" grpId="31" animBg="1"/>
      <p:bldP spid="28" grpId="32" animBg="1"/>
      <p:bldP spid="28" grpId="33" animBg="1"/>
      <p:bldP spid="28" grpId="34" animBg="1"/>
      <p:bldP spid="28" grpId="35" animBg="1"/>
      <p:bldP spid="28" grpId="36" animBg="1"/>
      <p:bldP spid="28" grpId="37" animBg="1"/>
      <p:bldP spid="28" grpId="38" animBg="1"/>
      <p:bldP spid="28" grpId="39" animBg="1"/>
      <p:bldP spid="28" grpId="40" animBg="1"/>
      <p:bldP spid="28" grpId="41" animBg="1"/>
      <p:bldP spid="28" grpId="42" animBg="1"/>
      <p:bldP spid="28" grpId="43" animBg="1"/>
      <p:bldP spid="28" grpId="44" animBg="1"/>
      <p:bldP spid="28" grpId="45" animBg="1"/>
      <p:bldP spid="28" grpId="46" animBg="1"/>
      <p:bldP spid="28" grpId="47" animBg="1"/>
      <p:bldP spid="28" grpId="48" animBg="1"/>
      <p:bldP spid="28" grpId="49" animBg="1"/>
      <p:bldP spid="28" grpId="50" animBg="1"/>
      <p:bldP spid="28" grpId="51" animBg="1"/>
      <p:bldP spid="28" grpId="52" animBg="1"/>
      <p:bldP spid="28" grpId="53" animBg="1"/>
      <p:bldP spid="29" grpId="0" animBg="1"/>
      <p:bldP spid="29" grpId="1" animBg="1"/>
      <p:bldP spid="29" grpId="2" animBg="1"/>
      <p:bldP spid="29" grpId="3" animBg="1"/>
      <p:bldP spid="29" grpId="4" animBg="1"/>
      <p:bldP spid="29" grpId="5" animBg="1"/>
      <p:bldP spid="29" grpId="6" animBg="1"/>
      <p:bldP spid="29" grpId="7" animBg="1"/>
      <p:bldP spid="29" grpId="8" animBg="1"/>
      <p:bldP spid="29" grpId="9" animBg="1"/>
      <p:bldP spid="29" grpId="10" animBg="1"/>
      <p:bldP spid="29" grpId="11" animBg="1"/>
      <p:bldP spid="29" grpId="12" animBg="1"/>
      <p:bldP spid="29" grpId="13" animBg="1"/>
      <p:bldP spid="29" grpId="14" animBg="1"/>
      <p:bldP spid="29" grpId="15" animBg="1"/>
      <p:bldP spid="29" grpId="16" animBg="1"/>
      <p:bldP spid="29" grpId="17" animBg="1"/>
      <p:bldP spid="29" grpId="18" animBg="1"/>
      <p:bldP spid="29" grpId="19" animBg="1"/>
      <p:bldP spid="29" grpId="20" animBg="1"/>
      <p:bldP spid="29" grpId="21" animBg="1"/>
      <p:bldP spid="29" grpId="22" animBg="1"/>
      <p:bldP spid="29" grpId="23" animBg="1"/>
      <p:bldP spid="29" grpId="24" animBg="1"/>
      <p:bldP spid="29" grpId="25" animBg="1"/>
      <p:bldP spid="29" grpId="26" animBg="1"/>
      <p:bldP spid="29" grpId="27" animBg="1"/>
      <p:bldP spid="29" grpId="28" animBg="1"/>
      <p:bldP spid="29" grpId="29" animBg="1"/>
      <p:bldP spid="29" grpId="30" animBg="1"/>
      <p:bldP spid="29" grpId="31" animBg="1"/>
      <p:bldP spid="29" grpId="32" animBg="1"/>
      <p:bldP spid="29" grpId="33" animBg="1"/>
      <p:bldP spid="29" grpId="34" animBg="1"/>
      <p:bldP spid="29" grpId="35" animBg="1"/>
      <p:bldP spid="29" grpId="36" animBg="1"/>
      <p:bldP spid="29" grpId="37" animBg="1"/>
      <p:bldP spid="29" grpId="38" animBg="1"/>
      <p:bldP spid="29" grpId="39" animBg="1"/>
      <p:bldP spid="29" grpId="40" animBg="1"/>
      <p:bldP spid="29" grpId="41" animBg="1"/>
      <p:bldP spid="29" grpId="42" animBg="1"/>
      <p:bldP spid="29" grpId="43" animBg="1"/>
      <p:bldP spid="29" grpId="44" animBg="1"/>
      <p:bldP spid="29" grpId="45" animBg="1"/>
      <p:bldP spid="29" grpId="46" animBg="1"/>
      <p:bldP spid="29" grpId="47" animBg="1"/>
      <p:bldP spid="29" grpId="48" animBg="1"/>
      <p:bldP spid="29" grpId="49" animBg="1"/>
      <p:bldP spid="29" grpId="50" animBg="1"/>
      <p:bldP spid="29" grpId="51" animBg="1"/>
      <p:bldP spid="29" grpId="52" animBg="1"/>
      <p:bldP spid="29" grpId="53" animBg="1"/>
      <p:bldP spid="30" grpId="0" animBg="1"/>
      <p:bldP spid="30" grpId="1" animBg="1"/>
      <p:bldP spid="30" grpId="2" animBg="1"/>
      <p:bldP spid="30" grpId="3" animBg="1"/>
      <p:bldP spid="30" grpId="4" animBg="1"/>
      <p:bldP spid="30" grpId="5" animBg="1"/>
      <p:bldP spid="30" grpId="6" animBg="1"/>
      <p:bldP spid="30" grpId="7" animBg="1"/>
      <p:bldP spid="30" grpId="8" animBg="1"/>
      <p:bldP spid="30" grpId="9" animBg="1"/>
      <p:bldP spid="30" grpId="10" animBg="1"/>
      <p:bldP spid="30" grpId="11" animBg="1"/>
      <p:bldP spid="30" grpId="12" animBg="1"/>
      <p:bldP spid="30" grpId="13" animBg="1"/>
      <p:bldP spid="30" grpId="14" animBg="1"/>
      <p:bldP spid="30" grpId="15" animBg="1"/>
      <p:bldP spid="30" grpId="16" animBg="1"/>
      <p:bldP spid="30" grpId="17" animBg="1"/>
      <p:bldP spid="30" grpId="18" animBg="1"/>
      <p:bldP spid="30" grpId="19" animBg="1"/>
      <p:bldP spid="30" grpId="20" animBg="1"/>
      <p:bldP spid="30" grpId="21" animBg="1"/>
      <p:bldP spid="30" grpId="22" animBg="1"/>
      <p:bldP spid="30" grpId="23" animBg="1"/>
      <p:bldP spid="30" grpId="24" animBg="1"/>
      <p:bldP spid="30" grpId="25" animBg="1"/>
      <p:bldP spid="30" grpId="26" animBg="1"/>
      <p:bldP spid="30" grpId="27" animBg="1"/>
      <p:bldP spid="30" grpId="28" animBg="1"/>
      <p:bldP spid="30" grpId="29" animBg="1"/>
      <p:bldP spid="30" grpId="30" animBg="1"/>
      <p:bldP spid="30" grpId="31" animBg="1"/>
      <p:bldP spid="30" grpId="32" animBg="1"/>
      <p:bldP spid="30" grpId="33" animBg="1"/>
      <p:bldP spid="30" grpId="34" animBg="1"/>
      <p:bldP spid="30" grpId="35" animBg="1"/>
      <p:bldP spid="30" grpId="36" animBg="1"/>
      <p:bldP spid="30" grpId="37" animBg="1"/>
      <p:bldP spid="30" grpId="38" animBg="1"/>
      <p:bldP spid="30" grpId="39" animBg="1"/>
      <p:bldP spid="30" grpId="40" animBg="1"/>
      <p:bldP spid="30" grpId="41" animBg="1"/>
      <p:bldP spid="30" grpId="42" animBg="1"/>
      <p:bldP spid="30" grpId="43" animBg="1"/>
      <p:bldP spid="30" grpId="44" animBg="1"/>
      <p:bldP spid="30" grpId="45" animBg="1"/>
      <p:bldP spid="30" grpId="46" animBg="1"/>
      <p:bldP spid="30" grpId="47" animBg="1"/>
      <p:bldP spid="30" grpId="48" animBg="1"/>
      <p:bldP spid="30" grpId="49" animBg="1"/>
      <p:bldP spid="30" grpId="50" animBg="1"/>
      <p:bldP spid="30" grpId="51" animBg="1"/>
      <p:bldP spid="30" grpId="52" animBg="1"/>
      <p:bldP spid="30" grpId="53" animBg="1"/>
      <p:bldP spid="31" grpId="0" animBg="1"/>
      <p:bldP spid="31" grpId="1" animBg="1"/>
      <p:bldP spid="31" grpId="2" animBg="1"/>
      <p:bldP spid="31" grpId="3" animBg="1"/>
      <p:bldP spid="31" grpId="4" animBg="1"/>
      <p:bldP spid="31" grpId="5" animBg="1"/>
      <p:bldP spid="31" grpId="6" animBg="1"/>
      <p:bldP spid="31" grpId="7" animBg="1"/>
      <p:bldP spid="31" grpId="8" animBg="1"/>
      <p:bldP spid="31" grpId="9" animBg="1"/>
      <p:bldP spid="31" grpId="10" animBg="1"/>
      <p:bldP spid="31" grpId="11" animBg="1"/>
      <p:bldP spid="31" grpId="12" animBg="1"/>
      <p:bldP spid="31" grpId="13" animBg="1"/>
      <p:bldP spid="31" grpId="14" animBg="1"/>
      <p:bldP spid="31" grpId="15" animBg="1"/>
      <p:bldP spid="31" grpId="16" animBg="1"/>
      <p:bldP spid="31" grpId="17" animBg="1"/>
      <p:bldP spid="31" grpId="18" animBg="1"/>
      <p:bldP spid="31" grpId="19" animBg="1"/>
      <p:bldP spid="31" grpId="20" animBg="1"/>
      <p:bldP spid="31" grpId="21" animBg="1"/>
      <p:bldP spid="31" grpId="22" animBg="1"/>
      <p:bldP spid="31" grpId="23" animBg="1"/>
      <p:bldP spid="31" grpId="24" animBg="1"/>
      <p:bldP spid="31" grpId="25" animBg="1"/>
      <p:bldP spid="31" grpId="26" animBg="1"/>
      <p:bldP spid="31" grpId="27" animBg="1"/>
      <p:bldP spid="31" grpId="28" animBg="1"/>
      <p:bldP spid="31" grpId="29" animBg="1"/>
      <p:bldP spid="31" grpId="30" animBg="1"/>
      <p:bldP spid="31" grpId="31" animBg="1"/>
      <p:bldP spid="31" grpId="32" animBg="1"/>
      <p:bldP spid="31" grpId="33" animBg="1"/>
      <p:bldP spid="31" grpId="34" animBg="1"/>
      <p:bldP spid="31" grpId="35" animBg="1"/>
      <p:bldP spid="31" grpId="36" animBg="1"/>
      <p:bldP spid="31" grpId="37" animBg="1"/>
      <p:bldP spid="31" grpId="38" animBg="1"/>
      <p:bldP spid="31" grpId="39" animBg="1"/>
      <p:bldP spid="31" grpId="40" animBg="1"/>
      <p:bldP spid="31" grpId="41" animBg="1"/>
      <p:bldP spid="31" grpId="42" animBg="1"/>
      <p:bldP spid="31" grpId="43" animBg="1"/>
      <p:bldP spid="31" grpId="44" animBg="1"/>
      <p:bldP spid="31" grpId="45" animBg="1"/>
      <p:bldP spid="31" grpId="46" animBg="1"/>
      <p:bldP spid="31" grpId="47" animBg="1"/>
      <p:bldP spid="31" grpId="48" animBg="1"/>
      <p:bldP spid="31" grpId="49" animBg="1"/>
      <p:bldP spid="31" grpId="50" animBg="1"/>
      <p:bldP spid="31" grpId="51" animBg="1"/>
      <p:bldP spid="31" grpId="52" animBg="1"/>
      <p:bldP spid="31" grpId="53" animBg="1"/>
      <p:bldP spid="32" grpId="0" animBg="1"/>
      <p:bldP spid="32" grpId="1" animBg="1"/>
      <p:bldP spid="32" grpId="2" animBg="1"/>
      <p:bldP spid="32" grpId="3" animBg="1"/>
      <p:bldP spid="32" grpId="4" animBg="1"/>
      <p:bldP spid="32" grpId="5" animBg="1"/>
      <p:bldP spid="32" grpId="6" animBg="1"/>
      <p:bldP spid="32" grpId="7" animBg="1"/>
      <p:bldP spid="32" grpId="8" animBg="1"/>
      <p:bldP spid="32" grpId="9" animBg="1"/>
      <p:bldP spid="32" grpId="10" animBg="1"/>
      <p:bldP spid="32" grpId="11" animBg="1"/>
      <p:bldP spid="32" grpId="12" animBg="1"/>
      <p:bldP spid="32" grpId="13" animBg="1"/>
      <p:bldP spid="32" grpId="14" animBg="1"/>
      <p:bldP spid="32" grpId="15" animBg="1"/>
      <p:bldP spid="32" grpId="16" animBg="1"/>
      <p:bldP spid="32" grpId="17" animBg="1"/>
      <p:bldP spid="32" grpId="18" animBg="1"/>
      <p:bldP spid="32" grpId="19" animBg="1"/>
      <p:bldP spid="32" grpId="20" animBg="1"/>
      <p:bldP spid="32" grpId="21" animBg="1"/>
      <p:bldP spid="32" grpId="22" animBg="1"/>
      <p:bldP spid="32" grpId="23" animBg="1"/>
      <p:bldP spid="32" grpId="24" animBg="1"/>
      <p:bldP spid="32" grpId="25" animBg="1"/>
      <p:bldP spid="32" grpId="26" animBg="1"/>
      <p:bldP spid="32" grpId="27" animBg="1"/>
      <p:bldP spid="32" grpId="28" animBg="1"/>
      <p:bldP spid="32" grpId="29" animBg="1"/>
      <p:bldP spid="32" grpId="30" animBg="1"/>
      <p:bldP spid="32" grpId="31" animBg="1"/>
      <p:bldP spid="32" grpId="32" animBg="1"/>
      <p:bldP spid="32" grpId="33" animBg="1"/>
      <p:bldP spid="32" grpId="34" animBg="1"/>
      <p:bldP spid="32" grpId="35" animBg="1"/>
      <p:bldP spid="32" grpId="36" animBg="1"/>
      <p:bldP spid="32" grpId="37" animBg="1"/>
      <p:bldP spid="32" grpId="38" animBg="1"/>
      <p:bldP spid="32" grpId="39" animBg="1"/>
      <p:bldP spid="32" grpId="40" animBg="1"/>
      <p:bldP spid="32" grpId="41" animBg="1"/>
      <p:bldP spid="32" grpId="42" animBg="1"/>
      <p:bldP spid="32" grpId="43" animBg="1"/>
      <p:bldP spid="32" grpId="44" animBg="1"/>
      <p:bldP spid="32" grpId="45" animBg="1"/>
      <p:bldP spid="32" grpId="46" animBg="1"/>
      <p:bldP spid="32" grpId="47" animBg="1"/>
      <p:bldP spid="32" grpId="48" animBg="1"/>
      <p:bldP spid="32" grpId="49" animBg="1"/>
      <p:bldP spid="32" grpId="50" animBg="1"/>
      <p:bldP spid="32" grpId="51" animBg="1"/>
      <p:bldP spid="32" grpId="52" animBg="1"/>
      <p:bldP spid="32" grpId="53" animBg="1"/>
      <p:bldP spid="33" grpId="0" animBg="1"/>
      <p:bldP spid="33" grpId="1" animBg="1"/>
      <p:bldP spid="33" grpId="2" animBg="1"/>
      <p:bldP spid="33" grpId="3" animBg="1"/>
      <p:bldP spid="33" grpId="4" animBg="1"/>
      <p:bldP spid="33" grpId="5" animBg="1"/>
      <p:bldP spid="33" grpId="6" animBg="1"/>
      <p:bldP spid="33" grpId="7" animBg="1"/>
      <p:bldP spid="33" grpId="8" animBg="1"/>
      <p:bldP spid="33" grpId="9" animBg="1"/>
      <p:bldP spid="33" grpId="10" animBg="1"/>
      <p:bldP spid="33" grpId="11" animBg="1"/>
      <p:bldP spid="33" grpId="12" animBg="1"/>
      <p:bldP spid="33" grpId="13" animBg="1"/>
      <p:bldP spid="33" grpId="14" animBg="1"/>
      <p:bldP spid="33" grpId="15" animBg="1"/>
      <p:bldP spid="33" grpId="16" animBg="1"/>
      <p:bldP spid="33" grpId="17" animBg="1"/>
      <p:bldP spid="33" grpId="18" animBg="1"/>
      <p:bldP spid="33" grpId="19" animBg="1"/>
      <p:bldP spid="33" grpId="20" animBg="1"/>
      <p:bldP spid="33" grpId="21" animBg="1"/>
      <p:bldP spid="33" grpId="22" animBg="1"/>
      <p:bldP spid="33" grpId="23" animBg="1"/>
      <p:bldP spid="33" grpId="24" animBg="1"/>
      <p:bldP spid="33" grpId="25" animBg="1"/>
      <p:bldP spid="33" grpId="26" animBg="1"/>
      <p:bldP spid="33" grpId="27" animBg="1"/>
      <p:bldP spid="33" grpId="28" animBg="1"/>
      <p:bldP spid="33" grpId="29" animBg="1"/>
      <p:bldP spid="33" grpId="30" animBg="1"/>
      <p:bldP spid="33" grpId="31" animBg="1"/>
      <p:bldP spid="33" grpId="32" animBg="1"/>
      <p:bldP spid="33" grpId="33" animBg="1"/>
      <p:bldP spid="33" grpId="34" animBg="1"/>
      <p:bldP spid="33" grpId="35" animBg="1"/>
      <p:bldP spid="33" grpId="36" animBg="1"/>
      <p:bldP spid="33" grpId="37" animBg="1"/>
      <p:bldP spid="33" grpId="38" animBg="1"/>
      <p:bldP spid="33" grpId="39" animBg="1"/>
      <p:bldP spid="33" grpId="40" animBg="1"/>
      <p:bldP spid="33" grpId="41" animBg="1"/>
      <p:bldP spid="33" grpId="42" animBg="1"/>
      <p:bldP spid="33" grpId="43" animBg="1"/>
      <p:bldP spid="33" grpId="44" animBg="1"/>
      <p:bldP spid="33" grpId="45" animBg="1"/>
      <p:bldP spid="33" grpId="46" animBg="1"/>
      <p:bldP spid="33" grpId="47" animBg="1"/>
      <p:bldP spid="33" grpId="48" animBg="1"/>
      <p:bldP spid="33" grpId="49" animBg="1"/>
      <p:bldP spid="33" grpId="50" animBg="1"/>
      <p:bldP spid="33" grpId="51" animBg="1"/>
      <p:bldP spid="33" grpId="52" animBg="1"/>
      <p:bldP spid="34" grpId="0" animBg="1"/>
      <p:bldP spid="34" grpId="1" animBg="1"/>
      <p:bldP spid="34" grpId="2" animBg="1"/>
      <p:bldP spid="34" grpId="3" animBg="1"/>
      <p:bldP spid="34" grpId="4" animBg="1"/>
      <p:bldP spid="34" grpId="5" animBg="1"/>
      <p:bldP spid="34" grpId="6" animBg="1"/>
      <p:bldP spid="34" grpId="7" animBg="1"/>
      <p:bldP spid="34" grpId="8" animBg="1"/>
      <p:bldP spid="34" grpId="9" animBg="1"/>
      <p:bldP spid="34" grpId="10" animBg="1"/>
      <p:bldP spid="34" grpId="11" animBg="1"/>
      <p:bldP spid="34" grpId="12" animBg="1"/>
      <p:bldP spid="34" grpId="13" animBg="1"/>
      <p:bldP spid="34" grpId="14" animBg="1"/>
      <p:bldP spid="34" grpId="15" animBg="1"/>
      <p:bldP spid="34" grpId="16" animBg="1"/>
      <p:bldP spid="34" grpId="17" animBg="1"/>
      <p:bldP spid="34" grpId="18" animBg="1"/>
      <p:bldP spid="34" grpId="19" animBg="1"/>
      <p:bldP spid="34" grpId="20" animBg="1"/>
      <p:bldP spid="34" grpId="21" animBg="1"/>
      <p:bldP spid="34" grpId="22" animBg="1"/>
      <p:bldP spid="34" grpId="23" animBg="1"/>
      <p:bldP spid="34" grpId="24" animBg="1"/>
      <p:bldP spid="34" grpId="25" animBg="1"/>
      <p:bldP spid="34" grpId="26" animBg="1"/>
      <p:bldP spid="34" grpId="27" animBg="1"/>
      <p:bldP spid="34" grpId="28" animBg="1"/>
      <p:bldP spid="34" grpId="29" animBg="1"/>
      <p:bldP spid="34" grpId="30" animBg="1"/>
      <p:bldP spid="34" grpId="31" animBg="1"/>
      <p:bldP spid="34" grpId="32" animBg="1"/>
      <p:bldP spid="34" grpId="33" animBg="1"/>
      <p:bldP spid="34" grpId="34" animBg="1"/>
      <p:bldP spid="34" grpId="35" animBg="1"/>
      <p:bldP spid="34" grpId="36" animBg="1"/>
      <p:bldP spid="34" grpId="37" animBg="1"/>
      <p:bldP spid="34" grpId="38" animBg="1"/>
      <p:bldP spid="34" grpId="39" animBg="1"/>
      <p:bldP spid="34" grpId="40" animBg="1"/>
      <p:bldP spid="34" grpId="41" animBg="1"/>
      <p:bldP spid="34" grpId="42" animBg="1"/>
      <p:bldP spid="34" grpId="43" animBg="1"/>
      <p:bldP spid="34" grpId="44" animBg="1"/>
      <p:bldP spid="34" grpId="45" animBg="1"/>
      <p:bldP spid="34" grpId="46" animBg="1"/>
      <p:bldP spid="34" grpId="47" animBg="1"/>
      <p:bldP spid="34" grpId="48" animBg="1"/>
      <p:bldP spid="34" grpId="49" animBg="1"/>
      <p:bldP spid="34" grpId="50" animBg="1"/>
      <p:bldP spid="34" grpId="51" animBg="1"/>
      <p:bldP spid="34" grpId="52" animBg="1"/>
      <p:bldP spid="35" grpId="0" animBg="1"/>
      <p:bldP spid="35" grpId="1" animBg="1"/>
      <p:bldP spid="35" grpId="2" animBg="1"/>
      <p:bldP spid="35" grpId="3" animBg="1"/>
      <p:bldP spid="35" grpId="4" animBg="1"/>
      <p:bldP spid="35" grpId="5" animBg="1"/>
      <p:bldP spid="35" grpId="6" animBg="1"/>
      <p:bldP spid="35" grpId="7" animBg="1"/>
      <p:bldP spid="35" grpId="8" animBg="1"/>
      <p:bldP spid="35" grpId="9" animBg="1"/>
      <p:bldP spid="35" grpId="10" animBg="1"/>
      <p:bldP spid="35" grpId="11" animBg="1"/>
      <p:bldP spid="35" grpId="12" animBg="1"/>
      <p:bldP spid="35" grpId="13" animBg="1"/>
      <p:bldP spid="35" grpId="14" animBg="1"/>
      <p:bldP spid="35" grpId="15" animBg="1"/>
      <p:bldP spid="35" grpId="16" animBg="1"/>
      <p:bldP spid="35" grpId="17" animBg="1"/>
      <p:bldP spid="35" grpId="18" animBg="1"/>
      <p:bldP spid="35" grpId="19" animBg="1"/>
      <p:bldP spid="35" grpId="20" animBg="1"/>
      <p:bldP spid="35" grpId="21" animBg="1"/>
      <p:bldP spid="35" grpId="22" animBg="1"/>
      <p:bldP spid="35" grpId="23" animBg="1"/>
      <p:bldP spid="35" grpId="24" animBg="1"/>
      <p:bldP spid="35" grpId="25" animBg="1"/>
      <p:bldP spid="35" grpId="26" animBg="1"/>
      <p:bldP spid="35" grpId="27" animBg="1"/>
      <p:bldP spid="35" grpId="28" animBg="1"/>
      <p:bldP spid="35" grpId="29" animBg="1"/>
      <p:bldP spid="35" grpId="30" animBg="1"/>
      <p:bldP spid="35" grpId="31" animBg="1"/>
      <p:bldP spid="35" grpId="32" animBg="1"/>
      <p:bldP spid="35" grpId="33" animBg="1"/>
      <p:bldP spid="35" grpId="34" animBg="1"/>
      <p:bldP spid="35" grpId="35" animBg="1"/>
      <p:bldP spid="35" grpId="36" animBg="1"/>
      <p:bldP spid="35" grpId="37" animBg="1"/>
      <p:bldP spid="35" grpId="38" animBg="1"/>
      <p:bldP spid="35" grpId="39" animBg="1"/>
      <p:bldP spid="35" grpId="40" animBg="1"/>
      <p:bldP spid="35" grpId="41" animBg="1"/>
      <p:bldP spid="35" grpId="42" animBg="1"/>
      <p:bldP spid="35" grpId="43" animBg="1"/>
      <p:bldP spid="35" grpId="44" animBg="1"/>
      <p:bldP spid="35" grpId="45" animBg="1"/>
      <p:bldP spid="35" grpId="46" animBg="1"/>
      <p:bldP spid="35" grpId="47" animBg="1"/>
      <p:bldP spid="35" grpId="48" animBg="1"/>
      <p:bldP spid="35" grpId="49" animBg="1"/>
      <p:bldP spid="35" grpId="50" animBg="1"/>
      <p:bldP spid="35" grpId="51" animBg="1"/>
      <p:bldP spid="35" grpId="52" animBg="1"/>
      <p:bldP spid="36" grpId="0" animBg="1"/>
      <p:bldP spid="36" grpId="1" animBg="1"/>
      <p:bldP spid="36" grpId="2" animBg="1"/>
      <p:bldP spid="36" grpId="3" animBg="1"/>
      <p:bldP spid="36" grpId="4" animBg="1"/>
      <p:bldP spid="36" grpId="5" animBg="1"/>
      <p:bldP spid="36" grpId="6" animBg="1"/>
      <p:bldP spid="36" grpId="7" animBg="1"/>
      <p:bldP spid="36" grpId="8" animBg="1"/>
      <p:bldP spid="36" grpId="9" animBg="1"/>
      <p:bldP spid="36" grpId="10" animBg="1"/>
      <p:bldP spid="36" grpId="11" animBg="1"/>
      <p:bldP spid="36" grpId="12" animBg="1"/>
      <p:bldP spid="36" grpId="13" animBg="1"/>
      <p:bldP spid="36" grpId="14" animBg="1"/>
      <p:bldP spid="36" grpId="15" animBg="1"/>
      <p:bldP spid="36" grpId="16" animBg="1"/>
      <p:bldP spid="36" grpId="17" animBg="1"/>
      <p:bldP spid="36" grpId="18" animBg="1"/>
      <p:bldP spid="36" grpId="19" animBg="1"/>
      <p:bldP spid="36" grpId="20" animBg="1"/>
      <p:bldP spid="36" grpId="21" animBg="1"/>
      <p:bldP spid="36" grpId="22" animBg="1"/>
      <p:bldP spid="36" grpId="23" animBg="1"/>
      <p:bldP spid="36" grpId="24" animBg="1"/>
      <p:bldP spid="36" grpId="25" animBg="1"/>
      <p:bldP spid="36" grpId="26" animBg="1"/>
      <p:bldP spid="36" grpId="27" animBg="1"/>
      <p:bldP spid="36" grpId="28" animBg="1"/>
      <p:bldP spid="36" grpId="29" animBg="1"/>
      <p:bldP spid="36" grpId="30" animBg="1"/>
      <p:bldP spid="36" grpId="31" animBg="1"/>
      <p:bldP spid="36" grpId="32" animBg="1"/>
      <p:bldP spid="36" grpId="33" animBg="1"/>
      <p:bldP spid="36" grpId="34" animBg="1"/>
      <p:bldP spid="36" grpId="35" animBg="1"/>
      <p:bldP spid="36" grpId="36" animBg="1"/>
      <p:bldP spid="36" grpId="37" animBg="1"/>
      <p:bldP spid="36" grpId="38" animBg="1"/>
      <p:bldP spid="36" grpId="39" animBg="1"/>
      <p:bldP spid="36" grpId="40" animBg="1"/>
      <p:bldP spid="36" grpId="41" animBg="1"/>
      <p:bldP spid="36" grpId="42" animBg="1"/>
      <p:bldP spid="36" grpId="43" animBg="1"/>
      <p:bldP spid="36" grpId="44" animBg="1"/>
      <p:bldP spid="36" grpId="45" animBg="1"/>
      <p:bldP spid="36" grpId="46" animBg="1"/>
      <p:bldP spid="36" grpId="47" animBg="1"/>
      <p:bldP spid="36" grpId="48" animBg="1"/>
      <p:bldP spid="36" grpId="49" animBg="1"/>
      <p:bldP spid="36" grpId="50" animBg="1"/>
      <p:bldP spid="36" grpId="51" animBg="1"/>
      <p:bldP spid="36" grpId="52" animBg="1"/>
      <p:bldP spid="37" grpId="0" animBg="1"/>
      <p:bldP spid="37" grpId="1" animBg="1"/>
      <p:bldP spid="37" grpId="2" animBg="1"/>
      <p:bldP spid="37" grpId="3" animBg="1"/>
      <p:bldP spid="37" grpId="4" animBg="1"/>
      <p:bldP spid="37" grpId="5" animBg="1"/>
      <p:bldP spid="37" grpId="6" animBg="1"/>
      <p:bldP spid="37" grpId="7" animBg="1"/>
      <p:bldP spid="37" grpId="8" animBg="1"/>
      <p:bldP spid="37" grpId="9" animBg="1"/>
      <p:bldP spid="37" grpId="10" animBg="1"/>
      <p:bldP spid="37" grpId="11" animBg="1"/>
      <p:bldP spid="37" grpId="12" animBg="1"/>
      <p:bldP spid="37" grpId="13" animBg="1"/>
      <p:bldP spid="37" grpId="14" animBg="1"/>
      <p:bldP spid="37" grpId="15" animBg="1"/>
      <p:bldP spid="37" grpId="16" animBg="1"/>
      <p:bldP spid="37" grpId="17" animBg="1"/>
      <p:bldP spid="37" grpId="18" animBg="1"/>
      <p:bldP spid="37" grpId="19" animBg="1"/>
      <p:bldP spid="37" grpId="20" animBg="1"/>
      <p:bldP spid="37" grpId="21" animBg="1"/>
      <p:bldP spid="37" grpId="22" animBg="1"/>
      <p:bldP spid="37" grpId="23" animBg="1"/>
      <p:bldP spid="37" grpId="24" animBg="1"/>
      <p:bldP spid="37" grpId="25" animBg="1"/>
      <p:bldP spid="37" grpId="26" animBg="1"/>
      <p:bldP spid="37" grpId="27" animBg="1"/>
      <p:bldP spid="37" grpId="28" animBg="1"/>
      <p:bldP spid="37" grpId="29" animBg="1"/>
      <p:bldP spid="37" grpId="30" animBg="1"/>
      <p:bldP spid="37" grpId="31" animBg="1"/>
      <p:bldP spid="37" grpId="32" animBg="1"/>
      <p:bldP spid="37" grpId="33" animBg="1"/>
      <p:bldP spid="37" grpId="34" animBg="1"/>
      <p:bldP spid="37" grpId="35" animBg="1"/>
      <p:bldP spid="37" grpId="36" animBg="1"/>
      <p:bldP spid="37" grpId="37" animBg="1"/>
      <p:bldP spid="37" grpId="38" animBg="1"/>
      <p:bldP spid="37" grpId="39" animBg="1"/>
      <p:bldP spid="37" grpId="40" animBg="1"/>
      <p:bldP spid="37" grpId="41" animBg="1"/>
      <p:bldP spid="37" grpId="42" animBg="1"/>
      <p:bldP spid="37" grpId="43" animBg="1"/>
      <p:bldP spid="37" grpId="44" animBg="1"/>
      <p:bldP spid="37" grpId="45" animBg="1"/>
      <p:bldP spid="37" grpId="46" animBg="1"/>
      <p:bldP spid="37" grpId="47" animBg="1"/>
      <p:bldP spid="37" grpId="48" animBg="1"/>
      <p:bldP spid="38" grpId="0" animBg="1"/>
      <p:bldP spid="38" grpId="1" animBg="1"/>
      <p:bldP spid="38" grpId="2" animBg="1"/>
      <p:bldP spid="38" grpId="3" animBg="1"/>
      <p:bldP spid="38" grpId="4" animBg="1"/>
      <p:bldP spid="38" grpId="5" animBg="1"/>
      <p:bldP spid="38" grpId="6" animBg="1"/>
      <p:bldP spid="38" grpId="7" animBg="1"/>
      <p:bldP spid="38" grpId="8" animBg="1"/>
      <p:bldP spid="38" grpId="9" animBg="1"/>
      <p:bldP spid="38" grpId="10" animBg="1"/>
      <p:bldP spid="38" grpId="11" animBg="1"/>
      <p:bldP spid="38" grpId="12" animBg="1"/>
      <p:bldP spid="38" grpId="13" animBg="1"/>
      <p:bldP spid="38" grpId="14" animBg="1"/>
      <p:bldP spid="38" grpId="15" animBg="1"/>
      <p:bldP spid="38" grpId="16" animBg="1"/>
      <p:bldP spid="38" grpId="17" animBg="1"/>
      <p:bldP spid="38" grpId="18" animBg="1"/>
      <p:bldP spid="38" grpId="19" animBg="1"/>
      <p:bldP spid="38" grpId="20" animBg="1"/>
      <p:bldP spid="38" grpId="21" animBg="1"/>
      <p:bldP spid="38" grpId="22" animBg="1"/>
      <p:bldP spid="38" grpId="23" animBg="1"/>
      <p:bldP spid="38" grpId="24" animBg="1"/>
      <p:bldP spid="38" grpId="25" animBg="1"/>
      <p:bldP spid="38" grpId="26" animBg="1"/>
      <p:bldP spid="38" grpId="27" animBg="1"/>
      <p:bldP spid="38" grpId="28" animBg="1"/>
      <p:bldP spid="38" grpId="29" animBg="1"/>
      <p:bldP spid="38" grpId="30" animBg="1"/>
      <p:bldP spid="38" grpId="31" animBg="1"/>
      <p:bldP spid="38" grpId="32" animBg="1"/>
      <p:bldP spid="38" grpId="33" animBg="1"/>
      <p:bldP spid="38" grpId="34" animBg="1"/>
      <p:bldP spid="38" grpId="35" animBg="1"/>
      <p:bldP spid="38" grpId="36" animBg="1"/>
      <p:bldP spid="38" grpId="37" animBg="1"/>
      <p:bldP spid="38" grpId="38" animBg="1"/>
      <p:bldP spid="38" grpId="39" animBg="1"/>
      <p:bldP spid="38" grpId="40" animBg="1"/>
      <p:bldP spid="38" grpId="41" animBg="1"/>
      <p:bldP spid="38" grpId="42" animBg="1"/>
      <p:bldP spid="38" grpId="43" animBg="1"/>
      <p:bldP spid="38" grpId="44" animBg="1"/>
      <p:bldP spid="38" grpId="45" animBg="1"/>
      <p:bldP spid="38" grpId="46" animBg="1"/>
      <p:bldP spid="38" grpId="47" animBg="1"/>
      <p:bldP spid="38" grpId="48" animBg="1"/>
      <p:bldP spid="38" grpId="49" animBg="1"/>
      <p:bldP spid="38" grpId="50" animBg="1"/>
      <p:bldP spid="39" grpId="0" animBg="1"/>
      <p:bldP spid="39" grpId="1" animBg="1"/>
      <p:bldP spid="39" grpId="2" animBg="1"/>
      <p:bldP spid="39" grpId="3" animBg="1"/>
      <p:bldP spid="39" grpId="4" animBg="1"/>
      <p:bldP spid="39" grpId="5" animBg="1"/>
      <p:bldP spid="39" grpId="6" animBg="1"/>
      <p:bldP spid="39" grpId="7" animBg="1"/>
      <p:bldP spid="39" grpId="8" animBg="1"/>
      <p:bldP spid="39" grpId="9" animBg="1"/>
      <p:bldP spid="39" grpId="10" animBg="1"/>
      <p:bldP spid="39" grpId="11" animBg="1"/>
      <p:bldP spid="39" grpId="12" animBg="1"/>
      <p:bldP spid="39" grpId="13" animBg="1"/>
      <p:bldP spid="39" grpId="14" animBg="1"/>
      <p:bldP spid="39" grpId="15" animBg="1"/>
      <p:bldP spid="39" grpId="16" animBg="1"/>
      <p:bldP spid="39" grpId="17" animBg="1"/>
      <p:bldP spid="39" grpId="18" animBg="1"/>
      <p:bldP spid="39" grpId="19" animBg="1"/>
      <p:bldP spid="39" grpId="20" animBg="1"/>
      <p:bldP spid="39" grpId="21" animBg="1"/>
      <p:bldP spid="39" grpId="22" animBg="1"/>
      <p:bldP spid="39" grpId="23" animBg="1"/>
      <p:bldP spid="39" grpId="24" animBg="1"/>
      <p:bldP spid="39" grpId="25" animBg="1"/>
      <p:bldP spid="39" grpId="26" animBg="1"/>
      <p:bldP spid="39" grpId="27" animBg="1"/>
      <p:bldP spid="39" grpId="28" animBg="1"/>
      <p:bldP spid="39" grpId="29" animBg="1"/>
      <p:bldP spid="39" grpId="30" animBg="1"/>
      <p:bldP spid="39" grpId="31" animBg="1"/>
      <p:bldP spid="39" grpId="32" animBg="1"/>
      <p:bldP spid="39" grpId="33" animBg="1"/>
      <p:bldP spid="39" grpId="34" animBg="1"/>
      <p:bldP spid="39" grpId="35" animBg="1"/>
      <p:bldP spid="39" grpId="36" animBg="1"/>
      <p:bldP spid="39" grpId="37" animBg="1"/>
      <p:bldP spid="39" grpId="38" animBg="1"/>
      <p:bldP spid="39" grpId="39" animBg="1"/>
      <p:bldP spid="39" grpId="40" animBg="1"/>
      <p:bldP spid="39" grpId="41" animBg="1"/>
      <p:bldP spid="39" grpId="42" animBg="1"/>
      <p:bldP spid="39" grpId="43" animBg="1"/>
      <p:bldP spid="39" grpId="44" animBg="1"/>
      <p:bldP spid="40" grpId="0" animBg="1"/>
      <p:bldP spid="40" grpId="1" animBg="1"/>
      <p:bldP spid="40" grpId="2" animBg="1"/>
      <p:bldP spid="40" grpId="3" animBg="1"/>
      <p:bldP spid="40" grpId="4" animBg="1"/>
      <p:bldP spid="40" grpId="5" animBg="1"/>
      <p:bldP spid="40" grpId="6" animBg="1"/>
      <p:bldP spid="40" grpId="7" animBg="1"/>
      <p:bldP spid="40" grpId="8" animBg="1"/>
      <p:bldP spid="40" grpId="9" animBg="1"/>
      <p:bldP spid="40" grpId="10" animBg="1"/>
      <p:bldP spid="40" grpId="11" animBg="1"/>
      <p:bldP spid="40" grpId="12" animBg="1"/>
      <p:bldP spid="40" grpId="13" animBg="1"/>
      <p:bldP spid="40" grpId="14" animBg="1"/>
      <p:bldP spid="40" grpId="15" animBg="1"/>
      <p:bldP spid="40" grpId="16" animBg="1"/>
      <p:bldP spid="40" grpId="17" animBg="1"/>
      <p:bldP spid="40" grpId="18" animBg="1"/>
      <p:bldP spid="40" grpId="19" animBg="1"/>
      <p:bldP spid="40" grpId="20" animBg="1"/>
      <p:bldP spid="40" grpId="21" animBg="1"/>
      <p:bldP spid="40" grpId="22" animBg="1"/>
      <p:bldP spid="40" grpId="23" animBg="1"/>
      <p:bldP spid="40" grpId="24" animBg="1"/>
      <p:bldP spid="40" grpId="25" animBg="1"/>
      <p:bldP spid="40" grpId="26" animBg="1"/>
      <p:bldP spid="40" grpId="27" animBg="1"/>
      <p:bldP spid="40" grpId="28" animBg="1"/>
      <p:bldP spid="40" grpId="29" animBg="1"/>
      <p:bldP spid="40" grpId="30" animBg="1"/>
      <p:bldP spid="40" grpId="31" animBg="1"/>
      <p:bldP spid="40" grpId="32" animBg="1"/>
      <p:bldP spid="40" grpId="33" animBg="1"/>
      <p:bldP spid="40" grpId="34" animBg="1"/>
      <p:bldP spid="40" grpId="35" animBg="1"/>
      <p:bldP spid="40" grpId="36" animBg="1"/>
      <p:bldP spid="40" grpId="37" animBg="1"/>
      <p:bldP spid="40" grpId="38" animBg="1"/>
      <p:bldP spid="40" grpId="39" animBg="1"/>
      <p:bldP spid="40" grpId="40" animBg="1"/>
      <p:bldP spid="40" grpId="41" animBg="1"/>
      <p:bldP spid="41" grpId="0" animBg="1"/>
      <p:bldP spid="41" grpId="1" animBg="1"/>
      <p:bldP spid="41" grpId="2" animBg="1"/>
      <p:bldP spid="41" grpId="3" animBg="1"/>
      <p:bldP spid="41" grpId="4" animBg="1"/>
      <p:bldP spid="41" grpId="5" animBg="1"/>
      <p:bldP spid="41" grpId="6" animBg="1"/>
      <p:bldP spid="41" grpId="7" animBg="1"/>
      <p:bldP spid="41" grpId="8" animBg="1"/>
      <p:bldP spid="41" grpId="9" animBg="1"/>
      <p:bldP spid="41" grpId="10" animBg="1"/>
      <p:bldP spid="41" grpId="11" animBg="1"/>
      <p:bldP spid="41" grpId="12" animBg="1"/>
      <p:bldP spid="41" grpId="13" animBg="1"/>
      <p:bldP spid="41" grpId="14" animBg="1"/>
      <p:bldP spid="41" grpId="15" animBg="1"/>
      <p:bldP spid="41" grpId="16" animBg="1"/>
      <p:bldP spid="41" grpId="17" animBg="1"/>
      <p:bldP spid="41" grpId="18" animBg="1"/>
      <p:bldP spid="41" grpId="19" animBg="1"/>
      <p:bldP spid="41" grpId="20" animBg="1"/>
      <p:bldP spid="41" grpId="21" animBg="1"/>
      <p:bldP spid="41" grpId="22" animBg="1"/>
      <p:bldP spid="41" grpId="23" animBg="1"/>
      <p:bldP spid="41" grpId="24" animBg="1"/>
      <p:bldP spid="41" grpId="25" animBg="1"/>
      <p:bldP spid="41" grpId="26" animBg="1"/>
      <p:bldP spid="41" grpId="27" animBg="1"/>
      <p:bldP spid="41" grpId="28" animBg="1"/>
      <p:bldP spid="41" grpId="29" animBg="1"/>
      <p:bldP spid="41" grpId="30" animBg="1"/>
      <p:bldP spid="41" grpId="31" animBg="1"/>
      <p:bldP spid="41" grpId="32" animBg="1"/>
      <p:bldP spid="41" grpId="33" animBg="1"/>
      <p:bldP spid="41" grpId="34" animBg="1"/>
      <p:bldP spid="41" grpId="35" animBg="1"/>
      <p:bldP spid="41" grpId="36" animBg="1"/>
      <p:bldP spid="41" grpId="37" animBg="1"/>
      <p:bldP spid="41" grpId="38" animBg="1"/>
      <p:bldP spid="41" grpId="39" animBg="1"/>
      <p:bldP spid="41" grpId="40" animBg="1"/>
      <p:bldP spid="41" grpId="41" animBg="1"/>
      <p:bldP spid="41" grpId="42" animBg="1"/>
      <p:bldP spid="42" grpId="0" animBg="1"/>
      <p:bldP spid="42" grpId="1" animBg="1"/>
      <p:bldP spid="42" grpId="2" animBg="1"/>
      <p:bldP spid="42" grpId="3" animBg="1"/>
      <p:bldP spid="42" grpId="4" animBg="1"/>
      <p:bldP spid="42" grpId="5" animBg="1"/>
      <p:bldP spid="42" grpId="6" animBg="1"/>
      <p:bldP spid="42" grpId="7" animBg="1"/>
      <p:bldP spid="42" grpId="8" animBg="1"/>
      <p:bldP spid="42" grpId="9" animBg="1"/>
      <p:bldP spid="42" grpId="10" animBg="1"/>
      <p:bldP spid="42" grpId="11" animBg="1"/>
      <p:bldP spid="42" grpId="12" animBg="1"/>
      <p:bldP spid="42" grpId="13" animBg="1"/>
      <p:bldP spid="42" grpId="14" animBg="1"/>
      <p:bldP spid="42" grpId="15" animBg="1"/>
      <p:bldP spid="42" grpId="16" animBg="1"/>
      <p:bldP spid="42" grpId="17" animBg="1"/>
      <p:bldP spid="42" grpId="18" animBg="1"/>
      <p:bldP spid="42" grpId="19" animBg="1"/>
      <p:bldP spid="42" grpId="20" animBg="1"/>
      <p:bldP spid="42" grpId="21" animBg="1"/>
      <p:bldP spid="42" grpId="22" animBg="1"/>
      <p:bldP spid="42" grpId="23" animBg="1"/>
      <p:bldP spid="42" grpId="24" animBg="1"/>
      <p:bldP spid="42" grpId="25" animBg="1"/>
      <p:bldP spid="42" grpId="26" animBg="1"/>
      <p:bldP spid="42" grpId="27" animBg="1"/>
      <p:bldP spid="42" grpId="28" animBg="1"/>
      <p:bldP spid="42" grpId="29" animBg="1"/>
      <p:bldP spid="42" grpId="30" animBg="1"/>
      <p:bldP spid="42" grpId="31" animBg="1"/>
      <p:bldP spid="42" grpId="32" animBg="1"/>
      <p:bldP spid="42" grpId="33" animBg="1"/>
      <p:bldP spid="42" grpId="34" animBg="1"/>
      <p:bldP spid="42" grpId="35" animBg="1"/>
      <p:bldP spid="42" grpId="36" animBg="1"/>
      <p:bldP spid="42" grpId="37" animBg="1"/>
      <p:bldP spid="42" grpId="38" animBg="1"/>
      <p:bldP spid="42" grpId="39" animBg="1"/>
      <p:bldP spid="42" grpId="40" animBg="1"/>
      <p:bldP spid="42" grpId="41" animBg="1"/>
      <p:bldP spid="42" grpId="42" animBg="1"/>
      <p:bldP spid="42" grpId="43" animBg="1"/>
      <p:bldP spid="42" grpId="44" animBg="1"/>
      <p:bldP spid="43" grpId="0" animBg="1"/>
      <p:bldP spid="43" grpId="1" animBg="1"/>
      <p:bldP spid="43" grpId="2" animBg="1"/>
      <p:bldP spid="43" grpId="3" animBg="1"/>
      <p:bldP spid="43" grpId="4" animBg="1"/>
      <p:bldP spid="43" grpId="5" animBg="1"/>
      <p:bldP spid="43" grpId="6" animBg="1"/>
      <p:bldP spid="43" grpId="7" animBg="1"/>
      <p:bldP spid="43" grpId="8" animBg="1"/>
      <p:bldP spid="43" grpId="9" animBg="1"/>
      <p:bldP spid="43" grpId="10" animBg="1"/>
      <p:bldP spid="43" grpId="11" animBg="1"/>
      <p:bldP spid="43" grpId="12" animBg="1"/>
      <p:bldP spid="43" grpId="13" animBg="1"/>
      <p:bldP spid="43" grpId="14" animBg="1"/>
      <p:bldP spid="43" grpId="15" animBg="1"/>
      <p:bldP spid="43" grpId="16" animBg="1"/>
      <p:bldP spid="43" grpId="17" animBg="1"/>
      <p:bldP spid="43" grpId="18" animBg="1"/>
      <p:bldP spid="43" grpId="19" animBg="1"/>
      <p:bldP spid="43" grpId="20" animBg="1"/>
      <p:bldP spid="43" grpId="21" animBg="1"/>
      <p:bldP spid="43" grpId="22" animBg="1"/>
      <p:bldP spid="43" grpId="23" animBg="1"/>
      <p:bldP spid="43" grpId="24" animBg="1"/>
      <p:bldP spid="43" grpId="25" animBg="1"/>
      <p:bldP spid="43" grpId="26" animBg="1"/>
      <p:bldP spid="43" grpId="27" animBg="1"/>
      <p:bldP spid="43" grpId="28" animBg="1"/>
      <p:bldP spid="43" grpId="29" animBg="1"/>
      <p:bldP spid="43" grpId="30" animBg="1"/>
      <p:bldP spid="43" grpId="31" animBg="1"/>
      <p:bldP spid="43" grpId="32" animBg="1"/>
      <p:bldP spid="43" grpId="33" animBg="1"/>
      <p:bldP spid="43" grpId="34" animBg="1"/>
      <p:bldP spid="43" grpId="35" animBg="1"/>
      <p:bldP spid="43" grpId="36" animBg="1"/>
      <p:bldP spid="43" grpId="37" animBg="1"/>
      <p:bldP spid="43" grpId="38" animBg="1"/>
      <p:bldP spid="43" grpId="39" animBg="1"/>
      <p:bldP spid="43" grpId="40" animBg="1"/>
      <p:bldP spid="43" grpId="41" animBg="1"/>
      <p:bldP spid="43" grpId="42" animBg="1"/>
      <p:bldP spid="43" grpId="43" animBg="1"/>
      <p:bldP spid="43" grpId="44" animBg="1"/>
      <p:bldP spid="44" grpId="0" animBg="1"/>
      <p:bldP spid="44" grpId="1" animBg="1"/>
      <p:bldP spid="44" grpId="2" animBg="1"/>
      <p:bldP spid="44" grpId="3" animBg="1"/>
      <p:bldP spid="44" grpId="4" animBg="1"/>
      <p:bldP spid="44" grpId="5" animBg="1"/>
      <p:bldP spid="44" grpId="6" animBg="1"/>
      <p:bldP spid="44" grpId="7" animBg="1"/>
      <p:bldP spid="44" grpId="8" animBg="1"/>
      <p:bldP spid="44" grpId="9" animBg="1"/>
      <p:bldP spid="44" grpId="10" animBg="1"/>
      <p:bldP spid="44" grpId="11" animBg="1"/>
      <p:bldP spid="44" grpId="12" animBg="1"/>
      <p:bldP spid="44" grpId="13" animBg="1"/>
      <p:bldP spid="44" grpId="14" animBg="1"/>
      <p:bldP spid="44" grpId="15" animBg="1"/>
      <p:bldP spid="44" grpId="16" animBg="1"/>
      <p:bldP spid="44" grpId="17" animBg="1"/>
      <p:bldP spid="44" grpId="18" animBg="1"/>
      <p:bldP spid="44" grpId="19" animBg="1"/>
      <p:bldP spid="44" grpId="20" animBg="1"/>
      <p:bldP spid="44" grpId="21" animBg="1"/>
      <p:bldP spid="44" grpId="22" animBg="1"/>
      <p:bldP spid="44" grpId="23" animBg="1"/>
      <p:bldP spid="44" grpId="24" animBg="1"/>
      <p:bldP spid="44" grpId="25" animBg="1"/>
      <p:bldP spid="44" grpId="26" animBg="1"/>
      <p:bldP spid="44" grpId="27" animBg="1"/>
      <p:bldP spid="44" grpId="28" animBg="1"/>
      <p:bldP spid="44" grpId="29" animBg="1"/>
      <p:bldP spid="44" grpId="30" animBg="1"/>
      <p:bldP spid="44" grpId="31" animBg="1"/>
      <p:bldP spid="44" grpId="32" animBg="1"/>
      <p:bldP spid="44" grpId="33" animBg="1"/>
      <p:bldP spid="44" grpId="34" animBg="1"/>
      <p:bldP spid="44" grpId="35" animBg="1"/>
      <p:bldP spid="44" grpId="36" animBg="1"/>
      <p:bldP spid="44" grpId="37" animBg="1"/>
      <p:bldP spid="44" grpId="38" animBg="1"/>
      <p:bldP spid="44" grpId="39" animBg="1"/>
      <p:bldP spid="44" grpId="40" animBg="1"/>
      <p:bldP spid="44" grpId="41" animBg="1"/>
      <p:bldP spid="44" grpId="42" animBg="1"/>
      <p:bldP spid="44" grpId="43" animBg="1"/>
      <p:bldP spid="44" grpId="44" animBg="1"/>
      <p:bldP spid="45" grpId="0" animBg="1"/>
      <p:bldP spid="45" grpId="1" animBg="1"/>
      <p:bldP spid="45" grpId="2" animBg="1"/>
      <p:bldP spid="45" grpId="3" animBg="1"/>
      <p:bldP spid="45" grpId="4" animBg="1"/>
      <p:bldP spid="45" grpId="5" animBg="1"/>
      <p:bldP spid="45" grpId="6" animBg="1"/>
      <p:bldP spid="45" grpId="7" animBg="1"/>
      <p:bldP spid="45" grpId="8" animBg="1"/>
      <p:bldP spid="45" grpId="9" animBg="1"/>
      <p:bldP spid="45" grpId="10" animBg="1"/>
      <p:bldP spid="45" grpId="11" animBg="1"/>
      <p:bldP spid="45" grpId="12" animBg="1"/>
      <p:bldP spid="45" grpId="13" animBg="1"/>
      <p:bldP spid="45" grpId="14" animBg="1"/>
      <p:bldP spid="45" grpId="15" animBg="1"/>
      <p:bldP spid="45" grpId="16" animBg="1"/>
      <p:bldP spid="45" grpId="17" animBg="1"/>
      <p:bldP spid="45" grpId="18" animBg="1"/>
      <p:bldP spid="45" grpId="19" animBg="1"/>
      <p:bldP spid="45" grpId="20" animBg="1"/>
      <p:bldP spid="45" grpId="21" animBg="1"/>
      <p:bldP spid="45" grpId="22" animBg="1"/>
      <p:bldP spid="45" grpId="23" animBg="1"/>
      <p:bldP spid="45" grpId="24" animBg="1"/>
      <p:bldP spid="45" grpId="25" animBg="1"/>
      <p:bldP spid="45" grpId="26" animBg="1"/>
      <p:bldP spid="45" grpId="27" animBg="1"/>
      <p:bldP spid="45" grpId="28" animBg="1"/>
      <p:bldP spid="45" grpId="29" animBg="1"/>
      <p:bldP spid="45" grpId="30" animBg="1"/>
      <p:bldP spid="45" grpId="31" animBg="1"/>
      <p:bldP spid="45" grpId="32" animBg="1"/>
      <p:bldP spid="45" grpId="33" animBg="1"/>
      <p:bldP spid="45" grpId="34" animBg="1"/>
      <p:bldP spid="45" grpId="35" animBg="1"/>
      <p:bldP spid="45" grpId="36" animBg="1"/>
      <p:bldP spid="45" grpId="37" animBg="1"/>
      <p:bldP spid="45" grpId="38" animBg="1"/>
      <p:bldP spid="45" grpId="39" animBg="1"/>
      <p:bldP spid="45" grpId="40" animBg="1"/>
      <p:bldP spid="45" grpId="41" animBg="1"/>
      <p:bldP spid="45" grpId="42" animBg="1"/>
      <p:bldP spid="45" grpId="43" animBg="1"/>
      <p:bldP spid="45" grpId="44" animBg="1"/>
      <p:bldP spid="46" grpId="0" animBg="1"/>
      <p:bldP spid="46" grpId="1" animBg="1"/>
      <p:bldP spid="46" grpId="2" animBg="1"/>
      <p:bldP spid="46" grpId="3" animBg="1"/>
      <p:bldP spid="46" grpId="4" animBg="1"/>
      <p:bldP spid="46" grpId="5" animBg="1"/>
      <p:bldP spid="46" grpId="6" animBg="1"/>
      <p:bldP spid="46" grpId="7" animBg="1"/>
      <p:bldP spid="46" grpId="8" animBg="1"/>
      <p:bldP spid="46" grpId="9" animBg="1"/>
      <p:bldP spid="46" grpId="10" animBg="1"/>
      <p:bldP spid="46" grpId="11" animBg="1"/>
      <p:bldP spid="46" grpId="12" animBg="1"/>
      <p:bldP spid="46" grpId="13" animBg="1"/>
      <p:bldP spid="46" grpId="14" animBg="1"/>
      <p:bldP spid="46" grpId="15" animBg="1"/>
      <p:bldP spid="46" grpId="16" animBg="1"/>
      <p:bldP spid="46" grpId="17" animBg="1"/>
      <p:bldP spid="46" grpId="18" animBg="1"/>
      <p:bldP spid="46" grpId="19" animBg="1"/>
      <p:bldP spid="46" grpId="20" animBg="1"/>
      <p:bldP spid="46" grpId="21" animBg="1"/>
      <p:bldP spid="46" grpId="22" animBg="1"/>
      <p:bldP spid="46" grpId="23" animBg="1"/>
      <p:bldP spid="46" grpId="24" animBg="1"/>
      <p:bldP spid="46" grpId="25" animBg="1"/>
      <p:bldP spid="46" grpId="26" animBg="1"/>
      <p:bldP spid="46" grpId="27" animBg="1"/>
      <p:bldP spid="46" grpId="28" animBg="1"/>
      <p:bldP spid="46" grpId="29" animBg="1"/>
      <p:bldP spid="46" grpId="30" animBg="1"/>
      <p:bldP spid="46" grpId="31" animBg="1"/>
      <p:bldP spid="46" grpId="32" animBg="1"/>
      <p:bldP spid="46" grpId="33" animBg="1"/>
      <p:bldP spid="46" grpId="34" animBg="1"/>
      <p:bldP spid="46" grpId="35" animBg="1"/>
      <p:bldP spid="46" grpId="36" animBg="1"/>
      <p:bldP spid="46" grpId="37" animBg="1"/>
      <p:bldP spid="46" grpId="38" animBg="1"/>
      <p:bldP spid="46" grpId="39" animBg="1"/>
      <p:bldP spid="46" grpId="40" animBg="1"/>
      <p:bldP spid="46" grpId="41" animBg="1"/>
      <p:bldP spid="46" grpId="42" animBg="1"/>
      <p:bldP spid="46" grpId="43" animBg="1"/>
      <p:bldP spid="46" grpId="44" animBg="1"/>
      <p:bldP spid="47" grpId="0" animBg="1"/>
      <p:bldP spid="47" grpId="1" animBg="1"/>
      <p:bldP spid="47" grpId="2" animBg="1"/>
      <p:bldP spid="47" grpId="3" animBg="1"/>
      <p:bldP spid="47" grpId="4" animBg="1"/>
      <p:bldP spid="47" grpId="5" animBg="1"/>
      <p:bldP spid="47" grpId="6" animBg="1"/>
      <p:bldP spid="47" grpId="7" animBg="1"/>
      <p:bldP spid="47" grpId="8" animBg="1"/>
      <p:bldP spid="47" grpId="9" animBg="1"/>
      <p:bldP spid="47" grpId="10" animBg="1"/>
      <p:bldP spid="47" grpId="11" animBg="1"/>
      <p:bldP spid="47" grpId="12" animBg="1"/>
      <p:bldP spid="47" grpId="13" animBg="1"/>
      <p:bldP spid="47" grpId="14" animBg="1"/>
      <p:bldP spid="47" grpId="15" animBg="1"/>
      <p:bldP spid="47" grpId="16" animBg="1"/>
      <p:bldP spid="47" grpId="17" animBg="1"/>
      <p:bldP spid="47" grpId="18" animBg="1"/>
      <p:bldP spid="47" grpId="19" animBg="1"/>
      <p:bldP spid="47" grpId="20" animBg="1"/>
      <p:bldP spid="47" grpId="21" animBg="1"/>
      <p:bldP spid="47" grpId="22" animBg="1"/>
      <p:bldP spid="47" grpId="23" animBg="1"/>
      <p:bldP spid="47" grpId="24" animBg="1"/>
      <p:bldP spid="47" grpId="25" animBg="1"/>
      <p:bldP spid="47" grpId="26" animBg="1"/>
      <p:bldP spid="47" grpId="27" animBg="1"/>
      <p:bldP spid="47" grpId="28" animBg="1"/>
      <p:bldP spid="47" grpId="29" animBg="1"/>
      <p:bldP spid="47" grpId="30" animBg="1"/>
      <p:bldP spid="47" grpId="31" animBg="1"/>
      <p:bldP spid="47" grpId="32" animBg="1"/>
      <p:bldP spid="47" grpId="33" animBg="1"/>
      <p:bldP spid="47" grpId="34" animBg="1"/>
      <p:bldP spid="47" grpId="35" animBg="1"/>
      <p:bldP spid="47" grpId="36" animBg="1"/>
      <p:bldP spid="47" grpId="37" animBg="1"/>
      <p:bldP spid="47" grpId="38" animBg="1"/>
      <p:bldP spid="47" grpId="39" animBg="1"/>
      <p:bldP spid="47" grpId="40" animBg="1"/>
      <p:bldP spid="47" grpId="41" animBg="1"/>
      <p:bldP spid="47" grpId="42" animBg="1"/>
      <p:bldP spid="47" grpId="43" animBg="1"/>
      <p:bldP spid="47" grpId="44" animBg="1"/>
      <p:bldP spid="48" grpId="0" animBg="1"/>
      <p:bldP spid="48" grpId="1" animBg="1"/>
      <p:bldP spid="48" grpId="2" animBg="1"/>
      <p:bldP spid="48" grpId="3" animBg="1"/>
      <p:bldP spid="48" grpId="4" animBg="1"/>
      <p:bldP spid="48" grpId="5" animBg="1"/>
      <p:bldP spid="48" grpId="6" animBg="1"/>
      <p:bldP spid="48" grpId="7" animBg="1"/>
      <p:bldP spid="48" grpId="8" animBg="1"/>
      <p:bldP spid="48" grpId="9" animBg="1"/>
      <p:bldP spid="48" grpId="10" animBg="1"/>
      <p:bldP spid="48" grpId="11" animBg="1"/>
      <p:bldP spid="48" grpId="12" animBg="1"/>
      <p:bldP spid="48" grpId="13" animBg="1"/>
      <p:bldP spid="48" grpId="14" animBg="1"/>
      <p:bldP spid="48" grpId="15" animBg="1"/>
      <p:bldP spid="48" grpId="16" animBg="1"/>
      <p:bldP spid="48" grpId="17" animBg="1"/>
      <p:bldP spid="48" grpId="18" animBg="1"/>
      <p:bldP spid="48" grpId="19" animBg="1"/>
      <p:bldP spid="48" grpId="20" animBg="1"/>
      <p:bldP spid="48" grpId="21" animBg="1"/>
      <p:bldP spid="48" grpId="22" animBg="1"/>
      <p:bldP spid="48" grpId="23" animBg="1"/>
      <p:bldP spid="48" grpId="24" animBg="1"/>
      <p:bldP spid="48" grpId="25" animBg="1"/>
      <p:bldP spid="48" grpId="26" animBg="1"/>
      <p:bldP spid="48" grpId="27" animBg="1"/>
      <p:bldP spid="48" grpId="28" animBg="1"/>
      <p:bldP spid="48" grpId="29" animBg="1"/>
      <p:bldP spid="48" grpId="30" animBg="1"/>
      <p:bldP spid="48" grpId="31" animBg="1"/>
      <p:bldP spid="48" grpId="32" animBg="1"/>
      <p:bldP spid="48" grpId="33" animBg="1"/>
      <p:bldP spid="48" grpId="34" animBg="1"/>
      <p:bldP spid="48" grpId="35" animBg="1"/>
      <p:bldP spid="48" grpId="36" animBg="1"/>
      <p:bldP spid="48" grpId="37" animBg="1"/>
      <p:bldP spid="48" grpId="38" animBg="1"/>
      <p:bldP spid="48" grpId="39" animBg="1"/>
      <p:bldP spid="48" grpId="40" animBg="1"/>
      <p:bldP spid="48" grpId="41" animBg="1"/>
      <p:bldP spid="48" grpId="42" animBg="1"/>
      <p:bldP spid="48" grpId="43" animBg="1"/>
      <p:bldP spid="48" grpId="44" animBg="1"/>
      <p:bldP spid="48" grpId="45" animBg="1"/>
      <p:bldP spid="49" grpId="0" animBg="1"/>
      <p:bldP spid="49" grpId="1" animBg="1"/>
      <p:bldP spid="49" grpId="2" animBg="1"/>
      <p:bldP spid="49" grpId="3" animBg="1"/>
      <p:bldP spid="49" grpId="4" animBg="1"/>
      <p:bldP spid="49" grpId="5" animBg="1"/>
      <p:bldP spid="49" grpId="6" animBg="1"/>
      <p:bldP spid="49" grpId="7" animBg="1"/>
      <p:bldP spid="49" grpId="8" animBg="1"/>
      <p:bldP spid="49" grpId="9" animBg="1"/>
      <p:bldP spid="49" grpId="10" animBg="1"/>
      <p:bldP spid="49" grpId="11" animBg="1"/>
      <p:bldP spid="49" grpId="12" animBg="1"/>
      <p:bldP spid="49" grpId="13" animBg="1"/>
      <p:bldP spid="49" grpId="14" animBg="1"/>
      <p:bldP spid="49" grpId="15" animBg="1"/>
      <p:bldP spid="49" grpId="16" animBg="1"/>
      <p:bldP spid="49" grpId="17" animBg="1"/>
      <p:bldP spid="49" grpId="18" animBg="1"/>
      <p:bldP spid="49" grpId="19" animBg="1"/>
      <p:bldP spid="49" grpId="20" animBg="1"/>
      <p:bldP spid="49" grpId="21" animBg="1"/>
      <p:bldP spid="49" grpId="22" animBg="1"/>
      <p:bldP spid="49" grpId="23" animBg="1"/>
      <p:bldP spid="49" grpId="24" animBg="1"/>
      <p:bldP spid="49" grpId="25" animBg="1"/>
      <p:bldP spid="49" grpId="26" animBg="1"/>
      <p:bldP spid="49" grpId="27" animBg="1"/>
      <p:bldP spid="49" grpId="28" animBg="1"/>
      <p:bldP spid="49" grpId="29" animBg="1"/>
      <p:bldP spid="49" grpId="30" animBg="1"/>
      <p:bldP spid="49" grpId="31" animBg="1"/>
      <p:bldP spid="49" grpId="32" animBg="1"/>
      <p:bldP spid="49" grpId="33" animBg="1"/>
      <p:bldP spid="49" grpId="34" animBg="1"/>
      <p:bldP spid="49" grpId="35" animBg="1"/>
      <p:bldP spid="49" grpId="36" animBg="1"/>
      <p:bldP spid="49" grpId="37" animBg="1"/>
      <p:bldP spid="49" grpId="38" animBg="1"/>
      <p:bldP spid="49" grpId="39" animBg="1"/>
      <p:bldP spid="49" grpId="40" animBg="1"/>
      <p:bldP spid="49" grpId="41" animBg="1"/>
      <p:bldP spid="49" grpId="42" animBg="1"/>
      <p:bldP spid="49" grpId="43" animBg="1"/>
      <p:bldP spid="49" grpId="44" animBg="1"/>
      <p:bldP spid="49" grpId="45" animBg="1"/>
      <p:bldP spid="50" grpId="0" animBg="1"/>
      <p:bldP spid="50" grpId="1" animBg="1"/>
      <p:bldP spid="50" grpId="2" animBg="1"/>
      <p:bldP spid="50" grpId="3" animBg="1"/>
      <p:bldP spid="50" grpId="4" animBg="1"/>
      <p:bldP spid="50" grpId="5" animBg="1"/>
      <p:bldP spid="50" grpId="6" animBg="1"/>
      <p:bldP spid="50" grpId="7" animBg="1"/>
      <p:bldP spid="50" grpId="8" animBg="1"/>
      <p:bldP spid="50" grpId="9" animBg="1"/>
      <p:bldP spid="50" grpId="10" animBg="1"/>
      <p:bldP spid="50" grpId="11" animBg="1"/>
      <p:bldP spid="50" grpId="12" animBg="1"/>
      <p:bldP spid="50" grpId="13" animBg="1"/>
      <p:bldP spid="50" grpId="14" animBg="1"/>
      <p:bldP spid="50" grpId="15" animBg="1"/>
      <p:bldP spid="50" grpId="16" animBg="1"/>
      <p:bldP spid="50" grpId="17" animBg="1"/>
      <p:bldP spid="50" grpId="18" animBg="1"/>
      <p:bldP spid="50" grpId="19" animBg="1"/>
      <p:bldP spid="50" grpId="20" animBg="1"/>
      <p:bldP spid="50" grpId="21" animBg="1"/>
      <p:bldP spid="50" grpId="22" animBg="1"/>
      <p:bldP spid="50" grpId="23" animBg="1"/>
      <p:bldP spid="50" grpId="24" animBg="1"/>
      <p:bldP spid="50" grpId="25" animBg="1"/>
      <p:bldP spid="50" grpId="26" animBg="1"/>
      <p:bldP spid="50" grpId="27" animBg="1"/>
      <p:bldP spid="50" grpId="28" animBg="1"/>
      <p:bldP spid="50" grpId="29" animBg="1"/>
      <p:bldP spid="50" grpId="30" animBg="1"/>
      <p:bldP spid="50" grpId="31" animBg="1"/>
      <p:bldP spid="50" grpId="32" animBg="1"/>
      <p:bldP spid="50" grpId="33" animBg="1"/>
      <p:bldP spid="50" grpId="34" animBg="1"/>
      <p:bldP spid="50" grpId="35" animBg="1"/>
      <p:bldP spid="50" grpId="36" animBg="1"/>
      <p:bldP spid="50" grpId="37" animBg="1"/>
      <p:bldP spid="50" grpId="38" animBg="1"/>
      <p:bldP spid="50" grpId="39" animBg="1"/>
      <p:bldP spid="50" grpId="40" animBg="1"/>
      <p:bldP spid="50" grpId="41" animBg="1"/>
      <p:bldP spid="50" grpId="42" animBg="1"/>
      <p:bldP spid="50" grpId="43" animBg="1"/>
      <p:bldP spid="50" grpId="44" animBg="1"/>
      <p:bldP spid="50" grpId="45" animBg="1"/>
      <p:bldP spid="51" grpId="0" animBg="1"/>
      <p:bldP spid="51" grpId="1" animBg="1"/>
      <p:bldP spid="51" grpId="2" animBg="1"/>
      <p:bldP spid="51" grpId="3" animBg="1"/>
      <p:bldP spid="51" grpId="4" animBg="1"/>
      <p:bldP spid="51" grpId="5" animBg="1"/>
      <p:bldP spid="51" grpId="6" animBg="1"/>
      <p:bldP spid="51" grpId="7" animBg="1"/>
      <p:bldP spid="51" grpId="8" animBg="1"/>
      <p:bldP spid="51" grpId="9" animBg="1"/>
      <p:bldP spid="51" grpId="10" animBg="1"/>
      <p:bldP spid="51" grpId="11" animBg="1"/>
      <p:bldP spid="51" grpId="12" animBg="1"/>
      <p:bldP spid="51" grpId="13" animBg="1"/>
      <p:bldP spid="51" grpId="14" animBg="1"/>
      <p:bldP spid="51" grpId="15" animBg="1"/>
      <p:bldP spid="51" grpId="16" animBg="1"/>
      <p:bldP spid="51" grpId="17" animBg="1"/>
      <p:bldP spid="51" grpId="18" animBg="1"/>
      <p:bldP spid="51" grpId="19" animBg="1"/>
      <p:bldP spid="51" grpId="20" animBg="1"/>
      <p:bldP spid="51" grpId="21" animBg="1"/>
      <p:bldP spid="51" grpId="22" animBg="1"/>
      <p:bldP spid="51" grpId="23" animBg="1"/>
      <p:bldP spid="51" grpId="24" animBg="1"/>
      <p:bldP spid="51" grpId="25" animBg="1"/>
      <p:bldP spid="51" grpId="26" animBg="1"/>
      <p:bldP spid="51" grpId="27" animBg="1"/>
      <p:bldP spid="51" grpId="28" animBg="1"/>
      <p:bldP spid="51" grpId="29" animBg="1"/>
      <p:bldP spid="51" grpId="30" animBg="1"/>
      <p:bldP spid="51" grpId="31" animBg="1"/>
      <p:bldP spid="51" grpId="32" animBg="1"/>
      <p:bldP spid="51" grpId="33" animBg="1"/>
      <p:bldP spid="51" grpId="34" animBg="1"/>
      <p:bldP spid="51" grpId="35" animBg="1"/>
      <p:bldP spid="51" grpId="36" animBg="1"/>
      <p:bldP spid="51" grpId="37" animBg="1"/>
      <p:bldP spid="51" grpId="38" animBg="1"/>
      <p:bldP spid="51" grpId="39" animBg="1"/>
      <p:bldP spid="51" grpId="40" animBg="1"/>
      <p:bldP spid="51" grpId="41" animBg="1"/>
      <p:bldP spid="51" grpId="42" animBg="1"/>
      <p:bldP spid="51" grpId="43" animBg="1"/>
      <p:bldP spid="51" grpId="44" animBg="1"/>
      <p:bldP spid="51" grpId="45" animBg="1"/>
      <p:bldP spid="52" grpId="0" animBg="1"/>
      <p:bldP spid="52" grpId="1" animBg="1"/>
      <p:bldP spid="52" grpId="2" animBg="1"/>
      <p:bldP spid="52" grpId="3" animBg="1"/>
      <p:bldP spid="52" grpId="4" animBg="1"/>
      <p:bldP spid="52" grpId="5" animBg="1"/>
      <p:bldP spid="52" grpId="6" animBg="1"/>
      <p:bldP spid="52" grpId="7" animBg="1"/>
      <p:bldP spid="52" grpId="8" animBg="1"/>
      <p:bldP spid="52" grpId="9" animBg="1"/>
      <p:bldP spid="52" grpId="10" animBg="1"/>
      <p:bldP spid="52" grpId="11" animBg="1"/>
      <p:bldP spid="52" grpId="12" animBg="1"/>
      <p:bldP spid="52" grpId="13" animBg="1"/>
      <p:bldP spid="52" grpId="14" animBg="1"/>
      <p:bldP spid="52" grpId="15" animBg="1"/>
      <p:bldP spid="52" grpId="16" animBg="1"/>
      <p:bldP spid="52" grpId="17" animBg="1"/>
      <p:bldP spid="52" grpId="18" animBg="1"/>
      <p:bldP spid="52" grpId="19" animBg="1"/>
      <p:bldP spid="52" grpId="20" animBg="1"/>
      <p:bldP spid="52" grpId="21" animBg="1"/>
      <p:bldP spid="52" grpId="22" animBg="1"/>
      <p:bldP spid="52" grpId="23" animBg="1"/>
      <p:bldP spid="52" grpId="24" animBg="1"/>
      <p:bldP spid="52" grpId="25" animBg="1"/>
      <p:bldP spid="52" grpId="26" animBg="1"/>
      <p:bldP spid="52" grpId="27" animBg="1"/>
      <p:bldP spid="52" grpId="28" animBg="1"/>
      <p:bldP spid="52" grpId="29" animBg="1"/>
      <p:bldP spid="52" grpId="30" animBg="1"/>
      <p:bldP spid="52" grpId="31" animBg="1"/>
      <p:bldP spid="52" grpId="32" animBg="1"/>
      <p:bldP spid="52" grpId="33" animBg="1"/>
      <p:bldP spid="52" grpId="34" animBg="1"/>
      <p:bldP spid="52" grpId="35" animBg="1"/>
      <p:bldP spid="52" grpId="36" animBg="1"/>
      <p:bldP spid="52" grpId="37" animBg="1"/>
      <p:bldP spid="52" grpId="38" animBg="1"/>
      <p:bldP spid="52" grpId="39" animBg="1"/>
      <p:bldP spid="52" grpId="40" animBg="1"/>
      <p:bldP spid="52" grpId="41" animBg="1"/>
      <p:bldP spid="52" grpId="42" animBg="1"/>
      <p:bldP spid="52" grpId="43" animBg="1"/>
      <p:bldP spid="52" grpId="44" animBg="1"/>
      <p:bldP spid="52" grpId="45" animBg="1"/>
      <p:bldP spid="53" grpId="0" animBg="1"/>
      <p:bldP spid="53" grpId="1" animBg="1"/>
      <p:bldP spid="53" grpId="2" animBg="1"/>
      <p:bldP spid="53" grpId="3" animBg="1"/>
      <p:bldP spid="53" grpId="4" animBg="1"/>
      <p:bldP spid="53" grpId="5" animBg="1"/>
      <p:bldP spid="53" grpId="6" animBg="1"/>
      <p:bldP spid="53" grpId="7" animBg="1"/>
      <p:bldP spid="53" grpId="8" animBg="1"/>
      <p:bldP spid="53" grpId="9" animBg="1"/>
      <p:bldP spid="53" grpId="10" animBg="1"/>
      <p:bldP spid="53" grpId="11" animBg="1"/>
      <p:bldP spid="53" grpId="12" animBg="1"/>
      <p:bldP spid="53" grpId="13" animBg="1"/>
      <p:bldP spid="53" grpId="14" animBg="1"/>
      <p:bldP spid="53" grpId="15" animBg="1"/>
      <p:bldP spid="53" grpId="16" animBg="1"/>
      <p:bldP spid="53" grpId="17" animBg="1"/>
      <p:bldP spid="53" grpId="18" animBg="1"/>
      <p:bldP spid="53" grpId="19" animBg="1"/>
      <p:bldP spid="53" grpId="20" animBg="1"/>
      <p:bldP spid="53" grpId="21" animBg="1"/>
      <p:bldP spid="53" grpId="22" animBg="1"/>
      <p:bldP spid="53" grpId="23" animBg="1"/>
      <p:bldP spid="53" grpId="24" animBg="1"/>
      <p:bldP spid="53" grpId="25" animBg="1"/>
      <p:bldP spid="53" grpId="26" animBg="1"/>
      <p:bldP spid="53" grpId="27" animBg="1"/>
      <p:bldP spid="53" grpId="28" animBg="1"/>
      <p:bldP spid="53" grpId="29" animBg="1"/>
      <p:bldP spid="53" grpId="30" animBg="1"/>
      <p:bldP spid="53" grpId="31" animBg="1"/>
      <p:bldP spid="53" grpId="32" animBg="1"/>
      <p:bldP spid="53" grpId="33" animBg="1"/>
      <p:bldP spid="53" grpId="34" animBg="1"/>
      <p:bldP spid="53" grpId="35" animBg="1"/>
      <p:bldP spid="53" grpId="36" animBg="1"/>
      <p:bldP spid="53" grpId="37" animBg="1"/>
      <p:bldP spid="53" grpId="38" animBg="1"/>
      <p:bldP spid="53" grpId="39" animBg="1"/>
      <p:bldP spid="53" grpId="40" animBg="1"/>
      <p:bldP spid="53" grpId="41" animBg="1"/>
      <p:bldP spid="53" grpId="42" animBg="1"/>
      <p:bldP spid="53" grpId="43" animBg="1"/>
      <p:bldP spid="53" grpId="44" animBg="1"/>
      <p:bldP spid="53" grpId="45" animBg="1"/>
      <p:bldP spid="54" grpId="0" animBg="1"/>
      <p:bldP spid="54" grpId="1" animBg="1"/>
      <p:bldP spid="54" grpId="2" animBg="1"/>
      <p:bldP spid="54" grpId="3" animBg="1"/>
      <p:bldP spid="54" grpId="4" animBg="1"/>
      <p:bldP spid="54" grpId="5" animBg="1"/>
      <p:bldP spid="54" grpId="6" animBg="1"/>
      <p:bldP spid="54" grpId="7" animBg="1"/>
      <p:bldP spid="54" grpId="8" animBg="1"/>
      <p:bldP spid="54" grpId="9" animBg="1"/>
      <p:bldP spid="54" grpId="10" animBg="1"/>
      <p:bldP spid="54" grpId="11" animBg="1"/>
      <p:bldP spid="54" grpId="12" animBg="1"/>
      <p:bldP spid="54" grpId="13" animBg="1"/>
      <p:bldP spid="54" grpId="14" animBg="1"/>
      <p:bldP spid="54" grpId="15" animBg="1"/>
      <p:bldP spid="54" grpId="16" animBg="1"/>
      <p:bldP spid="54" grpId="17" animBg="1"/>
      <p:bldP spid="54" grpId="18" animBg="1"/>
      <p:bldP spid="54" grpId="19" animBg="1"/>
      <p:bldP spid="54" grpId="20" animBg="1"/>
      <p:bldP spid="54" grpId="21" animBg="1"/>
      <p:bldP spid="54" grpId="22" animBg="1"/>
      <p:bldP spid="54" grpId="23" animBg="1"/>
      <p:bldP spid="54" grpId="24" animBg="1"/>
      <p:bldP spid="54" grpId="25" animBg="1"/>
      <p:bldP spid="54" grpId="26" animBg="1"/>
      <p:bldP spid="54" grpId="27" animBg="1"/>
      <p:bldP spid="54" grpId="28" animBg="1"/>
      <p:bldP spid="54" grpId="29" animBg="1"/>
      <p:bldP spid="54" grpId="30" animBg="1"/>
      <p:bldP spid="54" grpId="31" animBg="1"/>
      <p:bldP spid="54" grpId="32" animBg="1"/>
      <p:bldP spid="54" grpId="33" animBg="1"/>
      <p:bldP spid="54" grpId="34" animBg="1"/>
      <p:bldP spid="54" grpId="35" animBg="1"/>
      <p:bldP spid="54" grpId="36" animBg="1"/>
      <p:bldP spid="54" grpId="37" animBg="1"/>
      <p:bldP spid="54" grpId="38" animBg="1"/>
      <p:bldP spid="54" grpId="39" animBg="1"/>
      <p:bldP spid="54" grpId="40" animBg="1"/>
      <p:bldP spid="54" grpId="41" animBg="1"/>
      <p:bldP spid="54" grpId="42" animBg="1"/>
      <p:bldP spid="54" grpId="43" animBg="1"/>
      <p:bldP spid="54" grpId="44" animBg="1"/>
      <p:bldP spid="55" grpId="0" animBg="1"/>
      <p:bldP spid="55" grpId="1" animBg="1"/>
      <p:bldP spid="55" grpId="2" animBg="1"/>
      <p:bldP spid="55" grpId="3" animBg="1"/>
      <p:bldP spid="55" grpId="4" animBg="1"/>
      <p:bldP spid="55" grpId="5" animBg="1"/>
      <p:bldP spid="55" grpId="6" animBg="1"/>
      <p:bldP spid="55" grpId="7" animBg="1"/>
      <p:bldP spid="55" grpId="8" animBg="1"/>
      <p:bldP spid="55" grpId="9" animBg="1"/>
      <p:bldP spid="55" grpId="10" animBg="1"/>
      <p:bldP spid="55" grpId="11" animBg="1"/>
      <p:bldP spid="55" grpId="12" animBg="1"/>
      <p:bldP spid="55" grpId="13" animBg="1"/>
      <p:bldP spid="55" grpId="14" animBg="1"/>
      <p:bldP spid="55" grpId="15" animBg="1"/>
      <p:bldP spid="55" grpId="16" animBg="1"/>
      <p:bldP spid="55" grpId="17" animBg="1"/>
      <p:bldP spid="55" grpId="18" animBg="1"/>
      <p:bldP spid="55" grpId="19" animBg="1"/>
      <p:bldP spid="55" grpId="20" animBg="1"/>
      <p:bldP spid="55" grpId="21" animBg="1"/>
      <p:bldP spid="55" grpId="22" animBg="1"/>
      <p:bldP spid="55" grpId="23" animBg="1"/>
      <p:bldP spid="55" grpId="24" animBg="1"/>
      <p:bldP spid="55" grpId="25" animBg="1"/>
      <p:bldP spid="55" grpId="26" animBg="1"/>
      <p:bldP spid="55" grpId="27" animBg="1"/>
      <p:bldP spid="55" grpId="28" animBg="1"/>
      <p:bldP spid="55" grpId="29" animBg="1"/>
      <p:bldP spid="55" grpId="30" animBg="1"/>
      <p:bldP spid="55" grpId="31" animBg="1"/>
      <p:bldP spid="55" grpId="32" animBg="1"/>
      <p:bldP spid="55" grpId="33" animBg="1"/>
      <p:bldP spid="55" grpId="34" animBg="1"/>
      <p:bldP spid="55" grpId="35" animBg="1"/>
      <p:bldP spid="55" grpId="36" animBg="1"/>
      <p:bldP spid="55" grpId="37" animBg="1"/>
      <p:bldP spid="55" grpId="38" animBg="1"/>
      <p:bldP spid="55" grpId="39" animBg="1"/>
      <p:bldP spid="55" grpId="40" animBg="1"/>
      <p:bldP spid="55" grpId="41" animBg="1"/>
      <p:bldP spid="55" grpId="42" animBg="1"/>
      <p:bldP spid="55" grpId="43" animBg="1"/>
      <p:bldP spid="55" grpId="44" animBg="1"/>
      <p:bldP spid="56" grpId="0" animBg="1"/>
      <p:bldP spid="56" grpId="1" animBg="1"/>
      <p:bldP spid="56" grpId="2" animBg="1"/>
      <p:bldP spid="56" grpId="3" animBg="1"/>
      <p:bldP spid="56" grpId="4" animBg="1"/>
      <p:bldP spid="56" grpId="5" animBg="1"/>
      <p:bldP spid="56" grpId="6" animBg="1"/>
      <p:bldP spid="56" grpId="7" animBg="1"/>
      <p:bldP spid="56" grpId="8" animBg="1"/>
      <p:bldP spid="56" grpId="9" animBg="1"/>
      <p:bldP spid="56" grpId="10" animBg="1"/>
      <p:bldP spid="56" grpId="11" animBg="1"/>
      <p:bldP spid="56" grpId="12" animBg="1"/>
      <p:bldP spid="56" grpId="13" animBg="1"/>
      <p:bldP spid="56" grpId="14" animBg="1"/>
      <p:bldP spid="56" grpId="15" animBg="1"/>
      <p:bldP spid="56" grpId="16" animBg="1"/>
      <p:bldP spid="56" grpId="17" animBg="1"/>
      <p:bldP spid="56" grpId="18" animBg="1"/>
      <p:bldP spid="56" grpId="19" animBg="1"/>
      <p:bldP spid="56" grpId="20" animBg="1"/>
      <p:bldP spid="56" grpId="21" animBg="1"/>
      <p:bldP spid="56" grpId="22" animBg="1"/>
      <p:bldP spid="56" grpId="23" animBg="1"/>
      <p:bldP spid="56" grpId="24" animBg="1"/>
      <p:bldP spid="56" grpId="25" animBg="1"/>
      <p:bldP spid="56" grpId="26" animBg="1"/>
      <p:bldP spid="56" grpId="27" animBg="1"/>
      <p:bldP spid="56" grpId="28" animBg="1"/>
      <p:bldP spid="56" grpId="29" animBg="1"/>
      <p:bldP spid="56" grpId="30" animBg="1"/>
      <p:bldP spid="56" grpId="31" animBg="1"/>
      <p:bldP spid="56" grpId="32" animBg="1"/>
      <p:bldP spid="56" grpId="33" animBg="1"/>
      <p:bldP spid="56" grpId="34" animBg="1"/>
      <p:bldP spid="56" grpId="35" animBg="1"/>
      <p:bldP spid="56" grpId="36" animBg="1"/>
      <p:bldP spid="56" grpId="37" animBg="1"/>
      <p:bldP spid="56" grpId="38" animBg="1"/>
      <p:bldP spid="56" grpId="39" animBg="1"/>
      <p:bldP spid="56" grpId="40" animBg="1"/>
      <p:bldP spid="56" grpId="41" animBg="1"/>
      <p:bldP spid="56" grpId="42" animBg="1"/>
      <p:bldP spid="56" grpId="43" animBg="1"/>
      <p:bldP spid="56" grpId="44" animBg="1"/>
      <p:bldP spid="57" grpId="0" animBg="1"/>
      <p:bldP spid="57" grpId="1" animBg="1"/>
      <p:bldP spid="57" grpId="2" animBg="1"/>
      <p:bldP spid="57" grpId="3" animBg="1"/>
      <p:bldP spid="57" grpId="4" animBg="1"/>
      <p:bldP spid="57" grpId="5" animBg="1"/>
      <p:bldP spid="57" grpId="6" animBg="1"/>
      <p:bldP spid="57" grpId="7" animBg="1"/>
      <p:bldP spid="57" grpId="8" animBg="1"/>
      <p:bldP spid="57" grpId="9" animBg="1"/>
      <p:bldP spid="57" grpId="10" animBg="1"/>
      <p:bldP spid="57" grpId="11" animBg="1"/>
      <p:bldP spid="57" grpId="12" animBg="1"/>
      <p:bldP spid="57" grpId="13" animBg="1"/>
      <p:bldP spid="57" grpId="14" animBg="1"/>
      <p:bldP spid="57" grpId="15" animBg="1"/>
      <p:bldP spid="57" grpId="16" animBg="1"/>
      <p:bldP spid="57" grpId="17" animBg="1"/>
      <p:bldP spid="57" grpId="18" animBg="1"/>
      <p:bldP spid="57" grpId="19" animBg="1"/>
      <p:bldP spid="57" grpId="20" animBg="1"/>
      <p:bldP spid="57" grpId="21" animBg="1"/>
      <p:bldP spid="57" grpId="22" animBg="1"/>
      <p:bldP spid="57" grpId="23" animBg="1"/>
      <p:bldP spid="57" grpId="24" animBg="1"/>
      <p:bldP spid="57" grpId="25" animBg="1"/>
      <p:bldP spid="57" grpId="26" animBg="1"/>
      <p:bldP spid="57" grpId="27" animBg="1"/>
      <p:bldP spid="57" grpId="28" animBg="1"/>
      <p:bldP spid="57" grpId="29" animBg="1"/>
      <p:bldP spid="57" grpId="30" animBg="1"/>
      <p:bldP spid="57" grpId="31" animBg="1"/>
      <p:bldP spid="57" grpId="32" animBg="1"/>
      <p:bldP spid="57" grpId="33" animBg="1"/>
      <p:bldP spid="57" grpId="34" animBg="1"/>
      <p:bldP spid="57" grpId="35" animBg="1"/>
      <p:bldP spid="57" grpId="36" animBg="1"/>
      <p:bldP spid="57" grpId="37" animBg="1"/>
      <p:bldP spid="57" grpId="38" animBg="1"/>
      <p:bldP spid="57" grpId="39" animBg="1"/>
      <p:bldP spid="57" grpId="40" animBg="1"/>
      <p:bldP spid="57" grpId="41" animBg="1"/>
      <p:bldP spid="57" grpId="42" animBg="1"/>
      <p:bldP spid="57" grpId="43" animBg="1"/>
      <p:bldP spid="57" grpId="44" animBg="1"/>
      <p:bldP spid="58" grpId="0" animBg="1"/>
      <p:bldP spid="58" grpId="1" animBg="1"/>
      <p:bldP spid="58" grpId="2" animBg="1"/>
      <p:bldP spid="58" grpId="3" animBg="1"/>
      <p:bldP spid="58" grpId="4" animBg="1"/>
      <p:bldP spid="58" grpId="5" animBg="1"/>
      <p:bldP spid="58" grpId="6" animBg="1"/>
      <p:bldP spid="58" grpId="7" animBg="1"/>
      <p:bldP spid="58" grpId="8" animBg="1"/>
      <p:bldP spid="58" grpId="9" animBg="1"/>
      <p:bldP spid="58" grpId="10" animBg="1"/>
      <p:bldP spid="58" grpId="11" animBg="1"/>
      <p:bldP spid="58" grpId="12" animBg="1"/>
      <p:bldP spid="58" grpId="13" animBg="1"/>
      <p:bldP spid="58" grpId="14" animBg="1"/>
      <p:bldP spid="58" grpId="15" animBg="1"/>
      <p:bldP spid="58" grpId="16" animBg="1"/>
      <p:bldP spid="58" grpId="17" animBg="1"/>
      <p:bldP spid="58" grpId="18" animBg="1"/>
      <p:bldP spid="58" grpId="19" animBg="1"/>
      <p:bldP spid="58" grpId="20" animBg="1"/>
      <p:bldP spid="58" grpId="21" animBg="1"/>
      <p:bldP spid="58" grpId="22" animBg="1"/>
      <p:bldP spid="58" grpId="23" animBg="1"/>
      <p:bldP spid="58" grpId="24" animBg="1"/>
      <p:bldP spid="58" grpId="25" animBg="1"/>
      <p:bldP spid="58" grpId="26" animBg="1"/>
      <p:bldP spid="58" grpId="27" animBg="1"/>
      <p:bldP spid="58" grpId="28" animBg="1"/>
      <p:bldP spid="58" grpId="29" animBg="1"/>
      <p:bldP spid="58" grpId="30" animBg="1"/>
      <p:bldP spid="58" grpId="31" animBg="1"/>
      <p:bldP spid="58" grpId="32" animBg="1"/>
      <p:bldP spid="58" grpId="33" animBg="1"/>
      <p:bldP spid="58" grpId="34" animBg="1"/>
      <p:bldP spid="58" grpId="35" animBg="1"/>
      <p:bldP spid="58" grpId="36" animBg="1"/>
      <p:bldP spid="58" grpId="37" animBg="1"/>
      <p:bldP spid="58" grpId="38" animBg="1"/>
      <p:bldP spid="58" grpId="39" animBg="1"/>
      <p:bldP spid="58" grpId="40" animBg="1"/>
      <p:bldP spid="58" grpId="41" animBg="1"/>
      <p:bldP spid="59" grpId="0" animBg="1"/>
      <p:bldP spid="59" grpId="1" animBg="1"/>
      <p:bldP spid="59" grpId="2" animBg="1"/>
      <p:bldP spid="59" grpId="3" animBg="1"/>
      <p:bldP spid="59" grpId="4" animBg="1"/>
      <p:bldP spid="59" grpId="5" animBg="1"/>
      <p:bldP spid="59" grpId="6" animBg="1"/>
      <p:bldP spid="59" grpId="7" animBg="1"/>
      <p:bldP spid="59" grpId="8" animBg="1"/>
      <p:bldP spid="59" grpId="9" animBg="1"/>
      <p:bldP spid="59" grpId="10" animBg="1"/>
      <p:bldP spid="59" grpId="11" animBg="1"/>
      <p:bldP spid="59" grpId="12" animBg="1"/>
      <p:bldP spid="59" grpId="13" animBg="1"/>
      <p:bldP spid="59" grpId="14" animBg="1"/>
      <p:bldP spid="59" grpId="15" animBg="1"/>
      <p:bldP spid="59" grpId="16" animBg="1"/>
      <p:bldP spid="59" grpId="17" animBg="1"/>
      <p:bldP spid="59" grpId="18" animBg="1"/>
      <p:bldP spid="59" grpId="19" animBg="1"/>
      <p:bldP spid="59" grpId="20" animBg="1"/>
      <p:bldP spid="59" grpId="21" animBg="1"/>
      <p:bldP spid="59" grpId="22" animBg="1"/>
      <p:bldP spid="59" grpId="23" animBg="1"/>
      <p:bldP spid="59" grpId="24" animBg="1"/>
      <p:bldP spid="59" grpId="25" animBg="1"/>
      <p:bldP spid="59" grpId="26" animBg="1"/>
      <p:bldP spid="59" grpId="27" animBg="1"/>
      <p:bldP spid="59" grpId="28" animBg="1"/>
      <p:bldP spid="59" grpId="29" animBg="1"/>
      <p:bldP spid="59" grpId="30" animBg="1"/>
      <p:bldP spid="59" grpId="31" animBg="1"/>
      <p:bldP spid="59" grpId="32" animBg="1"/>
      <p:bldP spid="59" grpId="33" animBg="1"/>
      <p:bldP spid="59" grpId="34" animBg="1"/>
      <p:bldP spid="59" grpId="35" animBg="1"/>
      <p:bldP spid="59" grpId="36" animBg="1"/>
      <p:bldP spid="59" grpId="37" animBg="1"/>
      <p:bldP spid="59" grpId="38" animBg="1"/>
      <p:bldP spid="59" grpId="39" animBg="1"/>
      <p:bldP spid="59" grpId="40" animBg="1"/>
      <p:bldP spid="59" grpId="41" animBg="1"/>
      <p:bldP spid="59" grpId="42" animBg="1"/>
      <p:bldP spid="59" grpId="43" animBg="1"/>
    </p:bldLst>
  </p:timing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Bg:Blueprint_Canvas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>
            <a:gsLst>
              <a:gs pos="0">
                <a:srgbClr val="090D16"/>
              </a:gs>
              <a:gs pos="50000">
                <a:srgbClr val="111827"/>
              </a:gs>
              <a:gs pos="100000">
                <a:srgbClr val="0B132B"/>
              </a:gs>
            </a:gsLst>
            <a:lin ang="5400000" scaled="1"/>
          </a:gradFill>
          <a:ln w="0">
            <a:noFill/>
          </a:ln>
        </p:spPr>
        <p:style>
          <a:lnRef idx="0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itle:S3_Main"/>
          <p:cNvSpPr txBox="1"/>
          <p:nvPr/>
        </p:nvSpPr>
        <p:spPr>
          <a:xfrm>
            <a:off x="457200" y="237744"/>
            <a:ext cx="11247120" cy="40233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460" b="1">
                <a:solidFill>
                  <a:srgbClr val="F8FAFC"/>
                </a:solidFill>
                <a:latin typeface="DejaVu Sans"/>
              </a:rPr>
              <a:t>MÁY MÓC LINH KIỆN HOẠT ĐỘNG · ĐỘNG CƠ 4 KỲ (3.6s) &amp; BÁNH RĂNG ĂN KHỚP CÙNG MÔ-ĐUN (4.2s)</a:t>
            </a:r>
          </a:p>
        </p:txBody>
      </p:sp>
      <p:sp>
        <p:nvSpPr>
          <p:cNvPr id="4" name="Title:S3_Sub"/>
          <p:cNvSpPr txBox="1"/>
          <p:nvPr/>
        </p:nvSpPr>
        <p:spPr>
          <a:xfrm>
            <a:off x="457200" y="640080"/>
            <a:ext cx="11247120" cy="31089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960" b="0">
                <a:solidFill>
                  <a:srgbClr val="94A3B8"/>
                </a:solidFill>
                <a:latin typeface="DejaVu Sans"/>
              </a:rPr>
              <a:t>Trái: Động cơ cắt bổ 24 chi tiết (4 kỳ Nạp-Nén-Nổ-Xả, 3 vòng quay, 36 bước động học) · Phải: Chuỗi 5 bánh răng ăn khớp chuẩn mô-đun m = 0.068 in, lệch pha răng Δφ = π/N + Thanh răng đồng tốc</a:t>
            </a:r>
          </a:p>
        </p:txBody>
      </p:sp>
      <p:sp>
        <p:nvSpPr>
          <p:cNvPr id="5" name="Bg:Engine_Panel"/>
          <p:cNvSpPr/>
          <p:nvPr/>
        </p:nvSpPr>
        <p:spPr>
          <a:xfrm>
            <a:off x="457200" y="1078992"/>
            <a:ext cx="5074920" cy="5440680"/>
          </a:xfrm>
          <a:prstGeom prst="roundRect">
            <a:avLst/>
          </a:prstGeom>
          <a:solidFill>
            <a:srgbClr val="0F172A">
              <a:alpha val="90000"/>
            </a:srgbClr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Bg:Engine_Title"/>
          <p:cNvSpPr txBox="1"/>
          <p:nvPr/>
        </p:nvSpPr>
        <p:spPr>
          <a:xfrm>
            <a:off x="658368" y="1152144"/>
            <a:ext cx="4709160" cy="292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100" b="1">
                <a:solidFill>
                  <a:srgbClr val="F59E0B"/>
                </a:solidFill>
                <a:latin typeface="DejaVu Sans"/>
              </a:rPr>
              <a:t>I. ĐỘNG CƠ 4 KỲ CẮT BỔ (3.6s · 3 VÒNG QUAY · 36 BƯỚC)</a:t>
            </a:r>
          </a:p>
        </p:txBody>
      </p:sp>
      <p:sp>
        <p:nvSpPr>
          <p:cNvPr id="7" name="Bg:Manifold_Intake"/>
          <p:cNvSpPr/>
          <p:nvPr/>
        </p:nvSpPr>
        <p:spPr>
          <a:xfrm>
            <a:off x="1298448" y="1572768"/>
            <a:ext cx="868680" cy="292608"/>
          </a:xfrm>
          <a:prstGeom prst="roundRect">
            <a:avLst/>
          </a:prstGeom>
          <a:solidFill>
            <a:srgbClr val="0284C7">
              <a:alpha val="55000"/>
            </a:srgbClr>
          </a:solidFill>
          <a:ln w="0">
            <a:noFill/>
          </a:ln>
        </p:spPr>
        <p:style>
          <a:lnRef idx="0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Bg:Manifold_Exhaust"/>
          <p:cNvSpPr/>
          <p:nvPr/>
        </p:nvSpPr>
        <p:spPr>
          <a:xfrm>
            <a:off x="3867912" y="1572768"/>
            <a:ext cx="868680" cy="292608"/>
          </a:xfrm>
          <a:prstGeom prst="roundRect">
            <a:avLst/>
          </a:prstGeom>
          <a:solidFill>
            <a:srgbClr val="EA580C">
              <a:alpha val="55000"/>
            </a:srgbClr>
          </a:solidFill>
          <a:ln w="0">
            <a:noFill/>
          </a:ln>
        </p:spPr>
        <p:style>
          <a:lnRef idx="0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Bg:CoolingFin_L1"/>
          <p:cNvSpPr/>
          <p:nvPr/>
        </p:nvSpPr>
        <p:spPr>
          <a:xfrm>
            <a:off x="1627632" y="1847088"/>
            <a:ext cx="329184" cy="109728"/>
          </a:xfrm>
          <a:prstGeom prst="rect">
            <a:avLst/>
          </a:prstGeom>
          <a:solidFill>
            <a:srgbClr val="334155">
              <a:alpha val="92000"/>
            </a:srgbClr>
          </a:solidFill>
          <a:ln w="0">
            <a:noFill/>
          </a:ln>
        </p:spPr>
        <p:style>
          <a:lnRef idx="0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Bg:CoolingFin_R1"/>
          <p:cNvSpPr/>
          <p:nvPr/>
        </p:nvSpPr>
        <p:spPr>
          <a:xfrm>
            <a:off x="4078224" y="1847088"/>
            <a:ext cx="329184" cy="109728"/>
          </a:xfrm>
          <a:prstGeom prst="rect">
            <a:avLst/>
          </a:prstGeom>
          <a:solidFill>
            <a:srgbClr val="334155">
              <a:alpha val="92000"/>
            </a:srgbClr>
          </a:solidFill>
          <a:ln w="0">
            <a:noFill/>
          </a:ln>
        </p:spPr>
        <p:style>
          <a:lnRef idx="0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Bg:CoolingFin_L2"/>
          <p:cNvSpPr/>
          <p:nvPr/>
        </p:nvSpPr>
        <p:spPr>
          <a:xfrm>
            <a:off x="1627632" y="2231136"/>
            <a:ext cx="329184" cy="109728"/>
          </a:xfrm>
          <a:prstGeom prst="rect">
            <a:avLst/>
          </a:prstGeom>
          <a:solidFill>
            <a:srgbClr val="334155">
              <a:alpha val="92000"/>
            </a:srgbClr>
          </a:solidFill>
          <a:ln w="0">
            <a:noFill/>
          </a:ln>
        </p:spPr>
        <p:style>
          <a:lnRef idx="0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Bg:CoolingFin_R2"/>
          <p:cNvSpPr/>
          <p:nvPr/>
        </p:nvSpPr>
        <p:spPr>
          <a:xfrm>
            <a:off x="4078224" y="2231136"/>
            <a:ext cx="329184" cy="109728"/>
          </a:xfrm>
          <a:prstGeom prst="rect">
            <a:avLst/>
          </a:prstGeom>
          <a:solidFill>
            <a:srgbClr val="334155">
              <a:alpha val="92000"/>
            </a:srgbClr>
          </a:solidFill>
          <a:ln w="0">
            <a:noFill/>
          </a:ln>
        </p:spPr>
        <p:style>
          <a:lnRef idx="0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Bg:CoolingFin_L3"/>
          <p:cNvSpPr/>
          <p:nvPr/>
        </p:nvSpPr>
        <p:spPr>
          <a:xfrm>
            <a:off x="1627632" y="2615184"/>
            <a:ext cx="329184" cy="109728"/>
          </a:xfrm>
          <a:prstGeom prst="rect">
            <a:avLst/>
          </a:prstGeom>
          <a:solidFill>
            <a:srgbClr val="334155">
              <a:alpha val="92000"/>
            </a:srgbClr>
          </a:solidFill>
          <a:ln w="0">
            <a:noFill/>
          </a:ln>
        </p:spPr>
        <p:style>
          <a:lnRef idx="0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Bg:CoolingFin_R3"/>
          <p:cNvSpPr/>
          <p:nvPr/>
        </p:nvSpPr>
        <p:spPr>
          <a:xfrm>
            <a:off x="4078224" y="2615184"/>
            <a:ext cx="329184" cy="109728"/>
          </a:xfrm>
          <a:prstGeom prst="rect">
            <a:avLst/>
          </a:prstGeom>
          <a:solidFill>
            <a:srgbClr val="334155">
              <a:alpha val="92000"/>
            </a:srgbClr>
          </a:solidFill>
          <a:ln w="0">
            <a:noFill/>
          </a:ln>
        </p:spPr>
        <p:style>
          <a:lnRef idx="0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Bg:CoolingFin_L4"/>
          <p:cNvSpPr/>
          <p:nvPr/>
        </p:nvSpPr>
        <p:spPr>
          <a:xfrm>
            <a:off x="1627632" y="2999232"/>
            <a:ext cx="329184" cy="109728"/>
          </a:xfrm>
          <a:prstGeom prst="rect">
            <a:avLst/>
          </a:prstGeom>
          <a:solidFill>
            <a:srgbClr val="334155">
              <a:alpha val="92000"/>
            </a:srgbClr>
          </a:solidFill>
          <a:ln w="0">
            <a:noFill/>
          </a:ln>
        </p:spPr>
        <p:style>
          <a:lnRef idx="0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Bg:CoolingFin_R4"/>
          <p:cNvSpPr/>
          <p:nvPr/>
        </p:nvSpPr>
        <p:spPr>
          <a:xfrm>
            <a:off x="4078224" y="2999232"/>
            <a:ext cx="329184" cy="109728"/>
          </a:xfrm>
          <a:prstGeom prst="rect">
            <a:avLst/>
          </a:prstGeom>
          <a:solidFill>
            <a:srgbClr val="334155">
              <a:alpha val="92000"/>
            </a:srgbClr>
          </a:solidFill>
          <a:ln w="0">
            <a:noFill/>
          </a:ln>
        </p:spPr>
        <p:style>
          <a:lnRef idx="0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Bg:CoolingFin_L5"/>
          <p:cNvSpPr/>
          <p:nvPr/>
        </p:nvSpPr>
        <p:spPr>
          <a:xfrm>
            <a:off x="1627632" y="3383280"/>
            <a:ext cx="329184" cy="109728"/>
          </a:xfrm>
          <a:prstGeom prst="rect">
            <a:avLst/>
          </a:prstGeom>
          <a:solidFill>
            <a:srgbClr val="334155">
              <a:alpha val="92000"/>
            </a:srgbClr>
          </a:solidFill>
          <a:ln w="0">
            <a:noFill/>
          </a:ln>
        </p:spPr>
        <p:style>
          <a:lnRef idx="0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Bg:CoolingFin_R5"/>
          <p:cNvSpPr/>
          <p:nvPr/>
        </p:nvSpPr>
        <p:spPr>
          <a:xfrm>
            <a:off x="4078224" y="3383280"/>
            <a:ext cx="329184" cy="109728"/>
          </a:xfrm>
          <a:prstGeom prst="rect">
            <a:avLst/>
          </a:prstGeom>
          <a:solidFill>
            <a:srgbClr val="334155">
              <a:alpha val="92000"/>
            </a:srgbClr>
          </a:solidFill>
          <a:ln w="0">
            <a:noFill/>
          </a:ln>
        </p:spPr>
        <p:style>
          <a:lnRef idx="0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Bg:Cylinder_Block"/>
          <p:cNvSpPr/>
          <p:nvPr/>
        </p:nvSpPr>
        <p:spPr>
          <a:xfrm>
            <a:off x="1920240" y="1691640"/>
            <a:ext cx="2194560" cy="2359152"/>
          </a:xfrm>
          <a:prstGeom prst="roundRect">
            <a:avLst/>
          </a:prstGeom>
          <a:solidFill>
            <a:srgbClr val="1E293B">
              <a:alpha val="96000"/>
            </a:srgbClr>
          </a:solidFill>
          <a:ln w="25400">
            <a:solidFill>
              <a:srgbClr val="6474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Bg:SparkPlug_Insulator"/>
          <p:cNvSpPr/>
          <p:nvPr/>
        </p:nvSpPr>
        <p:spPr>
          <a:xfrm>
            <a:off x="2935224" y="1371600"/>
            <a:ext cx="164592" cy="384048"/>
          </a:xfrm>
          <a:prstGeom prst="rect">
            <a:avLst/>
          </a:prstGeom>
          <a:solidFill>
            <a:srgbClr val="F8FAFC">
              <a:alpha val="96000"/>
            </a:srgbClr>
          </a:solidFill>
          <a:ln w="1270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Engine:Chamber_Flame"/>
          <p:cNvSpPr/>
          <p:nvPr/>
        </p:nvSpPr>
        <p:spPr>
          <a:xfrm>
            <a:off x="2103120" y="1792224"/>
            <a:ext cx="1828800" cy="438912"/>
          </a:xfrm>
          <a:prstGeom prst="roundRect">
            <a:avLst/>
          </a:prstGeom>
          <a:solidFill>
            <a:srgbClr val="38BDF8">
              <a:alpha val="78000"/>
            </a:srgbClr>
          </a:solidFill>
          <a:ln w="1524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Engine:Valve_Intake"/>
          <p:cNvSpPr/>
          <p:nvPr/>
        </p:nvSpPr>
        <p:spPr>
          <a:xfrm>
            <a:off x="2304288" y="1536192"/>
            <a:ext cx="365760" cy="384048"/>
          </a:xfrm>
          <a:prstGeom prst="flowChartMerge">
            <a:avLst/>
          </a:prstGeom>
          <a:solidFill>
            <a:srgbClr val="38BDF8">
              <a:alpha val="98000"/>
            </a:srgbClr>
          </a:solidFill>
          <a:ln w="12700">
            <a:solidFill>
              <a:srgbClr val="E0F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Engine:Valve_Exhaust"/>
          <p:cNvSpPr/>
          <p:nvPr/>
        </p:nvSpPr>
        <p:spPr>
          <a:xfrm>
            <a:off x="3364992" y="1536192"/>
            <a:ext cx="365760" cy="384048"/>
          </a:xfrm>
          <a:prstGeom prst="flowChartMerge">
            <a:avLst/>
          </a:prstGeom>
          <a:solidFill>
            <a:srgbClr val="F97316">
              <a:alpha val="98000"/>
            </a:srgbClr>
          </a:solidFill>
          <a:ln w="12700">
            <a:solidFill>
              <a:srgbClr val="FFED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Engine:Crank_Wheel"/>
          <p:cNvSpPr/>
          <p:nvPr/>
        </p:nvSpPr>
        <p:spPr>
          <a:xfrm>
            <a:off x="2057400" y="4114800"/>
            <a:ext cx="1920240" cy="1920240"/>
          </a:xfrm>
          <a:custGeom>
            <a:avLst/>
            <a:gdLst/>
            <a:ahLst/>
            <a:cxnLst/>
            <a:rect l="0" t="0" r="r" b="b"/>
            <a:pathLst>
              <a:path w="1000" h="1000">
                <a:moveTo>
                  <a:pt x="897" y="437"/>
                </a:moveTo>
                <a:lnTo>
                  <a:pt x="900" y="458"/>
                </a:lnTo>
                <a:lnTo>
                  <a:pt x="950" y="469"/>
                </a:lnTo>
                <a:lnTo>
                  <a:pt x="992" y="483"/>
                </a:lnTo>
                <a:lnTo>
                  <a:pt x="992" y="517"/>
                </a:lnTo>
                <a:lnTo>
                  <a:pt x="950" y="531"/>
                </a:lnTo>
                <a:lnTo>
                  <a:pt x="900" y="542"/>
                </a:lnTo>
                <a:lnTo>
                  <a:pt x="897" y="563"/>
                </a:lnTo>
                <a:lnTo>
                  <a:pt x="893" y="584"/>
                </a:lnTo>
                <a:lnTo>
                  <a:pt x="938" y="610"/>
                </a:lnTo>
                <a:lnTo>
                  <a:pt x="973" y="636"/>
                </a:lnTo>
                <a:lnTo>
                  <a:pt x="962" y="668"/>
                </a:lnTo>
                <a:lnTo>
                  <a:pt x="919" y="669"/>
                </a:lnTo>
                <a:lnTo>
                  <a:pt x="867" y="663"/>
                </a:lnTo>
                <a:lnTo>
                  <a:pt x="858" y="682"/>
                </a:lnTo>
                <a:lnTo>
                  <a:pt x="848" y="701"/>
                </a:lnTo>
                <a:lnTo>
                  <a:pt x="883" y="739"/>
                </a:lnTo>
                <a:lnTo>
                  <a:pt x="908" y="775"/>
                </a:lnTo>
                <a:lnTo>
                  <a:pt x="888" y="803"/>
                </a:lnTo>
                <a:lnTo>
                  <a:pt x="846" y="790"/>
                </a:lnTo>
                <a:lnTo>
                  <a:pt x="799" y="768"/>
                </a:lnTo>
                <a:lnTo>
                  <a:pt x="784" y="784"/>
                </a:lnTo>
                <a:lnTo>
                  <a:pt x="768" y="799"/>
                </a:lnTo>
                <a:lnTo>
                  <a:pt x="790" y="846"/>
                </a:lnTo>
                <a:lnTo>
                  <a:pt x="803" y="888"/>
                </a:lnTo>
                <a:lnTo>
                  <a:pt x="775" y="908"/>
                </a:lnTo>
                <a:lnTo>
                  <a:pt x="739" y="883"/>
                </a:lnTo>
                <a:lnTo>
                  <a:pt x="701" y="848"/>
                </a:lnTo>
                <a:lnTo>
                  <a:pt x="682" y="858"/>
                </a:lnTo>
                <a:lnTo>
                  <a:pt x="663" y="867"/>
                </a:lnTo>
                <a:lnTo>
                  <a:pt x="669" y="919"/>
                </a:lnTo>
                <a:lnTo>
                  <a:pt x="668" y="962"/>
                </a:lnTo>
                <a:lnTo>
                  <a:pt x="636" y="973"/>
                </a:lnTo>
                <a:lnTo>
                  <a:pt x="610" y="938"/>
                </a:lnTo>
                <a:lnTo>
                  <a:pt x="584" y="893"/>
                </a:lnTo>
                <a:lnTo>
                  <a:pt x="563" y="897"/>
                </a:lnTo>
                <a:lnTo>
                  <a:pt x="542" y="900"/>
                </a:lnTo>
                <a:lnTo>
                  <a:pt x="531" y="950"/>
                </a:lnTo>
                <a:lnTo>
                  <a:pt x="517" y="992"/>
                </a:lnTo>
                <a:lnTo>
                  <a:pt x="483" y="992"/>
                </a:lnTo>
                <a:lnTo>
                  <a:pt x="469" y="950"/>
                </a:lnTo>
                <a:lnTo>
                  <a:pt x="458" y="900"/>
                </a:lnTo>
                <a:lnTo>
                  <a:pt x="437" y="897"/>
                </a:lnTo>
                <a:lnTo>
                  <a:pt x="416" y="893"/>
                </a:lnTo>
                <a:lnTo>
                  <a:pt x="390" y="938"/>
                </a:lnTo>
                <a:lnTo>
                  <a:pt x="364" y="973"/>
                </a:lnTo>
                <a:lnTo>
                  <a:pt x="332" y="962"/>
                </a:lnTo>
                <a:lnTo>
                  <a:pt x="331" y="919"/>
                </a:lnTo>
                <a:lnTo>
                  <a:pt x="337" y="867"/>
                </a:lnTo>
                <a:lnTo>
                  <a:pt x="318" y="858"/>
                </a:lnTo>
                <a:lnTo>
                  <a:pt x="299" y="848"/>
                </a:lnTo>
                <a:lnTo>
                  <a:pt x="261" y="883"/>
                </a:lnTo>
                <a:lnTo>
                  <a:pt x="225" y="908"/>
                </a:lnTo>
                <a:lnTo>
                  <a:pt x="197" y="888"/>
                </a:lnTo>
                <a:lnTo>
                  <a:pt x="210" y="846"/>
                </a:lnTo>
                <a:lnTo>
                  <a:pt x="232" y="799"/>
                </a:lnTo>
                <a:lnTo>
                  <a:pt x="216" y="784"/>
                </a:lnTo>
                <a:lnTo>
                  <a:pt x="201" y="768"/>
                </a:lnTo>
                <a:lnTo>
                  <a:pt x="154" y="790"/>
                </a:lnTo>
                <a:lnTo>
                  <a:pt x="112" y="803"/>
                </a:lnTo>
                <a:lnTo>
                  <a:pt x="92" y="775"/>
                </a:lnTo>
                <a:lnTo>
                  <a:pt x="117" y="739"/>
                </a:lnTo>
                <a:lnTo>
                  <a:pt x="152" y="701"/>
                </a:lnTo>
                <a:lnTo>
                  <a:pt x="142" y="682"/>
                </a:lnTo>
                <a:lnTo>
                  <a:pt x="133" y="663"/>
                </a:lnTo>
                <a:lnTo>
                  <a:pt x="81" y="669"/>
                </a:lnTo>
                <a:lnTo>
                  <a:pt x="38" y="668"/>
                </a:lnTo>
                <a:lnTo>
                  <a:pt x="27" y="636"/>
                </a:lnTo>
                <a:lnTo>
                  <a:pt x="62" y="610"/>
                </a:lnTo>
                <a:lnTo>
                  <a:pt x="107" y="584"/>
                </a:lnTo>
                <a:lnTo>
                  <a:pt x="103" y="563"/>
                </a:lnTo>
                <a:lnTo>
                  <a:pt x="100" y="542"/>
                </a:lnTo>
                <a:lnTo>
                  <a:pt x="50" y="531"/>
                </a:lnTo>
                <a:lnTo>
                  <a:pt x="8" y="517"/>
                </a:lnTo>
                <a:lnTo>
                  <a:pt x="8" y="483"/>
                </a:lnTo>
                <a:lnTo>
                  <a:pt x="50" y="469"/>
                </a:lnTo>
                <a:lnTo>
                  <a:pt x="100" y="458"/>
                </a:lnTo>
                <a:lnTo>
                  <a:pt x="103" y="437"/>
                </a:lnTo>
                <a:lnTo>
                  <a:pt x="107" y="416"/>
                </a:lnTo>
                <a:lnTo>
                  <a:pt x="62" y="390"/>
                </a:lnTo>
                <a:lnTo>
                  <a:pt x="27" y="364"/>
                </a:lnTo>
                <a:lnTo>
                  <a:pt x="38" y="332"/>
                </a:lnTo>
                <a:lnTo>
                  <a:pt x="81" y="331"/>
                </a:lnTo>
                <a:lnTo>
                  <a:pt x="133" y="337"/>
                </a:lnTo>
                <a:lnTo>
                  <a:pt x="142" y="318"/>
                </a:lnTo>
                <a:lnTo>
                  <a:pt x="152" y="299"/>
                </a:lnTo>
                <a:lnTo>
                  <a:pt x="117" y="261"/>
                </a:lnTo>
                <a:lnTo>
                  <a:pt x="92" y="225"/>
                </a:lnTo>
                <a:lnTo>
                  <a:pt x="112" y="197"/>
                </a:lnTo>
                <a:lnTo>
                  <a:pt x="154" y="210"/>
                </a:lnTo>
                <a:lnTo>
                  <a:pt x="201" y="232"/>
                </a:lnTo>
                <a:lnTo>
                  <a:pt x="216" y="216"/>
                </a:lnTo>
                <a:lnTo>
                  <a:pt x="232" y="201"/>
                </a:lnTo>
                <a:lnTo>
                  <a:pt x="210" y="154"/>
                </a:lnTo>
                <a:lnTo>
                  <a:pt x="197" y="112"/>
                </a:lnTo>
                <a:lnTo>
                  <a:pt x="225" y="92"/>
                </a:lnTo>
                <a:lnTo>
                  <a:pt x="261" y="117"/>
                </a:lnTo>
                <a:lnTo>
                  <a:pt x="299" y="152"/>
                </a:lnTo>
                <a:lnTo>
                  <a:pt x="318" y="142"/>
                </a:lnTo>
                <a:lnTo>
                  <a:pt x="337" y="133"/>
                </a:lnTo>
                <a:lnTo>
                  <a:pt x="331" y="81"/>
                </a:lnTo>
                <a:lnTo>
                  <a:pt x="332" y="38"/>
                </a:lnTo>
                <a:lnTo>
                  <a:pt x="364" y="27"/>
                </a:lnTo>
                <a:lnTo>
                  <a:pt x="390" y="62"/>
                </a:lnTo>
                <a:lnTo>
                  <a:pt x="416" y="107"/>
                </a:lnTo>
                <a:lnTo>
                  <a:pt x="437" y="103"/>
                </a:lnTo>
                <a:lnTo>
                  <a:pt x="458" y="100"/>
                </a:lnTo>
                <a:lnTo>
                  <a:pt x="469" y="50"/>
                </a:lnTo>
                <a:lnTo>
                  <a:pt x="483" y="8"/>
                </a:lnTo>
                <a:lnTo>
                  <a:pt x="517" y="8"/>
                </a:lnTo>
                <a:lnTo>
                  <a:pt x="531" y="50"/>
                </a:lnTo>
                <a:lnTo>
                  <a:pt x="542" y="100"/>
                </a:lnTo>
                <a:lnTo>
                  <a:pt x="563" y="103"/>
                </a:lnTo>
                <a:lnTo>
                  <a:pt x="584" y="107"/>
                </a:lnTo>
                <a:lnTo>
                  <a:pt x="610" y="62"/>
                </a:lnTo>
                <a:lnTo>
                  <a:pt x="636" y="27"/>
                </a:lnTo>
                <a:lnTo>
                  <a:pt x="668" y="38"/>
                </a:lnTo>
                <a:lnTo>
                  <a:pt x="669" y="81"/>
                </a:lnTo>
                <a:lnTo>
                  <a:pt x="663" y="133"/>
                </a:lnTo>
                <a:lnTo>
                  <a:pt x="682" y="142"/>
                </a:lnTo>
                <a:lnTo>
                  <a:pt x="701" y="152"/>
                </a:lnTo>
                <a:lnTo>
                  <a:pt x="739" y="117"/>
                </a:lnTo>
                <a:lnTo>
                  <a:pt x="775" y="92"/>
                </a:lnTo>
                <a:lnTo>
                  <a:pt x="803" y="112"/>
                </a:lnTo>
                <a:lnTo>
                  <a:pt x="790" y="154"/>
                </a:lnTo>
                <a:lnTo>
                  <a:pt x="768" y="201"/>
                </a:lnTo>
                <a:lnTo>
                  <a:pt x="784" y="216"/>
                </a:lnTo>
                <a:lnTo>
                  <a:pt x="799" y="232"/>
                </a:lnTo>
                <a:lnTo>
                  <a:pt x="846" y="210"/>
                </a:lnTo>
                <a:lnTo>
                  <a:pt x="888" y="197"/>
                </a:lnTo>
                <a:lnTo>
                  <a:pt x="908" y="225"/>
                </a:lnTo>
                <a:lnTo>
                  <a:pt x="883" y="261"/>
                </a:lnTo>
                <a:lnTo>
                  <a:pt x="848" y="299"/>
                </a:lnTo>
                <a:lnTo>
                  <a:pt x="858" y="318"/>
                </a:lnTo>
                <a:lnTo>
                  <a:pt x="867" y="337"/>
                </a:lnTo>
                <a:lnTo>
                  <a:pt x="919" y="331"/>
                </a:lnTo>
                <a:lnTo>
                  <a:pt x="962" y="332"/>
                </a:lnTo>
                <a:lnTo>
                  <a:pt x="973" y="364"/>
                </a:lnTo>
                <a:lnTo>
                  <a:pt x="938" y="390"/>
                </a:lnTo>
                <a:lnTo>
                  <a:pt x="893" y="416"/>
                </a:lnTo>
                <a:close/>
                <a:moveTo>
                  <a:pt x="612" y="784"/>
                </a:moveTo>
                <a:lnTo>
                  <a:pt x="650" y="766"/>
                </a:lnTo>
                <a:lnTo>
                  <a:pt x="685" y="743"/>
                </a:lnTo>
                <a:lnTo>
                  <a:pt x="716" y="716"/>
                </a:lnTo>
                <a:lnTo>
                  <a:pt x="743" y="685"/>
                </a:lnTo>
                <a:lnTo>
                  <a:pt x="766" y="650"/>
                </a:lnTo>
                <a:lnTo>
                  <a:pt x="784" y="612"/>
                </a:lnTo>
                <a:lnTo>
                  <a:pt x="627" y="550"/>
                </a:lnTo>
                <a:lnTo>
                  <a:pt x="619" y="567"/>
                </a:lnTo>
                <a:lnTo>
                  <a:pt x="609" y="583"/>
                </a:lnTo>
                <a:lnTo>
                  <a:pt x="597" y="597"/>
                </a:lnTo>
                <a:lnTo>
                  <a:pt x="583" y="609"/>
                </a:lnTo>
                <a:lnTo>
                  <a:pt x="567" y="619"/>
                </a:lnTo>
                <a:lnTo>
                  <a:pt x="550" y="627"/>
                </a:lnTo>
                <a:close/>
                <a:moveTo>
                  <a:pt x="204" y="576"/>
                </a:moveTo>
                <a:lnTo>
                  <a:pt x="222" y="627"/>
                </a:lnTo>
                <a:lnTo>
                  <a:pt x="249" y="674"/>
                </a:lnTo>
                <a:lnTo>
                  <a:pt x="284" y="716"/>
                </a:lnTo>
                <a:lnTo>
                  <a:pt x="326" y="751"/>
                </a:lnTo>
                <a:lnTo>
                  <a:pt x="373" y="778"/>
                </a:lnTo>
                <a:lnTo>
                  <a:pt x="424" y="796"/>
                </a:lnTo>
                <a:lnTo>
                  <a:pt x="466" y="632"/>
                </a:lnTo>
                <a:lnTo>
                  <a:pt x="443" y="624"/>
                </a:lnTo>
                <a:lnTo>
                  <a:pt x="422" y="612"/>
                </a:lnTo>
                <a:lnTo>
                  <a:pt x="403" y="597"/>
                </a:lnTo>
                <a:lnTo>
                  <a:pt x="388" y="578"/>
                </a:lnTo>
                <a:lnTo>
                  <a:pt x="376" y="557"/>
                </a:lnTo>
                <a:lnTo>
                  <a:pt x="368" y="534"/>
                </a:lnTo>
                <a:close/>
                <a:moveTo>
                  <a:pt x="424" y="204"/>
                </a:moveTo>
                <a:lnTo>
                  <a:pt x="373" y="222"/>
                </a:lnTo>
                <a:lnTo>
                  <a:pt x="326" y="249"/>
                </a:lnTo>
                <a:lnTo>
                  <a:pt x="284" y="284"/>
                </a:lnTo>
                <a:lnTo>
                  <a:pt x="249" y="326"/>
                </a:lnTo>
                <a:lnTo>
                  <a:pt x="222" y="373"/>
                </a:lnTo>
                <a:lnTo>
                  <a:pt x="204" y="424"/>
                </a:lnTo>
                <a:lnTo>
                  <a:pt x="368" y="466"/>
                </a:lnTo>
                <a:lnTo>
                  <a:pt x="376" y="443"/>
                </a:lnTo>
                <a:lnTo>
                  <a:pt x="388" y="422"/>
                </a:lnTo>
                <a:lnTo>
                  <a:pt x="403" y="403"/>
                </a:lnTo>
                <a:lnTo>
                  <a:pt x="422" y="388"/>
                </a:lnTo>
                <a:lnTo>
                  <a:pt x="443" y="376"/>
                </a:lnTo>
                <a:lnTo>
                  <a:pt x="466" y="368"/>
                </a:lnTo>
                <a:close/>
                <a:moveTo>
                  <a:pt x="796" y="424"/>
                </a:moveTo>
                <a:lnTo>
                  <a:pt x="778" y="373"/>
                </a:lnTo>
                <a:lnTo>
                  <a:pt x="751" y="326"/>
                </a:lnTo>
                <a:lnTo>
                  <a:pt x="716" y="284"/>
                </a:lnTo>
                <a:lnTo>
                  <a:pt x="674" y="249"/>
                </a:lnTo>
                <a:lnTo>
                  <a:pt x="627" y="222"/>
                </a:lnTo>
                <a:lnTo>
                  <a:pt x="576" y="204"/>
                </a:lnTo>
                <a:lnTo>
                  <a:pt x="534" y="368"/>
                </a:lnTo>
                <a:lnTo>
                  <a:pt x="557" y="376"/>
                </a:lnTo>
                <a:lnTo>
                  <a:pt x="578" y="388"/>
                </a:lnTo>
                <a:lnTo>
                  <a:pt x="597" y="403"/>
                </a:lnTo>
                <a:lnTo>
                  <a:pt x="612" y="422"/>
                </a:lnTo>
                <a:lnTo>
                  <a:pt x="624" y="443"/>
                </a:lnTo>
                <a:lnTo>
                  <a:pt x="632" y="466"/>
                </a:lnTo>
                <a:close/>
              </a:path>
            </a:pathLst>
          </a:custGeom>
          <a:gradFill>
            <a:gsLst>
              <a:gs pos="0">
                <a:srgbClr val="64748B">
                  <a:alpha val="98000"/>
                </a:srgbClr>
              </a:gs>
              <a:gs pos="50000">
                <a:srgbClr val="334155">
                  <a:alpha val="98000"/>
                </a:srgbClr>
              </a:gs>
              <a:gs pos="100000">
                <a:srgbClr val="1E293B"/>
              </a:gs>
            </a:gsLst>
            <a:lin ang="2700000" scaled="1"/>
          </a:gradFill>
          <a:ln w="0">
            <a:noFill/>
          </a:ln>
        </p:spPr>
        <p:style>
          <a:lnRef idx="0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Engine:Crank_Counterweight"/>
          <p:cNvSpPr/>
          <p:nvPr/>
        </p:nvSpPr>
        <p:spPr>
          <a:xfrm>
            <a:off x="2395728" y="4453128"/>
            <a:ext cx="1243584" cy="1243584"/>
          </a:xfrm>
          <a:custGeom>
            <a:avLst/>
            <a:gdLst/>
            <a:ahLst/>
            <a:cxnLst/>
            <a:rect l="0" t="0" r="r" b="b"/>
            <a:pathLst>
              <a:path w="1000" h="1000">
                <a:moveTo>
                  <a:pt x="786" y="444"/>
                </a:moveTo>
                <a:lnTo>
                  <a:pt x="791" y="483"/>
                </a:lnTo>
                <a:lnTo>
                  <a:pt x="901" y="511"/>
                </a:lnTo>
                <a:lnTo>
                  <a:pt x="989" y="556"/>
                </a:lnTo>
                <a:lnTo>
                  <a:pt x="972" y="639"/>
                </a:lnTo>
                <a:lnTo>
                  <a:pt x="874" y="646"/>
                </a:lnTo>
                <a:lnTo>
                  <a:pt x="761" y="629"/>
                </a:lnTo>
                <a:lnTo>
                  <a:pt x="742" y="663"/>
                </a:lnTo>
                <a:lnTo>
                  <a:pt x="718" y="693"/>
                </a:lnTo>
                <a:lnTo>
                  <a:pt x="776" y="792"/>
                </a:lnTo>
                <a:lnTo>
                  <a:pt x="806" y="885"/>
                </a:lnTo>
                <a:lnTo>
                  <a:pt x="735" y="932"/>
                </a:lnTo>
                <a:lnTo>
                  <a:pt x="661" y="868"/>
                </a:lnTo>
                <a:lnTo>
                  <a:pt x="593" y="776"/>
                </a:lnTo>
                <a:lnTo>
                  <a:pt x="556" y="786"/>
                </a:lnTo>
                <a:lnTo>
                  <a:pt x="517" y="791"/>
                </a:lnTo>
                <a:lnTo>
                  <a:pt x="489" y="901"/>
                </a:lnTo>
                <a:lnTo>
                  <a:pt x="444" y="989"/>
                </a:lnTo>
                <a:lnTo>
                  <a:pt x="361" y="972"/>
                </a:lnTo>
                <a:lnTo>
                  <a:pt x="354" y="874"/>
                </a:lnTo>
                <a:lnTo>
                  <a:pt x="371" y="761"/>
                </a:lnTo>
                <a:lnTo>
                  <a:pt x="337" y="742"/>
                </a:lnTo>
                <a:lnTo>
                  <a:pt x="307" y="718"/>
                </a:lnTo>
                <a:lnTo>
                  <a:pt x="208" y="776"/>
                </a:lnTo>
                <a:lnTo>
                  <a:pt x="115" y="806"/>
                </a:lnTo>
                <a:lnTo>
                  <a:pt x="68" y="735"/>
                </a:lnTo>
                <a:lnTo>
                  <a:pt x="132" y="661"/>
                </a:lnTo>
                <a:lnTo>
                  <a:pt x="224" y="593"/>
                </a:lnTo>
                <a:lnTo>
                  <a:pt x="214" y="556"/>
                </a:lnTo>
                <a:lnTo>
                  <a:pt x="209" y="517"/>
                </a:lnTo>
                <a:lnTo>
                  <a:pt x="99" y="489"/>
                </a:lnTo>
                <a:lnTo>
                  <a:pt x="11" y="444"/>
                </a:lnTo>
                <a:lnTo>
                  <a:pt x="28" y="361"/>
                </a:lnTo>
                <a:lnTo>
                  <a:pt x="126" y="354"/>
                </a:lnTo>
                <a:lnTo>
                  <a:pt x="239" y="371"/>
                </a:lnTo>
                <a:lnTo>
                  <a:pt x="258" y="337"/>
                </a:lnTo>
                <a:lnTo>
                  <a:pt x="282" y="307"/>
                </a:lnTo>
                <a:lnTo>
                  <a:pt x="224" y="208"/>
                </a:lnTo>
                <a:lnTo>
                  <a:pt x="194" y="115"/>
                </a:lnTo>
                <a:lnTo>
                  <a:pt x="265" y="68"/>
                </a:lnTo>
                <a:lnTo>
                  <a:pt x="339" y="132"/>
                </a:lnTo>
                <a:lnTo>
                  <a:pt x="407" y="224"/>
                </a:lnTo>
                <a:lnTo>
                  <a:pt x="444" y="214"/>
                </a:lnTo>
                <a:lnTo>
                  <a:pt x="483" y="209"/>
                </a:lnTo>
                <a:lnTo>
                  <a:pt x="511" y="99"/>
                </a:lnTo>
                <a:lnTo>
                  <a:pt x="556" y="11"/>
                </a:lnTo>
                <a:lnTo>
                  <a:pt x="639" y="28"/>
                </a:lnTo>
                <a:lnTo>
                  <a:pt x="646" y="126"/>
                </a:lnTo>
                <a:lnTo>
                  <a:pt x="629" y="239"/>
                </a:lnTo>
                <a:lnTo>
                  <a:pt x="663" y="258"/>
                </a:lnTo>
                <a:lnTo>
                  <a:pt x="693" y="282"/>
                </a:lnTo>
                <a:lnTo>
                  <a:pt x="792" y="224"/>
                </a:lnTo>
                <a:lnTo>
                  <a:pt x="885" y="194"/>
                </a:lnTo>
                <a:lnTo>
                  <a:pt x="932" y="265"/>
                </a:lnTo>
                <a:lnTo>
                  <a:pt x="868" y="339"/>
                </a:lnTo>
                <a:lnTo>
                  <a:pt x="776" y="407"/>
                </a:lnTo>
                <a:close/>
                <a:moveTo>
                  <a:pt x="452" y="716"/>
                </a:moveTo>
                <a:lnTo>
                  <a:pt x="491" y="721"/>
                </a:lnTo>
                <a:lnTo>
                  <a:pt x="531" y="719"/>
                </a:lnTo>
                <a:lnTo>
                  <a:pt x="570" y="710"/>
                </a:lnTo>
                <a:lnTo>
                  <a:pt x="607" y="694"/>
                </a:lnTo>
                <a:lnTo>
                  <a:pt x="640" y="671"/>
                </a:lnTo>
                <a:lnTo>
                  <a:pt x="669" y="643"/>
                </a:lnTo>
                <a:lnTo>
                  <a:pt x="576" y="564"/>
                </a:lnTo>
                <a:lnTo>
                  <a:pt x="563" y="577"/>
                </a:lnTo>
                <a:lnTo>
                  <a:pt x="548" y="587"/>
                </a:lnTo>
                <a:lnTo>
                  <a:pt x="531" y="594"/>
                </a:lnTo>
                <a:lnTo>
                  <a:pt x="514" y="598"/>
                </a:lnTo>
                <a:lnTo>
                  <a:pt x="496" y="599"/>
                </a:lnTo>
                <a:lnTo>
                  <a:pt x="478" y="597"/>
                </a:lnTo>
                <a:close/>
                <a:moveTo>
                  <a:pt x="365" y="325"/>
                </a:moveTo>
                <a:lnTo>
                  <a:pt x="327" y="362"/>
                </a:lnTo>
                <a:lnTo>
                  <a:pt x="300" y="406"/>
                </a:lnTo>
                <a:lnTo>
                  <a:pt x="283" y="456"/>
                </a:lnTo>
                <a:lnTo>
                  <a:pt x="279" y="508"/>
                </a:lnTo>
                <a:lnTo>
                  <a:pt x="287" y="560"/>
                </a:lnTo>
                <a:lnTo>
                  <a:pt x="307" y="608"/>
                </a:lnTo>
                <a:lnTo>
                  <a:pt x="414" y="549"/>
                </a:lnTo>
                <a:lnTo>
                  <a:pt x="405" y="527"/>
                </a:lnTo>
                <a:lnTo>
                  <a:pt x="401" y="504"/>
                </a:lnTo>
                <a:lnTo>
                  <a:pt x="403" y="480"/>
                </a:lnTo>
                <a:lnTo>
                  <a:pt x="410" y="458"/>
                </a:lnTo>
                <a:lnTo>
                  <a:pt x="423" y="438"/>
                </a:lnTo>
                <a:lnTo>
                  <a:pt x="439" y="422"/>
                </a:lnTo>
                <a:close/>
                <a:moveTo>
                  <a:pt x="719" y="470"/>
                </a:moveTo>
                <a:lnTo>
                  <a:pt x="706" y="419"/>
                </a:lnTo>
                <a:lnTo>
                  <a:pt x="681" y="373"/>
                </a:lnTo>
                <a:lnTo>
                  <a:pt x="647" y="334"/>
                </a:lnTo>
                <a:lnTo>
                  <a:pt x="603" y="304"/>
                </a:lnTo>
                <a:lnTo>
                  <a:pt x="555" y="286"/>
                </a:lnTo>
                <a:lnTo>
                  <a:pt x="503" y="279"/>
                </a:lnTo>
                <a:lnTo>
                  <a:pt x="501" y="401"/>
                </a:lnTo>
                <a:lnTo>
                  <a:pt x="524" y="404"/>
                </a:lnTo>
                <a:lnTo>
                  <a:pt x="546" y="412"/>
                </a:lnTo>
                <a:lnTo>
                  <a:pt x="566" y="426"/>
                </a:lnTo>
                <a:lnTo>
                  <a:pt x="581" y="443"/>
                </a:lnTo>
                <a:lnTo>
                  <a:pt x="592" y="464"/>
                </a:lnTo>
                <a:lnTo>
                  <a:pt x="598" y="487"/>
                </a:lnTo>
                <a:close/>
              </a:path>
            </a:pathLst>
          </a:custGeom>
          <a:gradFill>
            <a:gsLst>
              <a:gs pos="0">
                <a:srgbClr val="F59E0B">
                  <a:alpha val="95000"/>
                </a:srgbClr>
              </a:gs>
              <a:gs pos="100000">
                <a:srgbClr val="B45309">
                  <a:alpha val="98000"/>
                </a:srgbClr>
              </a:gs>
            </a:gsLst>
            <a:lin ang="5400000" scaled="1"/>
          </a:gradFill>
          <a:ln w="0">
            <a:noFill/>
          </a:ln>
        </p:spPr>
        <p:style>
          <a:lnRef idx="0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Engine:Rod_Link"/>
          <p:cNvSpPr/>
          <p:nvPr/>
        </p:nvSpPr>
        <p:spPr>
          <a:xfrm>
            <a:off x="2670048" y="2432304"/>
            <a:ext cx="694944" cy="2194560"/>
          </a:xfrm>
          <a:custGeom>
            <a:avLst/>
            <a:gdLst/>
            <a:ahLst/>
            <a:cxnLst/>
            <a:rect l="0" t="0" r="r" b="b"/>
            <a:pathLst>
              <a:path w="1000" h="1000">
                <a:moveTo>
                  <a:pt x="320" y="115"/>
                </a:moveTo>
                <a:cubicBezTo>
                  <a:pt x="320" y="10"/>
                  <a:pt x="680" y="10"/>
                  <a:pt x="680" y="115"/>
                </a:cubicBezTo>
                <a:lnTo>
                  <a:pt x="615" y="235"/>
                </a:lnTo>
                <a:lnTo>
                  <a:pt x="655" y="745"/>
                </a:lnTo>
                <a:cubicBezTo>
                  <a:pt x="825" y="785"/>
                  <a:pt x="825" y="985"/>
                  <a:pt x="500" y="985"/>
                </a:cubicBezTo>
                <a:cubicBezTo>
                  <a:pt x="175" y="985"/>
                  <a:pt x="175" y="785"/>
                  <a:pt x="345" y="745"/>
                </a:cubicBezTo>
                <a:lnTo>
                  <a:pt x="385" y="235"/>
                </a:lnTo>
                <a:close/>
              </a:path>
            </a:pathLst>
          </a:custGeom>
          <a:gradFill>
            <a:gsLst>
              <a:gs pos="0">
                <a:srgbClr val="E2E8F0">
                  <a:alpha val="98000"/>
                </a:srgbClr>
              </a:gs>
              <a:gs pos="50000">
                <a:srgbClr val="94A3B8">
                  <a:alpha val="98000"/>
                </a:srgbClr>
              </a:gs>
              <a:gs pos="100000">
                <a:srgbClr val="64748B">
                  <a:alpha val="98000"/>
                </a:srgbClr>
              </a:gs>
            </a:gsLst>
            <a:lin ang="0" scaled="1"/>
          </a:gradFill>
          <a:ln w="0">
            <a:noFill/>
          </a:ln>
        </p:spPr>
        <p:style>
          <a:lnRef idx="0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Engine:Piston_Crown"/>
          <p:cNvSpPr/>
          <p:nvPr/>
        </p:nvSpPr>
        <p:spPr>
          <a:xfrm>
            <a:off x="2167128" y="2167128"/>
            <a:ext cx="1700784" cy="694944"/>
          </a:xfrm>
          <a:prstGeom prst="roundRect">
            <a:avLst/>
          </a:prstGeom>
          <a:gradFill>
            <a:gsLst>
              <a:gs pos="0">
                <a:srgbClr val="E2E8F0">
                  <a:alpha val="99000"/>
                </a:srgbClr>
              </a:gs>
              <a:gs pos="50000">
                <a:srgbClr val="94A3B8">
                  <a:alpha val="99000"/>
                </a:srgbClr>
              </a:gs>
              <a:gs pos="100000">
                <a:srgbClr val="475569"/>
              </a:gs>
            </a:gsLst>
            <a:lin ang="0" scaled="1"/>
          </a:gradFill>
          <a:ln w="0">
            <a:noFill/>
          </a:ln>
        </p:spPr>
        <p:style>
          <a:lnRef idx="0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Engine:Piston_Ring1"/>
          <p:cNvSpPr/>
          <p:nvPr/>
        </p:nvSpPr>
        <p:spPr>
          <a:xfrm>
            <a:off x="2185416" y="2240280"/>
            <a:ext cx="1664208" cy="36576"/>
          </a:xfrm>
          <a:prstGeom prst="rect">
            <a:avLst/>
          </a:prstGeom>
          <a:solidFill>
            <a:srgbClr val="F59E0B">
              <a:alpha val="98000"/>
            </a:srgbClr>
          </a:solidFill>
          <a:ln w="0">
            <a:noFill/>
          </a:ln>
        </p:spPr>
        <p:style>
          <a:lnRef idx="0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Engine:Piston_Ring2"/>
          <p:cNvSpPr/>
          <p:nvPr/>
        </p:nvSpPr>
        <p:spPr>
          <a:xfrm>
            <a:off x="2185416" y="2313432"/>
            <a:ext cx="1664208" cy="36576"/>
          </a:xfrm>
          <a:prstGeom prst="rect">
            <a:avLst/>
          </a:prstGeom>
          <a:solidFill>
            <a:srgbClr val="F97316">
              <a:alpha val="98000"/>
            </a:srgbClr>
          </a:solidFill>
          <a:ln w="0">
            <a:noFill/>
          </a:ln>
        </p:spPr>
        <p:style>
          <a:lnRef idx="0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Engine:Piston_Ring3"/>
          <p:cNvSpPr/>
          <p:nvPr/>
        </p:nvSpPr>
        <p:spPr>
          <a:xfrm>
            <a:off x="2185416" y="2386584"/>
            <a:ext cx="1664208" cy="36576"/>
          </a:xfrm>
          <a:prstGeom prst="rect">
            <a:avLst/>
          </a:prstGeom>
          <a:solidFill>
            <a:srgbClr val="38BDF8">
              <a:alpha val="98000"/>
            </a:srgbClr>
          </a:solidFill>
          <a:ln w="0">
            <a:noFill/>
          </a:ln>
        </p:spPr>
        <p:style>
          <a:lnRef idx="0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Engine:Piston_WristPin"/>
          <p:cNvSpPr/>
          <p:nvPr/>
        </p:nvSpPr>
        <p:spPr>
          <a:xfrm>
            <a:off x="2871216" y="2432304"/>
            <a:ext cx="292608" cy="292608"/>
          </a:xfrm>
          <a:prstGeom prst="ellipse">
            <a:avLst/>
          </a:prstGeom>
          <a:solidFill>
            <a:srgbClr val="0F172A">
              <a:alpha val="99000"/>
            </a:srgbClr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Engine:Pin_Journal"/>
          <p:cNvSpPr/>
          <p:nvPr/>
        </p:nvSpPr>
        <p:spPr>
          <a:xfrm>
            <a:off x="2852928" y="4379976"/>
            <a:ext cx="329184" cy="329184"/>
          </a:xfrm>
          <a:prstGeom prst="ellipse">
            <a:avLst/>
          </a:prstGeom>
          <a:solidFill>
            <a:srgbClr val="F97316">
              <a:alpha val="99000"/>
            </a:srgbClr>
          </a:solidFill>
          <a:ln w="19050">
            <a:solidFill>
              <a:srgbClr val="FEF0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Bg:Gearbox_Panel"/>
          <p:cNvSpPr/>
          <p:nvPr/>
        </p:nvSpPr>
        <p:spPr>
          <a:xfrm>
            <a:off x="5715000" y="1078992"/>
            <a:ext cx="6016752" cy="5440680"/>
          </a:xfrm>
          <a:prstGeom prst="roundRect">
            <a:avLst/>
          </a:prstGeom>
          <a:solidFill>
            <a:srgbClr val="0F172A">
              <a:alpha val="90000"/>
            </a:srgbClr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Bg:Gearbox_Title"/>
          <p:cNvSpPr txBox="1"/>
          <p:nvPr/>
        </p:nvSpPr>
        <p:spPr>
          <a:xfrm>
            <a:off x="5925312" y="1152144"/>
            <a:ext cx="5623560" cy="292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100" b="1">
                <a:solidFill>
                  <a:srgbClr val="38BDF8"/>
                </a:solidFill>
                <a:latin typeface="DejaVu Sans"/>
              </a:rPr>
              <a:t>II. HỆ 5 BÁNH RĂNG ĂN KHỚP CÙNG MÔ-ĐUN (m = 0.068 in · ĐỒNG BỘ PHA RĂNG)</a:t>
            </a:r>
          </a:p>
        </p:txBody>
      </p:sp>
      <p:sp>
        <p:nvSpPr>
          <p:cNvPr id="35" name="Gearbox:Gear1_Driver"/>
          <p:cNvSpPr/>
          <p:nvPr/>
        </p:nvSpPr>
        <p:spPr>
          <a:xfrm>
            <a:off x="6202192" y="1995952"/>
            <a:ext cx="982431" cy="982431"/>
          </a:xfrm>
          <a:custGeom>
            <a:avLst/>
            <a:gdLst/>
            <a:ahLst/>
            <a:cxnLst/>
            <a:rect l="0" t="0" r="r" b="b"/>
            <a:pathLst>
              <a:path w="1000" h="1000">
                <a:moveTo>
                  <a:pt x="858" y="418"/>
                </a:moveTo>
                <a:lnTo>
                  <a:pt x="863" y="446"/>
                </a:lnTo>
                <a:lnTo>
                  <a:pt x="934" y="457"/>
                </a:lnTo>
                <a:lnTo>
                  <a:pt x="991" y="476"/>
                </a:lnTo>
                <a:lnTo>
                  <a:pt x="991" y="524"/>
                </a:lnTo>
                <a:lnTo>
                  <a:pt x="934" y="543"/>
                </a:lnTo>
                <a:lnTo>
                  <a:pt x="863" y="554"/>
                </a:lnTo>
                <a:lnTo>
                  <a:pt x="858" y="582"/>
                </a:lnTo>
                <a:lnTo>
                  <a:pt x="851" y="609"/>
                </a:lnTo>
                <a:lnTo>
                  <a:pt x="910" y="650"/>
                </a:lnTo>
                <a:lnTo>
                  <a:pt x="953" y="691"/>
                </a:lnTo>
                <a:lnTo>
                  <a:pt x="932" y="735"/>
                </a:lnTo>
                <a:lnTo>
                  <a:pt x="872" y="727"/>
                </a:lnTo>
                <a:lnTo>
                  <a:pt x="804" y="707"/>
                </a:lnTo>
                <a:lnTo>
                  <a:pt x="787" y="729"/>
                </a:lnTo>
                <a:lnTo>
                  <a:pt x="769" y="750"/>
                </a:lnTo>
                <a:lnTo>
                  <a:pt x="804" y="812"/>
                </a:lnTo>
                <a:lnTo>
                  <a:pt x="825" y="869"/>
                </a:lnTo>
                <a:lnTo>
                  <a:pt x="787" y="899"/>
                </a:lnTo>
                <a:lnTo>
                  <a:pt x="737" y="866"/>
                </a:lnTo>
                <a:lnTo>
                  <a:pt x="684" y="818"/>
                </a:lnTo>
                <a:lnTo>
                  <a:pt x="659" y="831"/>
                </a:lnTo>
                <a:lnTo>
                  <a:pt x="634" y="842"/>
                </a:lnTo>
                <a:lnTo>
                  <a:pt x="638" y="913"/>
                </a:lnTo>
                <a:lnTo>
                  <a:pt x="633" y="974"/>
                </a:lnTo>
                <a:lnTo>
                  <a:pt x="586" y="984"/>
                </a:lnTo>
                <a:lnTo>
                  <a:pt x="555" y="933"/>
                </a:lnTo>
                <a:lnTo>
                  <a:pt x="528" y="866"/>
                </a:lnTo>
                <a:lnTo>
                  <a:pt x="500" y="867"/>
                </a:lnTo>
                <a:lnTo>
                  <a:pt x="472" y="866"/>
                </a:lnTo>
                <a:lnTo>
                  <a:pt x="445" y="933"/>
                </a:lnTo>
                <a:lnTo>
                  <a:pt x="414" y="984"/>
                </a:lnTo>
                <a:lnTo>
                  <a:pt x="367" y="974"/>
                </a:lnTo>
                <a:lnTo>
                  <a:pt x="362" y="913"/>
                </a:lnTo>
                <a:lnTo>
                  <a:pt x="366" y="842"/>
                </a:lnTo>
                <a:lnTo>
                  <a:pt x="341" y="831"/>
                </a:lnTo>
                <a:lnTo>
                  <a:pt x="316" y="818"/>
                </a:lnTo>
                <a:lnTo>
                  <a:pt x="263" y="866"/>
                </a:lnTo>
                <a:lnTo>
                  <a:pt x="213" y="899"/>
                </a:lnTo>
                <a:lnTo>
                  <a:pt x="175" y="869"/>
                </a:lnTo>
                <a:lnTo>
                  <a:pt x="196" y="812"/>
                </a:lnTo>
                <a:lnTo>
                  <a:pt x="231" y="750"/>
                </a:lnTo>
                <a:lnTo>
                  <a:pt x="213" y="729"/>
                </a:lnTo>
                <a:lnTo>
                  <a:pt x="196" y="707"/>
                </a:lnTo>
                <a:lnTo>
                  <a:pt x="128" y="727"/>
                </a:lnTo>
                <a:lnTo>
                  <a:pt x="68" y="735"/>
                </a:lnTo>
                <a:lnTo>
                  <a:pt x="47" y="691"/>
                </a:lnTo>
                <a:lnTo>
                  <a:pt x="90" y="650"/>
                </a:lnTo>
                <a:lnTo>
                  <a:pt x="149" y="609"/>
                </a:lnTo>
                <a:lnTo>
                  <a:pt x="142" y="582"/>
                </a:lnTo>
                <a:lnTo>
                  <a:pt x="137" y="554"/>
                </a:lnTo>
                <a:lnTo>
                  <a:pt x="66" y="543"/>
                </a:lnTo>
                <a:lnTo>
                  <a:pt x="9" y="524"/>
                </a:lnTo>
                <a:lnTo>
                  <a:pt x="9" y="476"/>
                </a:lnTo>
                <a:lnTo>
                  <a:pt x="66" y="457"/>
                </a:lnTo>
                <a:lnTo>
                  <a:pt x="137" y="446"/>
                </a:lnTo>
                <a:lnTo>
                  <a:pt x="142" y="418"/>
                </a:lnTo>
                <a:lnTo>
                  <a:pt x="149" y="391"/>
                </a:lnTo>
                <a:lnTo>
                  <a:pt x="90" y="350"/>
                </a:lnTo>
                <a:lnTo>
                  <a:pt x="47" y="309"/>
                </a:lnTo>
                <a:lnTo>
                  <a:pt x="68" y="265"/>
                </a:lnTo>
                <a:lnTo>
                  <a:pt x="128" y="273"/>
                </a:lnTo>
                <a:lnTo>
                  <a:pt x="196" y="293"/>
                </a:lnTo>
                <a:lnTo>
                  <a:pt x="213" y="271"/>
                </a:lnTo>
                <a:lnTo>
                  <a:pt x="231" y="250"/>
                </a:lnTo>
                <a:lnTo>
                  <a:pt x="196" y="188"/>
                </a:lnTo>
                <a:lnTo>
                  <a:pt x="175" y="131"/>
                </a:lnTo>
                <a:lnTo>
                  <a:pt x="213" y="101"/>
                </a:lnTo>
                <a:lnTo>
                  <a:pt x="263" y="134"/>
                </a:lnTo>
                <a:lnTo>
                  <a:pt x="316" y="182"/>
                </a:lnTo>
                <a:lnTo>
                  <a:pt x="341" y="169"/>
                </a:lnTo>
                <a:lnTo>
                  <a:pt x="366" y="158"/>
                </a:lnTo>
                <a:lnTo>
                  <a:pt x="362" y="87"/>
                </a:lnTo>
                <a:lnTo>
                  <a:pt x="367" y="26"/>
                </a:lnTo>
                <a:lnTo>
                  <a:pt x="414" y="16"/>
                </a:lnTo>
                <a:lnTo>
                  <a:pt x="445" y="67"/>
                </a:lnTo>
                <a:lnTo>
                  <a:pt x="472" y="134"/>
                </a:lnTo>
                <a:lnTo>
                  <a:pt x="500" y="133"/>
                </a:lnTo>
                <a:lnTo>
                  <a:pt x="528" y="134"/>
                </a:lnTo>
                <a:lnTo>
                  <a:pt x="555" y="67"/>
                </a:lnTo>
                <a:lnTo>
                  <a:pt x="586" y="16"/>
                </a:lnTo>
                <a:lnTo>
                  <a:pt x="633" y="26"/>
                </a:lnTo>
                <a:lnTo>
                  <a:pt x="638" y="87"/>
                </a:lnTo>
                <a:lnTo>
                  <a:pt x="634" y="158"/>
                </a:lnTo>
                <a:lnTo>
                  <a:pt x="659" y="169"/>
                </a:lnTo>
                <a:lnTo>
                  <a:pt x="684" y="182"/>
                </a:lnTo>
                <a:lnTo>
                  <a:pt x="737" y="134"/>
                </a:lnTo>
                <a:lnTo>
                  <a:pt x="787" y="101"/>
                </a:lnTo>
                <a:lnTo>
                  <a:pt x="825" y="131"/>
                </a:lnTo>
                <a:lnTo>
                  <a:pt x="804" y="188"/>
                </a:lnTo>
                <a:lnTo>
                  <a:pt x="769" y="250"/>
                </a:lnTo>
                <a:lnTo>
                  <a:pt x="787" y="271"/>
                </a:lnTo>
                <a:lnTo>
                  <a:pt x="804" y="293"/>
                </a:lnTo>
                <a:lnTo>
                  <a:pt x="872" y="273"/>
                </a:lnTo>
                <a:lnTo>
                  <a:pt x="932" y="265"/>
                </a:lnTo>
                <a:lnTo>
                  <a:pt x="953" y="309"/>
                </a:lnTo>
                <a:lnTo>
                  <a:pt x="910" y="350"/>
                </a:lnTo>
                <a:lnTo>
                  <a:pt x="851" y="391"/>
                </a:lnTo>
                <a:close/>
                <a:moveTo>
                  <a:pt x="494" y="779"/>
                </a:moveTo>
                <a:lnTo>
                  <a:pt x="545" y="776"/>
                </a:lnTo>
                <a:lnTo>
                  <a:pt x="594" y="763"/>
                </a:lnTo>
                <a:lnTo>
                  <a:pt x="640" y="742"/>
                </a:lnTo>
                <a:lnTo>
                  <a:pt x="681" y="713"/>
                </a:lnTo>
                <a:lnTo>
                  <a:pt x="716" y="676"/>
                </a:lnTo>
                <a:lnTo>
                  <a:pt x="745" y="635"/>
                </a:lnTo>
                <a:lnTo>
                  <a:pt x="609" y="560"/>
                </a:lnTo>
                <a:lnTo>
                  <a:pt x="597" y="579"/>
                </a:lnTo>
                <a:lnTo>
                  <a:pt x="581" y="595"/>
                </a:lnTo>
                <a:lnTo>
                  <a:pt x="562" y="608"/>
                </a:lnTo>
                <a:lnTo>
                  <a:pt x="542" y="618"/>
                </a:lnTo>
                <a:lnTo>
                  <a:pt x="520" y="623"/>
                </a:lnTo>
                <a:lnTo>
                  <a:pt x="497" y="625"/>
                </a:lnTo>
                <a:close/>
                <a:moveTo>
                  <a:pt x="289" y="318"/>
                </a:moveTo>
                <a:lnTo>
                  <a:pt x="252" y="372"/>
                </a:lnTo>
                <a:lnTo>
                  <a:pt x="229" y="434"/>
                </a:lnTo>
                <a:lnTo>
                  <a:pt x="221" y="500"/>
                </a:lnTo>
                <a:lnTo>
                  <a:pt x="229" y="566"/>
                </a:lnTo>
                <a:lnTo>
                  <a:pt x="252" y="628"/>
                </a:lnTo>
                <a:lnTo>
                  <a:pt x="289" y="682"/>
                </a:lnTo>
                <a:lnTo>
                  <a:pt x="405" y="582"/>
                </a:lnTo>
                <a:lnTo>
                  <a:pt x="389" y="557"/>
                </a:lnTo>
                <a:lnTo>
                  <a:pt x="379" y="529"/>
                </a:lnTo>
                <a:lnTo>
                  <a:pt x="375" y="500"/>
                </a:lnTo>
                <a:lnTo>
                  <a:pt x="379" y="471"/>
                </a:lnTo>
                <a:lnTo>
                  <a:pt x="389" y="443"/>
                </a:lnTo>
                <a:lnTo>
                  <a:pt x="405" y="418"/>
                </a:lnTo>
                <a:close/>
                <a:moveTo>
                  <a:pt x="764" y="408"/>
                </a:moveTo>
                <a:lnTo>
                  <a:pt x="735" y="349"/>
                </a:lnTo>
                <a:lnTo>
                  <a:pt x="693" y="298"/>
                </a:lnTo>
                <a:lnTo>
                  <a:pt x="640" y="258"/>
                </a:lnTo>
                <a:lnTo>
                  <a:pt x="579" y="232"/>
                </a:lnTo>
                <a:lnTo>
                  <a:pt x="514" y="221"/>
                </a:lnTo>
                <a:lnTo>
                  <a:pt x="448" y="226"/>
                </a:lnTo>
                <a:lnTo>
                  <a:pt x="477" y="377"/>
                </a:lnTo>
                <a:lnTo>
                  <a:pt x="506" y="375"/>
                </a:lnTo>
                <a:lnTo>
                  <a:pt x="535" y="380"/>
                </a:lnTo>
                <a:lnTo>
                  <a:pt x="562" y="392"/>
                </a:lnTo>
                <a:lnTo>
                  <a:pt x="586" y="410"/>
                </a:lnTo>
                <a:lnTo>
                  <a:pt x="605" y="432"/>
                </a:lnTo>
                <a:lnTo>
                  <a:pt x="618" y="459"/>
                </a:lnTo>
                <a:close/>
              </a:path>
            </a:pathLst>
          </a:custGeom>
          <a:gradFill>
            <a:gsLst>
              <a:gs pos="0">
                <a:srgbClr val="F59E0B">
                  <a:alpha val="98000"/>
                </a:srgbClr>
              </a:gs>
              <a:gs pos="100000">
                <a:srgbClr val="B45309">
                  <a:alpha val="98000"/>
                </a:srgbClr>
              </a:gs>
            </a:gsLst>
            <a:lin ang="2700000" scaled="1"/>
          </a:gradFill>
          <a:ln w="0">
            <a:noFill/>
          </a:ln>
        </p:spPr>
        <p:style>
          <a:lnRef idx="0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Gearbox:Gear1_Driver_Axle"/>
          <p:cNvSpPr/>
          <p:nvPr/>
        </p:nvSpPr>
        <p:spPr>
          <a:xfrm>
            <a:off x="6604989" y="2398749"/>
            <a:ext cx="176837" cy="176837"/>
          </a:xfrm>
          <a:prstGeom prst="ellipse">
            <a:avLst/>
          </a:prstGeom>
          <a:solidFill>
            <a:srgbClr val="FEF08A">
              <a:alpha val="96000"/>
            </a:srgbClr>
          </a:solidFill>
          <a:ln w="15240"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Gearbox:Gear2_Main"/>
          <p:cNvSpPr/>
          <p:nvPr/>
        </p:nvSpPr>
        <p:spPr>
          <a:xfrm>
            <a:off x="6991203" y="2166504"/>
            <a:ext cx="1479864" cy="1479864"/>
          </a:xfrm>
          <a:custGeom>
            <a:avLst/>
            <a:gdLst/>
            <a:ahLst/>
            <a:cxnLst/>
            <a:rect l="0" t="0" r="r" b="b"/>
            <a:pathLst>
              <a:path w="1000" h="1000">
                <a:moveTo>
                  <a:pt x="114" y="362"/>
                </a:moveTo>
                <a:lnTo>
                  <a:pt x="122" y="344"/>
                </a:lnTo>
                <a:lnTo>
                  <a:pt x="85" y="313"/>
                </a:lnTo>
                <a:lnTo>
                  <a:pt x="58" y="284"/>
                </a:lnTo>
                <a:lnTo>
                  <a:pt x="72" y="257"/>
                </a:lnTo>
                <a:lnTo>
                  <a:pt x="112" y="263"/>
                </a:lnTo>
                <a:lnTo>
                  <a:pt x="158" y="276"/>
                </a:lnTo>
                <a:lnTo>
                  <a:pt x="169" y="259"/>
                </a:lnTo>
                <a:lnTo>
                  <a:pt x="181" y="244"/>
                </a:lnTo>
                <a:lnTo>
                  <a:pt x="155" y="204"/>
                </a:lnTo>
                <a:lnTo>
                  <a:pt x="137" y="168"/>
                </a:lnTo>
                <a:lnTo>
                  <a:pt x="158" y="146"/>
                </a:lnTo>
                <a:lnTo>
                  <a:pt x="194" y="163"/>
                </a:lnTo>
                <a:lnTo>
                  <a:pt x="235" y="188"/>
                </a:lnTo>
                <a:lnTo>
                  <a:pt x="250" y="176"/>
                </a:lnTo>
                <a:lnTo>
                  <a:pt x="266" y="164"/>
                </a:lnTo>
                <a:lnTo>
                  <a:pt x="252" y="119"/>
                </a:lnTo>
                <a:lnTo>
                  <a:pt x="245" y="79"/>
                </a:lnTo>
                <a:lnTo>
                  <a:pt x="272" y="64"/>
                </a:lnTo>
                <a:lnTo>
                  <a:pt x="302" y="91"/>
                </a:lnTo>
                <a:lnTo>
                  <a:pt x="333" y="126"/>
                </a:lnTo>
                <a:lnTo>
                  <a:pt x="351" y="119"/>
                </a:lnTo>
                <a:lnTo>
                  <a:pt x="370" y="112"/>
                </a:lnTo>
                <a:lnTo>
                  <a:pt x="369" y="64"/>
                </a:lnTo>
                <a:lnTo>
                  <a:pt x="374" y="25"/>
                </a:lnTo>
                <a:lnTo>
                  <a:pt x="404" y="18"/>
                </a:lnTo>
                <a:lnTo>
                  <a:pt x="425" y="51"/>
                </a:lnTo>
                <a:lnTo>
                  <a:pt x="445" y="94"/>
                </a:lnTo>
                <a:lnTo>
                  <a:pt x="465" y="92"/>
                </a:lnTo>
                <a:lnTo>
                  <a:pt x="485" y="91"/>
                </a:lnTo>
                <a:lnTo>
                  <a:pt x="497" y="45"/>
                </a:lnTo>
                <a:lnTo>
                  <a:pt x="513" y="8"/>
                </a:lnTo>
                <a:lnTo>
                  <a:pt x="544" y="10"/>
                </a:lnTo>
                <a:lnTo>
                  <a:pt x="554" y="48"/>
                </a:lnTo>
                <a:lnTo>
                  <a:pt x="562" y="95"/>
                </a:lnTo>
                <a:lnTo>
                  <a:pt x="581" y="99"/>
                </a:lnTo>
                <a:lnTo>
                  <a:pt x="601" y="103"/>
                </a:lnTo>
                <a:lnTo>
                  <a:pt x="626" y="63"/>
                </a:lnTo>
                <a:lnTo>
                  <a:pt x="651" y="32"/>
                </a:lnTo>
                <a:lnTo>
                  <a:pt x="680" y="42"/>
                </a:lnTo>
                <a:lnTo>
                  <a:pt x="679" y="82"/>
                </a:lnTo>
                <a:lnTo>
                  <a:pt x="673" y="129"/>
                </a:lnTo>
                <a:lnTo>
                  <a:pt x="691" y="138"/>
                </a:lnTo>
                <a:lnTo>
                  <a:pt x="708" y="148"/>
                </a:lnTo>
                <a:lnTo>
                  <a:pt x="744" y="116"/>
                </a:lnTo>
                <a:lnTo>
                  <a:pt x="777" y="93"/>
                </a:lnTo>
                <a:lnTo>
                  <a:pt x="802" y="111"/>
                </a:lnTo>
                <a:lnTo>
                  <a:pt x="790" y="150"/>
                </a:lnTo>
                <a:lnTo>
                  <a:pt x="771" y="193"/>
                </a:lnTo>
                <a:lnTo>
                  <a:pt x="785" y="206"/>
                </a:lnTo>
                <a:lnTo>
                  <a:pt x="799" y="221"/>
                </a:lnTo>
                <a:lnTo>
                  <a:pt x="842" y="200"/>
                </a:lnTo>
                <a:lnTo>
                  <a:pt x="880" y="187"/>
                </a:lnTo>
                <a:lnTo>
                  <a:pt x="899" y="212"/>
                </a:lnTo>
                <a:lnTo>
                  <a:pt x="877" y="245"/>
                </a:lnTo>
                <a:lnTo>
                  <a:pt x="846" y="282"/>
                </a:lnTo>
                <a:lnTo>
                  <a:pt x="856" y="299"/>
                </a:lnTo>
                <a:lnTo>
                  <a:pt x="866" y="316"/>
                </a:lnTo>
                <a:lnTo>
                  <a:pt x="913" y="309"/>
                </a:lnTo>
                <a:lnTo>
                  <a:pt x="953" y="307"/>
                </a:lnTo>
                <a:lnTo>
                  <a:pt x="964" y="336"/>
                </a:lnTo>
                <a:lnTo>
                  <a:pt x="933" y="362"/>
                </a:lnTo>
                <a:lnTo>
                  <a:pt x="894" y="388"/>
                </a:lnTo>
                <a:lnTo>
                  <a:pt x="899" y="407"/>
                </a:lnTo>
                <a:lnTo>
                  <a:pt x="903" y="427"/>
                </a:lnTo>
                <a:lnTo>
                  <a:pt x="950" y="433"/>
                </a:lnTo>
                <a:lnTo>
                  <a:pt x="989" y="443"/>
                </a:lnTo>
                <a:lnTo>
                  <a:pt x="991" y="473"/>
                </a:lnTo>
                <a:lnTo>
                  <a:pt x="955" y="490"/>
                </a:lnTo>
                <a:lnTo>
                  <a:pt x="909" y="504"/>
                </a:lnTo>
                <a:lnTo>
                  <a:pt x="909" y="523"/>
                </a:lnTo>
                <a:lnTo>
                  <a:pt x="907" y="543"/>
                </a:lnTo>
                <a:lnTo>
                  <a:pt x="951" y="562"/>
                </a:lnTo>
                <a:lnTo>
                  <a:pt x="985" y="583"/>
                </a:lnTo>
                <a:lnTo>
                  <a:pt x="979" y="613"/>
                </a:lnTo>
                <a:lnTo>
                  <a:pt x="939" y="618"/>
                </a:lnTo>
                <a:lnTo>
                  <a:pt x="892" y="619"/>
                </a:lnTo>
                <a:lnTo>
                  <a:pt x="886" y="638"/>
                </a:lnTo>
                <a:lnTo>
                  <a:pt x="878" y="656"/>
                </a:lnTo>
                <a:lnTo>
                  <a:pt x="915" y="687"/>
                </a:lnTo>
                <a:lnTo>
                  <a:pt x="942" y="716"/>
                </a:lnTo>
                <a:lnTo>
                  <a:pt x="928" y="743"/>
                </a:lnTo>
                <a:lnTo>
                  <a:pt x="888" y="737"/>
                </a:lnTo>
                <a:lnTo>
                  <a:pt x="842" y="724"/>
                </a:lnTo>
                <a:lnTo>
                  <a:pt x="831" y="741"/>
                </a:lnTo>
                <a:lnTo>
                  <a:pt x="819" y="756"/>
                </a:lnTo>
                <a:lnTo>
                  <a:pt x="845" y="796"/>
                </a:lnTo>
                <a:lnTo>
                  <a:pt x="863" y="832"/>
                </a:lnTo>
                <a:lnTo>
                  <a:pt x="842" y="854"/>
                </a:lnTo>
                <a:lnTo>
                  <a:pt x="806" y="837"/>
                </a:lnTo>
                <a:lnTo>
                  <a:pt x="765" y="812"/>
                </a:lnTo>
                <a:lnTo>
                  <a:pt x="750" y="824"/>
                </a:lnTo>
                <a:lnTo>
                  <a:pt x="734" y="836"/>
                </a:lnTo>
                <a:lnTo>
                  <a:pt x="748" y="881"/>
                </a:lnTo>
                <a:lnTo>
                  <a:pt x="755" y="921"/>
                </a:lnTo>
                <a:lnTo>
                  <a:pt x="728" y="936"/>
                </a:lnTo>
                <a:lnTo>
                  <a:pt x="698" y="909"/>
                </a:lnTo>
                <a:lnTo>
                  <a:pt x="667" y="874"/>
                </a:lnTo>
                <a:lnTo>
                  <a:pt x="649" y="881"/>
                </a:lnTo>
                <a:lnTo>
                  <a:pt x="630" y="888"/>
                </a:lnTo>
                <a:lnTo>
                  <a:pt x="631" y="936"/>
                </a:lnTo>
                <a:lnTo>
                  <a:pt x="626" y="975"/>
                </a:lnTo>
                <a:lnTo>
                  <a:pt x="596" y="982"/>
                </a:lnTo>
                <a:lnTo>
                  <a:pt x="575" y="949"/>
                </a:lnTo>
                <a:lnTo>
                  <a:pt x="555" y="906"/>
                </a:lnTo>
                <a:lnTo>
                  <a:pt x="535" y="908"/>
                </a:lnTo>
                <a:lnTo>
                  <a:pt x="515" y="909"/>
                </a:lnTo>
                <a:lnTo>
                  <a:pt x="503" y="955"/>
                </a:lnTo>
                <a:lnTo>
                  <a:pt x="487" y="992"/>
                </a:lnTo>
                <a:lnTo>
                  <a:pt x="456" y="990"/>
                </a:lnTo>
                <a:lnTo>
                  <a:pt x="446" y="952"/>
                </a:lnTo>
                <a:lnTo>
                  <a:pt x="438" y="905"/>
                </a:lnTo>
                <a:lnTo>
                  <a:pt x="419" y="901"/>
                </a:lnTo>
                <a:lnTo>
                  <a:pt x="399" y="897"/>
                </a:lnTo>
                <a:lnTo>
                  <a:pt x="374" y="937"/>
                </a:lnTo>
                <a:lnTo>
                  <a:pt x="349" y="968"/>
                </a:lnTo>
                <a:lnTo>
                  <a:pt x="320" y="958"/>
                </a:lnTo>
                <a:lnTo>
                  <a:pt x="321" y="918"/>
                </a:lnTo>
                <a:lnTo>
                  <a:pt x="327" y="871"/>
                </a:lnTo>
                <a:lnTo>
                  <a:pt x="309" y="862"/>
                </a:lnTo>
                <a:lnTo>
                  <a:pt x="292" y="852"/>
                </a:lnTo>
                <a:lnTo>
                  <a:pt x="256" y="884"/>
                </a:lnTo>
                <a:lnTo>
                  <a:pt x="223" y="907"/>
                </a:lnTo>
                <a:lnTo>
                  <a:pt x="198" y="889"/>
                </a:lnTo>
                <a:lnTo>
                  <a:pt x="210" y="850"/>
                </a:lnTo>
                <a:lnTo>
                  <a:pt x="229" y="807"/>
                </a:lnTo>
                <a:lnTo>
                  <a:pt x="215" y="794"/>
                </a:lnTo>
                <a:lnTo>
                  <a:pt x="201" y="779"/>
                </a:lnTo>
                <a:lnTo>
                  <a:pt x="158" y="800"/>
                </a:lnTo>
                <a:lnTo>
                  <a:pt x="120" y="813"/>
                </a:lnTo>
                <a:lnTo>
                  <a:pt x="101" y="788"/>
                </a:lnTo>
                <a:lnTo>
                  <a:pt x="123" y="755"/>
                </a:lnTo>
                <a:lnTo>
                  <a:pt x="154" y="718"/>
                </a:lnTo>
                <a:lnTo>
                  <a:pt x="144" y="701"/>
                </a:lnTo>
                <a:lnTo>
                  <a:pt x="134" y="684"/>
                </a:lnTo>
                <a:lnTo>
                  <a:pt x="87" y="691"/>
                </a:lnTo>
                <a:lnTo>
                  <a:pt x="47" y="693"/>
                </a:lnTo>
                <a:lnTo>
                  <a:pt x="36" y="664"/>
                </a:lnTo>
                <a:lnTo>
                  <a:pt x="67" y="638"/>
                </a:lnTo>
                <a:lnTo>
                  <a:pt x="106" y="612"/>
                </a:lnTo>
                <a:lnTo>
                  <a:pt x="101" y="593"/>
                </a:lnTo>
                <a:lnTo>
                  <a:pt x="97" y="573"/>
                </a:lnTo>
                <a:lnTo>
                  <a:pt x="50" y="567"/>
                </a:lnTo>
                <a:lnTo>
                  <a:pt x="11" y="557"/>
                </a:lnTo>
                <a:lnTo>
                  <a:pt x="9" y="527"/>
                </a:lnTo>
                <a:lnTo>
                  <a:pt x="45" y="510"/>
                </a:lnTo>
                <a:lnTo>
                  <a:pt x="91" y="496"/>
                </a:lnTo>
                <a:lnTo>
                  <a:pt x="91" y="477"/>
                </a:lnTo>
                <a:lnTo>
                  <a:pt x="93" y="457"/>
                </a:lnTo>
                <a:lnTo>
                  <a:pt x="49" y="438"/>
                </a:lnTo>
                <a:lnTo>
                  <a:pt x="15" y="417"/>
                </a:lnTo>
                <a:lnTo>
                  <a:pt x="21" y="387"/>
                </a:lnTo>
                <a:lnTo>
                  <a:pt x="61" y="382"/>
                </a:lnTo>
                <a:lnTo>
                  <a:pt x="108" y="381"/>
                </a:lnTo>
                <a:close/>
                <a:moveTo>
                  <a:pt x="534" y="191"/>
                </a:moveTo>
                <a:lnTo>
                  <a:pt x="491" y="189"/>
                </a:lnTo>
                <a:lnTo>
                  <a:pt x="449" y="193"/>
                </a:lnTo>
                <a:lnTo>
                  <a:pt x="408" y="203"/>
                </a:lnTo>
                <a:lnTo>
                  <a:pt x="369" y="218"/>
                </a:lnTo>
                <a:lnTo>
                  <a:pt x="332" y="238"/>
                </a:lnTo>
                <a:lnTo>
                  <a:pt x="298" y="264"/>
                </a:lnTo>
                <a:lnTo>
                  <a:pt x="409" y="394"/>
                </a:lnTo>
                <a:lnTo>
                  <a:pt x="425" y="383"/>
                </a:lnTo>
                <a:lnTo>
                  <a:pt x="441" y="374"/>
                </a:lnTo>
                <a:lnTo>
                  <a:pt x="459" y="367"/>
                </a:lnTo>
                <a:lnTo>
                  <a:pt x="477" y="363"/>
                </a:lnTo>
                <a:lnTo>
                  <a:pt x="496" y="361"/>
                </a:lnTo>
                <a:lnTo>
                  <a:pt x="515" y="362"/>
                </a:lnTo>
                <a:close/>
                <a:moveTo>
                  <a:pt x="803" y="572"/>
                </a:moveTo>
                <a:lnTo>
                  <a:pt x="811" y="517"/>
                </a:lnTo>
                <a:lnTo>
                  <a:pt x="809" y="462"/>
                </a:lnTo>
                <a:lnTo>
                  <a:pt x="797" y="408"/>
                </a:lnTo>
                <a:lnTo>
                  <a:pt x="776" y="357"/>
                </a:lnTo>
                <a:lnTo>
                  <a:pt x="747" y="310"/>
                </a:lnTo>
                <a:lnTo>
                  <a:pt x="709" y="270"/>
                </a:lnTo>
                <a:lnTo>
                  <a:pt x="594" y="397"/>
                </a:lnTo>
                <a:lnTo>
                  <a:pt x="610" y="415"/>
                </a:lnTo>
                <a:lnTo>
                  <a:pt x="624" y="436"/>
                </a:lnTo>
                <a:lnTo>
                  <a:pt x="633" y="459"/>
                </a:lnTo>
                <a:lnTo>
                  <a:pt x="638" y="483"/>
                </a:lnTo>
                <a:lnTo>
                  <a:pt x="639" y="508"/>
                </a:lnTo>
                <a:lnTo>
                  <a:pt x="635" y="532"/>
                </a:lnTo>
                <a:close/>
                <a:moveTo>
                  <a:pt x="428" y="803"/>
                </a:moveTo>
                <a:lnTo>
                  <a:pt x="483" y="811"/>
                </a:lnTo>
                <a:lnTo>
                  <a:pt x="538" y="809"/>
                </a:lnTo>
                <a:lnTo>
                  <a:pt x="592" y="797"/>
                </a:lnTo>
                <a:lnTo>
                  <a:pt x="643" y="776"/>
                </a:lnTo>
                <a:lnTo>
                  <a:pt x="690" y="747"/>
                </a:lnTo>
                <a:lnTo>
                  <a:pt x="730" y="709"/>
                </a:lnTo>
                <a:lnTo>
                  <a:pt x="603" y="594"/>
                </a:lnTo>
                <a:lnTo>
                  <a:pt x="585" y="610"/>
                </a:lnTo>
                <a:lnTo>
                  <a:pt x="564" y="624"/>
                </a:lnTo>
                <a:lnTo>
                  <a:pt x="541" y="633"/>
                </a:lnTo>
                <a:lnTo>
                  <a:pt x="517" y="638"/>
                </a:lnTo>
                <a:lnTo>
                  <a:pt x="492" y="639"/>
                </a:lnTo>
                <a:lnTo>
                  <a:pt x="468" y="635"/>
                </a:lnTo>
                <a:close/>
                <a:moveTo>
                  <a:pt x="197" y="428"/>
                </a:moveTo>
                <a:lnTo>
                  <a:pt x="189" y="483"/>
                </a:lnTo>
                <a:lnTo>
                  <a:pt x="191" y="538"/>
                </a:lnTo>
                <a:lnTo>
                  <a:pt x="203" y="592"/>
                </a:lnTo>
                <a:lnTo>
                  <a:pt x="224" y="643"/>
                </a:lnTo>
                <a:lnTo>
                  <a:pt x="253" y="690"/>
                </a:lnTo>
                <a:lnTo>
                  <a:pt x="291" y="730"/>
                </a:lnTo>
                <a:lnTo>
                  <a:pt x="406" y="603"/>
                </a:lnTo>
                <a:lnTo>
                  <a:pt x="390" y="585"/>
                </a:lnTo>
                <a:lnTo>
                  <a:pt x="376" y="564"/>
                </a:lnTo>
                <a:lnTo>
                  <a:pt x="367" y="541"/>
                </a:lnTo>
                <a:lnTo>
                  <a:pt x="362" y="517"/>
                </a:lnTo>
                <a:lnTo>
                  <a:pt x="361" y="492"/>
                </a:lnTo>
                <a:lnTo>
                  <a:pt x="365" y="468"/>
                </a:lnTo>
                <a:close/>
              </a:path>
            </a:pathLst>
          </a:custGeom>
          <a:gradFill>
            <a:gsLst>
              <a:gs pos="0">
                <a:srgbClr val="38BDF8">
                  <a:alpha val="98000"/>
                </a:srgbClr>
              </a:gs>
              <a:gs pos="100000">
                <a:srgbClr val="0369A1">
                  <a:alpha val="98000"/>
                </a:srgbClr>
              </a:gs>
            </a:gsLst>
            <a:lin ang="2700000" scaled="1"/>
          </a:gradFill>
          <a:ln w="0">
            <a:noFill/>
          </a:ln>
        </p:spPr>
        <p:style>
          <a:lnRef idx="0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Gearbox:Gear2_Main_Axle"/>
          <p:cNvSpPr/>
          <p:nvPr/>
        </p:nvSpPr>
        <p:spPr>
          <a:xfrm>
            <a:off x="7597948" y="2773249"/>
            <a:ext cx="266375" cy="266375"/>
          </a:xfrm>
          <a:prstGeom prst="ellipse">
            <a:avLst/>
          </a:prstGeom>
          <a:solidFill>
            <a:srgbClr val="E0F2FE">
              <a:alpha val="96000"/>
            </a:srgbClr>
          </a:solidFill>
          <a:ln w="15240"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Gearbox:Gear3_Pinion"/>
          <p:cNvSpPr/>
          <p:nvPr/>
        </p:nvSpPr>
        <p:spPr>
          <a:xfrm>
            <a:off x="8198525" y="1917251"/>
            <a:ext cx="858072" cy="858072"/>
          </a:xfrm>
          <a:custGeom>
            <a:avLst/>
            <a:gdLst/>
            <a:ahLst/>
            <a:cxnLst/>
            <a:rect l="0" t="0" r="r" b="b"/>
            <a:pathLst>
              <a:path w="1000" h="1000">
                <a:moveTo>
                  <a:pt x="774" y="717"/>
                </a:moveTo>
                <a:lnTo>
                  <a:pt x="754" y="740"/>
                </a:lnTo>
                <a:lnTo>
                  <a:pt x="793" y="812"/>
                </a:lnTo>
                <a:lnTo>
                  <a:pt x="816" y="877"/>
                </a:lnTo>
                <a:lnTo>
                  <a:pt x="771" y="911"/>
                </a:lnTo>
                <a:lnTo>
                  <a:pt x="714" y="870"/>
                </a:lnTo>
                <a:lnTo>
                  <a:pt x="657" y="812"/>
                </a:lnTo>
                <a:lnTo>
                  <a:pt x="629" y="825"/>
                </a:lnTo>
                <a:lnTo>
                  <a:pt x="600" y="835"/>
                </a:lnTo>
                <a:lnTo>
                  <a:pt x="598" y="916"/>
                </a:lnTo>
                <a:lnTo>
                  <a:pt x="585" y="985"/>
                </a:lnTo>
                <a:lnTo>
                  <a:pt x="529" y="991"/>
                </a:lnTo>
                <a:lnTo>
                  <a:pt x="500" y="928"/>
                </a:lnTo>
                <a:lnTo>
                  <a:pt x="480" y="849"/>
                </a:lnTo>
                <a:lnTo>
                  <a:pt x="449" y="846"/>
                </a:lnTo>
                <a:lnTo>
                  <a:pt x="419" y="840"/>
                </a:lnTo>
                <a:lnTo>
                  <a:pt x="377" y="910"/>
                </a:lnTo>
                <a:lnTo>
                  <a:pt x="331" y="962"/>
                </a:lnTo>
                <a:lnTo>
                  <a:pt x="279" y="940"/>
                </a:lnTo>
                <a:lnTo>
                  <a:pt x="287" y="871"/>
                </a:lnTo>
                <a:lnTo>
                  <a:pt x="309" y="792"/>
                </a:lnTo>
                <a:lnTo>
                  <a:pt x="283" y="774"/>
                </a:lnTo>
                <a:lnTo>
                  <a:pt x="260" y="754"/>
                </a:lnTo>
                <a:lnTo>
                  <a:pt x="188" y="793"/>
                </a:lnTo>
                <a:lnTo>
                  <a:pt x="123" y="816"/>
                </a:lnTo>
                <a:lnTo>
                  <a:pt x="89" y="771"/>
                </a:lnTo>
                <a:lnTo>
                  <a:pt x="130" y="714"/>
                </a:lnTo>
                <a:lnTo>
                  <a:pt x="188" y="657"/>
                </a:lnTo>
                <a:lnTo>
                  <a:pt x="175" y="629"/>
                </a:lnTo>
                <a:lnTo>
                  <a:pt x="165" y="600"/>
                </a:lnTo>
                <a:lnTo>
                  <a:pt x="84" y="598"/>
                </a:lnTo>
                <a:lnTo>
                  <a:pt x="15" y="585"/>
                </a:lnTo>
                <a:lnTo>
                  <a:pt x="9" y="529"/>
                </a:lnTo>
                <a:lnTo>
                  <a:pt x="72" y="500"/>
                </a:lnTo>
                <a:lnTo>
                  <a:pt x="151" y="480"/>
                </a:lnTo>
                <a:lnTo>
                  <a:pt x="154" y="449"/>
                </a:lnTo>
                <a:lnTo>
                  <a:pt x="160" y="419"/>
                </a:lnTo>
                <a:lnTo>
                  <a:pt x="90" y="377"/>
                </a:lnTo>
                <a:lnTo>
                  <a:pt x="38" y="331"/>
                </a:lnTo>
                <a:lnTo>
                  <a:pt x="60" y="279"/>
                </a:lnTo>
                <a:lnTo>
                  <a:pt x="129" y="287"/>
                </a:lnTo>
                <a:lnTo>
                  <a:pt x="208" y="309"/>
                </a:lnTo>
                <a:lnTo>
                  <a:pt x="226" y="283"/>
                </a:lnTo>
                <a:lnTo>
                  <a:pt x="246" y="260"/>
                </a:lnTo>
                <a:lnTo>
                  <a:pt x="207" y="188"/>
                </a:lnTo>
                <a:lnTo>
                  <a:pt x="184" y="123"/>
                </a:lnTo>
                <a:lnTo>
                  <a:pt x="229" y="89"/>
                </a:lnTo>
                <a:lnTo>
                  <a:pt x="286" y="130"/>
                </a:lnTo>
                <a:lnTo>
                  <a:pt x="343" y="188"/>
                </a:lnTo>
                <a:lnTo>
                  <a:pt x="371" y="175"/>
                </a:lnTo>
                <a:lnTo>
                  <a:pt x="400" y="165"/>
                </a:lnTo>
                <a:lnTo>
                  <a:pt x="402" y="84"/>
                </a:lnTo>
                <a:lnTo>
                  <a:pt x="415" y="15"/>
                </a:lnTo>
                <a:lnTo>
                  <a:pt x="471" y="9"/>
                </a:lnTo>
                <a:lnTo>
                  <a:pt x="500" y="72"/>
                </a:lnTo>
                <a:lnTo>
                  <a:pt x="520" y="151"/>
                </a:lnTo>
                <a:lnTo>
                  <a:pt x="551" y="154"/>
                </a:lnTo>
                <a:lnTo>
                  <a:pt x="581" y="160"/>
                </a:lnTo>
                <a:lnTo>
                  <a:pt x="623" y="90"/>
                </a:lnTo>
                <a:lnTo>
                  <a:pt x="669" y="38"/>
                </a:lnTo>
                <a:lnTo>
                  <a:pt x="721" y="60"/>
                </a:lnTo>
                <a:lnTo>
                  <a:pt x="713" y="129"/>
                </a:lnTo>
                <a:lnTo>
                  <a:pt x="691" y="208"/>
                </a:lnTo>
                <a:lnTo>
                  <a:pt x="717" y="226"/>
                </a:lnTo>
                <a:lnTo>
                  <a:pt x="740" y="246"/>
                </a:lnTo>
                <a:lnTo>
                  <a:pt x="812" y="207"/>
                </a:lnTo>
                <a:lnTo>
                  <a:pt x="877" y="184"/>
                </a:lnTo>
                <a:lnTo>
                  <a:pt x="911" y="229"/>
                </a:lnTo>
                <a:lnTo>
                  <a:pt x="870" y="286"/>
                </a:lnTo>
                <a:lnTo>
                  <a:pt x="812" y="343"/>
                </a:lnTo>
                <a:lnTo>
                  <a:pt x="825" y="371"/>
                </a:lnTo>
                <a:lnTo>
                  <a:pt x="835" y="400"/>
                </a:lnTo>
                <a:lnTo>
                  <a:pt x="916" y="402"/>
                </a:lnTo>
                <a:lnTo>
                  <a:pt x="985" y="415"/>
                </a:lnTo>
                <a:lnTo>
                  <a:pt x="991" y="471"/>
                </a:lnTo>
                <a:lnTo>
                  <a:pt x="928" y="500"/>
                </a:lnTo>
                <a:lnTo>
                  <a:pt x="849" y="520"/>
                </a:lnTo>
                <a:lnTo>
                  <a:pt x="846" y="551"/>
                </a:lnTo>
                <a:lnTo>
                  <a:pt x="840" y="581"/>
                </a:lnTo>
                <a:lnTo>
                  <a:pt x="910" y="623"/>
                </a:lnTo>
                <a:lnTo>
                  <a:pt x="962" y="669"/>
                </a:lnTo>
                <a:lnTo>
                  <a:pt x="940" y="721"/>
                </a:lnTo>
                <a:lnTo>
                  <a:pt x="871" y="713"/>
                </a:lnTo>
                <a:lnTo>
                  <a:pt x="792" y="691"/>
                </a:lnTo>
                <a:close/>
                <a:moveTo>
                  <a:pt x="284" y="654"/>
                </a:moveTo>
                <a:lnTo>
                  <a:pt x="315" y="691"/>
                </a:lnTo>
                <a:lnTo>
                  <a:pt x="353" y="721"/>
                </a:lnTo>
                <a:lnTo>
                  <a:pt x="395" y="744"/>
                </a:lnTo>
                <a:lnTo>
                  <a:pt x="441" y="759"/>
                </a:lnTo>
                <a:lnTo>
                  <a:pt x="488" y="765"/>
                </a:lnTo>
                <a:lnTo>
                  <a:pt x="536" y="763"/>
                </a:lnTo>
                <a:lnTo>
                  <a:pt x="516" y="618"/>
                </a:lnTo>
                <a:lnTo>
                  <a:pt x="495" y="619"/>
                </a:lnTo>
                <a:lnTo>
                  <a:pt x="473" y="616"/>
                </a:lnTo>
                <a:lnTo>
                  <a:pt x="453" y="609"/>
                </a:lnTo>
                <a:lnTo>
                  <a:pt x="434" y="599"/>
                </a:lnTo>
                <a:lnTo>
                  <a:pt x="417" y="585"/>
                </a:lnTo>
                <a:lnTo>
                  <a:pt x="403" y="569"/>
                </a:lnTo>
                <a:close/>
                <a:moveTo>
                  <a:pt x="519" y="235"/>
                </a:moveTo>
                <a:lnTo>
                  <a:pt x="456" y="238"/>
                </a:lnTo>
                <a:lnTo>
                  <a:pt x="396" y="256"/>
                </a:lnTo>
                <a:lnTo>
                  <a:pt x="341" y="287"/>
                </a:lnTo>
                <a:lnTo>
                  <a:pt x="296" y="330"/>
                </a:lnTo>
                <a:lnTo>
                  <a:pt x="262" y="383"/>
                </a:lnTo>
                <a:lnTo>
                  <a:pt x="241" y="442"/>
                </a:lnTo>
                <a:lnTo>
                  <a:pt x="384" y="474"/>
                </a:lnTo>
                <a:lnTo>
                  <a:pt x="393" y="448"/>
                </a:lnTo>
                <a:lnTo>
                  <a:pt x="409" y="424"/>
                </a:lnTo>
                <a:lnTo>
                  <a:pt x="429" y="405"/>
                </a:lnTo>
                <a:lnTo>
                  <a:pt x="453" y="391"/>
                </a:lnTo>
                <a:lnTo>
                  <a:pt x="480" y="383"/>
                </a:lnTo>
                <a:lnTo>
                  <a:pt x="509" y="382"/>
                </a:lnTo>
                <a:close/>
                <a:moveTo>
                  <a:pt x="720" y="649"/>
                </a:moveTo>
                <a:lnTo>
                  <a:pt x="749" y="593"/>
                </a:lnTo>
                <a:lnTo>
                  <a:pt x="764" y="532"/>
                </a:lnTo>
                <a:lnTo>
                  <a:pt x="764" y="469"/>
                </a:lnTo>
                <a:lnTo>
                  <a:pt x="749" y="408"/>
                </a:lnTo>
                <a:lnTo>
                  <a:pt x="720" y="352"/>
                </a:lnTo>
                <a:lnTo>
                  <a:pt x="680" y="304"/>
                </a:lnTo>
                <a:lnTo>
                  <a:pt x="580" y="412"/>
                </a:lnTo>
                <a:lnTo>
                  <a:pt x="599" y="434"/>
                </a:lnTo>
                <a:lnTo>
                  <a:pt x="611" y="459"/>
                </a:lnTo>
                <a:lnTo>
                  <a:pt x="618" y="486"/>
                </a:lnTo>
                <a:lnTo>
                  <a:pt x="618" y="514"/>
                </a:lnTo>
                <a:lnTo>
                  <a:pt x="611" y="542"/>
                </a:lnTo>
                <a:lnTo>
                  <a:pt x="598" y="567"/>
                </a:lnTo>
                <a:close/>
              </a:path>
            </a:pathLst>
          </a:custGeom>
          <a:gradFill>
            <a:gsLst>
              <a:gs pos="0">
                <a:srgbClr val="F43F5E">
                  <a:alpha val="98000"/>
                </a:srgbClr>
              </a:gs>
              <a:gs pos="100000">
                <a:srgbClr val="9F1239">
                  <a:alpha val="98000"/>
                </a:srgbClr>
              </a:gs>
            </a:gsLst>
            <a:lin ang="2700000" scaled="1"/>
          </a:gradFill>
          <a:ln w="0">
            <a:noFill/>
          </a:ln>
        </p:spPr>
        <p:style>
          <a:lnRef idx="0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Gearbox:Gear3_Pinion_Axle"/>
          <p:cNvSpPr/>
          <p:nvPr/>
        </p:nvSpPr>
        <p:spPr>
          <a:xfrm>
            <a:off x="8550335" y="2269061"/>
            <a:ext cx="154453" cy="154453"/>
          </a:xfrm>
          <a:prstGeom prst="ellipse">
            <a:avLst/>
          </a:prstGeom>
          <a:solidFill>
            <a:srgbClr val="FFE4E6">
              <a:alpha val="96000"/>
            </a:srgbClr>
          </a:solidFill>
          <a:ln w="15240"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Gearbox:Gear4_Idler"/>
          <p:cNvSpPr/>
          <p:nvPr/>
        </p:nvSpPr>
        <p:spPr>
          <a:xfrm>
            <a:off x="6731273" y="3473581"/>
            <a:ext cx="1231148" cy="1231148"/>
          </a:xfrm>
          <a:custGeom>
            <a:avLst/>
            <a:gdLst/>
            <a:ahLst/>
            <a:cxnLst/>
            <a:rect l="0" t="0" r="r" b="b"/>
            <a:pathLst>
              <a:path w="1000" h="1000">
                <a:moveTo>
                  <a:pt x="175" y="720"/>
                </a:moveTo>
                <a:lnTo>
                  <a:pt x="162" y="700"/>
                </a:lnTo>
                <a:lnTo>
                  <a:pt x="107" y="713"/>
                </a:lnTo>
                <a:lnTo>
                  <a:pt x="59" y="717"/>
                </a:lnTo>
                <a:lnTo>
                  <a:pt x="43" y="683"/>
                </a:lnTo>
                <a:lnTo>
                  <a:pt x="79" y="650"/>
                </a:lnTo>
                <a:lnTo>
                  <a:pt x="125" y="617"/>
                </a:lnTo>
                <a:lnTo>
                  <a:pt x="119" y="595"/>
                </a:lnTo>
                <a:lnTo>
                  <a:pt x="114" y="572"/>
                </a:lnTo>
                <a:lnTo>
                  <a:pt x="58" y="565"/>
                </a:lnTo>
                <a:lnTo>
                  <a:pt x="11" y="553"/>
                </a:lnTo>
                <a:lnTo>
                  <a:pt x="8" y="515"/>
                </a:lnTo>
                <a:lnTo>
                  <a:pt x="53" y="497"/>
                </a:lnTo>
                <a:lnTo>
                  <a:pt x="108" y="482"/>
                </a:lnTo>
                <a:lnTo>
                  <a:pt x="110" y="459"/>
                </a:lnTo>
                <a:lnTo>
                  <a:pt x="113" y="436"/>
                </a:lnTo>
                <a:lnTo>
                  <a:pt x="62" y="410"/>
                </a:lnTo>
                <a:lnTo>
                  <a:pt x="22" y="383"/>
                </a:lnTo>
                <a:lnTo>
                  <a:pt x="33" y="346"/>
                </a:lnTo>
                <a:lnTo>
                  <a:pt x="81" y="344"/>
                </a:lnTo>
                <a:lnTo>
                  <a:pt x="138" y="349"/>
                </a:lnTo>
                <a:lnTo>
                  <a:pt x="147" y="328"/>
                </a:lnTo>
                <a:lnTo>
                  <a:pt x="158" y="307"/>
                </a:lnTo>
                <a:lnTo>
                  <a:pt x="119" y="266"/>
                </a:lnTo>
                <a:lnTo>
                  <a:pt x="91" y="226"/>
                </a:lnTo>
                <a:lnTo>
                  <a:pt x="113" y="196"/>
                </a:lnTo>
                <a:lnTo>
                  <a:pt x="159" y="210"/>
                </a:lnTo>
                <a:lnTo>
                  <a:pt x="211" y="234"/>
                </a:lnTo>
                <a:lnTo>
                  <a:pt x="227" y="218"/>
                </a:lnTo>
                <a:lnTo>
                  <a:pt x="245" y="202"/>
                </a:lnTo>
                <a:lnTo>
                  <a:pt x="222" y="149"/>
                </a:lnTo>
                <a:lnTo>
                  <a:pt x="209" y="103"/>
                </a:lnTo>
                <a:lnTo>
                  <a:pt x="241" y="82"/>
                </a:lnTo>
                <a:lnTo>
                  <a:pt x="279" y="111"/>
                </a:lnTo>
                <a:lnTo>
                  <a:pt x="319" y="151"/>
                </a:lnTo>
                <a:lnTo>
                  <a:pt x="340" y="141"/>
                </a:lnTo>
                <a:lnTo>
                  <a:pt x="362" y="132"/>
                </a:lnTo>
                <a:lnTo>
                  <a:pt x="359" y="76"/>
                </a:lnTo>
                <a:lnTo>
                  <a:pt x="363" y="28"/>
                </a:lnTo>
                <a:lnTo>
                  <a:pt x="399" y="18"/>
                </a:lnTo>
                <a:lnTo>
                  <a:pt x="425" y="59"/>
                </a:lnTo>
                <a:lnTo>
                  <a:pt x="449" y="111"/>
                </a:lnTo>
                <a:lnTo>
                  <a:pt x="473" y="108"/>
                </a:lnTo>
                <a:lnTo>
                  <a:pt x="496" y="107"/>
                </a:lnTo>
                <a:lnTo>
                  <a:pt x="512" y="53"/>
                </a:lnTo>
                <a:lnTo>
                  <a:pt x="533" y="9"/>
                </a:lnTo>
                <a:lnTo>
                  <a:pt x="570" y="13"/>
                </a:lnTo>
                <a:lnTo>
                  <a:pt x="581" y="60"/>
                </a:lnTo>
                <a:lnTo>
                  <a:pt x="586" y="117"/>
                </a:lnTo>
                <a:lnTo>
                  <a:pt x="608" y="123"/>
                </a:lnTo>
                <a:lnTo>
                  <a:pt x="630" y="130"/>
                </a:lnTo>
                <a:lnTo>
                  <a:pt x="665" y="84"/>
                </a:lnTo>
                <a:lnTo>
                  <a:pt x="699" y="50"/>
                </a:lnTo>
                <a:lnTo>
                  <a:pt x="732" y="66"/>
                </a:lnTo>
                <a:lnTo>
                  <a:pt x="726" y="114"/>
                </a:lnTo>
                <a:lnTo>
                  <a:pt x="712" y="169"/>
                </a:lnTo>
                <a:lnTo>
                  <a:pt x="731" y="182"/>
                </a:lnTo>
                <a:lnTo>
                  <a:pt x="749" y="197"/>
                </a:lnTo>
                <a:lnTo>
                  <a:pt x="797" y="166"/>
                </a:lnTo>
                <a:lnTo>
                  <a:pt x="841" y="145"/>
                </a:lnTo>
                <a:lnTo>
                  <a:pt x="867" y="172"/>
                </a:lnTo>
                <a:lnTo>
                  <a:pt x="845" y="215"/>
                </a:lnTo>
                <a:lnTo>
                  <a:pt x="812" y="262"/>
                </a:lnTo>
                <a:lnTo>
                  <a:pt x="825" y="280"/>
                </a:lnTo>
                <a:lnTo>
                  <a:pt x="838" y="300"/>
                </a:lnTo>
                <a:lnTo>
                  <a:pt x="893" y="287"/>
                </a:lnTo>
                <a:lnTo>
                  <a:pt x="941" y="283"/>
                </a:lnTo>
                <a:lnTo>
                  <a:pt x="957" y="317"/>
                </a:lnTo>
                <a:lnTo>
                  <a:pt x="921" y="350"/>
                </a:lnTo>
                <a:lnTo>
                  <a:pt x="875" y="383"/>
                </a:lnTo>
                <a:lnTo>
                  <a:pt x="881" y="405"/>
                </a:lnTo>
                <a:lnTo>
                  <a:pt x="886" y="428"/>
                </a:lnTo>
                <a:lnTo>
                  <a:pt x="942" y="435"/>
                </a:lnTo>
                <a:lnTo>
                  <a:pt x="989" y="447"/>
                </a:lnTo>
                <a:lnTo>
                  <a:pt x="992" y="485"/>
                </a:lnTo>
                <a:lnTo>
                  <a:pt x="947" y="503"/>
                </a:lnTo>
                <a:lnTo>
                  <a:pt x="892" y="518"/>
                </a:lnTo>
                <a:lnTo>
                  <a:pt x="890" y="541"/>
                </a:lnTo>
                <a:lnTo>
                  <a:pt x="887" y="564"/>
                </a:lnTo>
                <a:lnTo>
                  <a:pt x="938" y="590"/>
                </a:lnTo>
                <a:lnTo>
                  <a:pt x="978" y="617"/>
                </a:lnTo>
                <a:lnTo>
                  <a:pt x="967" y="654"/>
                </a:lnTo>
                <a:lnTo>
                  <a:pt x="919" y="656"/>
                </a:lnTo>
                <a:lnTo>
                  <a:pt x="862" y="651"/>
                </a:lnTo>
                <a:lnTo>
                  <a:pt x="853" y="672"/>
                </a:lnTo>
                <a:lnTo>
                  <a:pt x="842" y="693"/>
                </a:lnTo>
                <a:lnTo>
                  <a:pt x="881" y="734"/>
                </a:lnTo>
                <a:lnTo>
                  <a:pt x="909" y="774"/>
                </a:lnTo>
                <a:lnTo>
                  <a:pt x="887" y="804"/>
                </a:lnTo>
                <a:lnTo>
                  <a:pt x="841" y="790"/>
                </a:lnTo>
                <a:lnTo>
                  <a:pt x="789" y="766"/>
                </a:lnTo>
                <a:lnTo>
                  <a:pt x="773" y="782"/>
                </a:lnTo>
                <a:lnTo>
                  <a:pt x="755" y="798"/>
                </a:lnTo>
                <a:lnTo>
                  <a:pt x="778" y="851"/>
                </a:lnTo>
                <a:lnTo>
                  <a:pt x="791" y="897"/>
                </a:lnTo>
                <a:lnTo>
                  <a:pt x="759" y="918"/>
                </a:lnTo>
                <a:lnTo>
                  <a:pt x="721" y="889"/>
                </a:lnTo>
                <a:lnTo>
                  <a:pt x="681" y="849"/>
                </a:lnTo>
                <a:lnTo>
                  <a:pt x="660" y="859"/>
                </a:lnTo>
                <a:lnTo>
                  <a:pt x="638" y="868"/>
                </a:lnTo>
                <a:lnTo>
                  <a:pt x="641" y="924"/>
                </a:lnTo>
                <a:lnTo>
                  <a:pt x="637" y="972"/>
                </a:lnTo>
                <a:lnTo>
                  <a:pt x="601" y="982"/>
                </a:lnTo>
                <a:lnTo>
                  <a:pt x="575" y="941"/>
                </a:lnTo>
                <a:lnTo>
                  <a:pt x="551" y="889"/>
                </a:lnTo>
                <a:lnTo>
                  <a:pt x="527" y="892"/>
                </a:lnTo>
                <a:lnTo>
                  <a:pt x="504" y="893"/>
                </a:lnTo>
                <a:lnTo>
                  <a:pt x="488" y="947"/>
                </a:lnTo>
                <a:lnTo>
                  <a:pt x="467" y="991"/>
                </a:lnTo>
                <a:lnTo>
                  <a:pt x="430" y="987"/>
                </a:lnTo>
                <a:lnTo>
                  <a:pt x="419" y="940"/>
                </a:lnTo>
                <a:lnTo>
                  <a:pt x="414" y="883"/>
                </a:lnTo>
                <a:lnTo>
                  <a:pt x="392" y="877"/>
                </a:lnTo>
                <a:lnTo>
                  <a:pt x="370" y="870"/>
                </a:lnTo>
                <a:lnTo>
                  <a:pt x="335" y="916"/>
                </a:lnTo>
                <a:lnTo>
                  <a:pt x="301" y="950"/>
                </a:lnTo>
                <a:lnTo>
                  <a:pt x="268" y="934"/>
                </a:lnTo>
                <a:lnTo>
                  <a:pt x="274" y="886"/>
                </a:lnTo>
                <a:lnTo>
                  <a:pt x="288" y="831"/>
                </a:lnTo>
                <a:lnTo>
                  <a:pt x="269" y="818"/>
                </a:lnTo>
                <a:lnTo>
                  <a:pt x="251" y="803"/>
                </a:lnTo>
                <a:lnTo>
                  <a:pt x="203" y="834"/>
                </a:lnTo>
                <a:lnTo>
                  <a:pt x="159" y="855"/>
                </a:lnTo>
                <a:lnTo>
                  <a:pt x="133" y="828"/>
                </a:lnTo>
                <a:lnTo>
                  <a:pt x="155" y="785"/>
                </a:lnTo>
                <a:lnTo>
                  <a:pt x="188" y="738"/>
                </a:lnTo>
                <a:close/>
                <a:moveTo>
                  <a:pt x="287" y="291"/>
                </a:moveTo>
                <a:lnTo>
                  <a:pt x="260" y="322"/>
                </a:lnTo>
                <a:lnTo>
                  <a:pt x="239" y="356"/>
                </a:lnTo>
                <a:lnTo>
                  <a:pt x="221" y="393"/>
                </a:lnTo>
                <a:lnTo>
                  <a:pt x="210" y="432"/>
                </a:lnTo>
                <a:lnTo>
                  <a:pt x="203" y="472"/>
                </a:lnTo>
                <a:lnTo>
                  <a:pt x="202" y="512"/>
                </a:lnTo>
                <a:lnTo>
                  <a:pt x="367" y="506"/>
                </a:lnTo>
                <a:lnTo>
                  <a:pt x="367" y="487"/>
                </a:lnTo>
                <a:lnTo>
                  <a:pt x="370" y="470"/>
                </a:lnTo>
                <a:lnTo>
                  <a:pt x="375" y="452"/>
                </a:lnTo>
                <a:lnTo>
                  <a:pt x="383" y="436"/>
                </a:lnTo>
                <a:lnTo>
                  <a:pt x="393" y="420"/>
                </a:lnTo>
                <a:lnTo>
                  <a:pt x="405" y="407"/>
                </a:lnTo>
                <a:close/>
                <a:moveTo>
                  <a:pt x="734" y="315"/>
                </a:moveTo>
                <a:lnTo>
                  <a:pt x="697" y="276"/>
                </a:lnTo>
                <a:lnTo>
                  <a:pt x="655" y="245"/>
                </a:lnTo>
                <a:lnTo>
                  <a:pt x="607" y="221"/>
                </a:lnTo>
                <a:lnTo>
                  <a:pt x="556" y="207"/>
                </a:lnTo>
                <a:lnTo>
                  <a:pt x="503" y="202"/>
                </a:lnTo>
                <a:lnTo>
                  <a:pt x="450" y="206"/>
                </a:lnTo>
                <a:lnTo>
                  <a:pt x="478" y="368"/>
                </a:lnTo>
                <a:lnTo>
                  <a:pt x="501" y="367"/>
                </a:lnTo>
                <a:lnTo>
                  <a:pt x="525" y="369"/>
                </a:lnTo>
                <a:lnTo>
                  <a:pt x="548" y="375"/>
                </a:lnTo>
                <a:lnTo>
                  <a:pt x="569" y="386"/>
                </a:lnTo>
                <a:lnTo>
                  <a:pt x="588" y="400"/>
                </a:lnTo>
                <a:lnTo>
                  <a:pt x="605" y="417"/>
                </a:lnTo>
                <a:close/>
                <a:moveTo>
                  <a:pt x="685" y="734"/>
                </a:moveTo>
                <a:lnTo>
                  <a:pt x="724" y="697"/>
                </a:lnTo>
                <a:lnTo>
                  <a:pt x="755" y="655"/>
                </a:lnTo>
                <a:lnTo>
                  <a:pt x="779" y="607"/>
                </a:lnTo>
                <a:lnTo>
                  <a:pt x="793" y="556"/>
                </a:lnTo>
                <a:lnTo>
                  <a:pt x="798" y="503"/>
                </a:lnTo>
                <a:lnTo>
                  <a:pt x="794" y="450"/>
                </a:lnTo>
                <a:lnTo>
                  <a:pt x="632" y="478"/>
                </a:lnTo>
                <a:lnTo>
                  <a:pt x="633" y="501"/>
                </a:lnTo>
                <a:lnTo>
                  <a:pt x="631" y="525"/>
                </a:lnTo>
                <a:lnTo>
                  <a:pt x="625" y="548"/>
                </a:lnTo>
                <a:lnTo>
                  <a:pt x="614" y="569"/>
                </a:lnTo>
                <a:lnTo>
                  <a:pt x="600" y="588"/>
                </a:lnTo>
                <a:lnTo>
                  <a:pt x="583" y="605"/>
                </a:lnTo>
                <a:close/>
                <a:moveTo>
                  <a:pt x="266" y="685"/>
                </a:moveTo>
                <a:lnTo>
                  <a:pt x="303" y="724"/>
                </a:lnTo>
                <a:lnTo>
                  <a:pt x="345" y="755"/>
                </a:lnTo>
                <a:lnTo>
                  <a:pt x="393" y="779"/>
                </a:lnTo>
                <a:lnTo>
                  <a:pt x="444" y="793"/>
                </a:lnTo>
                <a:lnTo>
                  <a:pt x="497" y="798"/>
                </a:lnTo>
                <a:lnTo>
                  <a:pt x="550" y="794"/>
                </a:lnTo>
                <a:lnTo>
                  <a:pt x="522" y="632"/>
                </a:lnTo>
                <a:lnTo>
                  <a:pt x="499" y="633"/>
                </a:lnTo>
                <a:lnTo>
                  <a:pt x="475" y="631"/>
                </a:lnTo>
                <a:lnTo>
                  <a:pt x="452" y="625"/>
                </a:lnTo>
                <a:lnTo>
                  <a:pt x="431" y="614"/>
                </a:lnTo>
                <a:lnTo>
                  <a:pt x="412" y="600"/>
                </a:lnTo>
                <a:lnTo>
                  <a:pt x="395" y="583"/>
                </a:lnTo>
                <a:close/>
              </a:path>
            </a:pathLst>
          </a:custGeom>
          <a:gradFill>
            <a:gsLst>
              <a:gs pos="0">
                <a:srgbClr val="10B981">
                  <a:alpha val="98000"/>
                </a:srgbClr>
              </a:gs>
              <a:gs pos="100000">
                <a:srgbClr val="047857">
                  <a:alpha val="98000"/>
                </a:srgbClr>
              </a:gs>
            </a:gsLst>
            <a:lin ang="2700000" scaled="1"/>
          </a:gradFill>
          <a:ln w="0">
            <a:noFill/>
          </a:ln>
        </p:spPr>
        <p:style>
          <a:lnRef idx="0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Gearbox:Gear4_Idler_Axle"/>
          <p:cNvSpPr/>
          <p:nvPr/>
        </p:nvSpPr>
        <p:spPr>
          <a:xfrm>
            <a:off x="7236043" y="3978352"/>
            <a:ext cx="221606" cy="221606"/>
          </a:xfrm>
          <a:prstGeom prst="ellipse">
            <a:avLst/>
          </a:prstGeom>
          <a:solidFill>
            <a:srgbClr val="D1FAE5">
              <a:alpha val="96000"/>
            </a:srgbClr>
          </a:solidFill>
          <a:ln w="15240"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Gearbox:Gear5_Output"/>
          <p:cNvSpPr/>
          <p:nvPr/>
        </p:nvSpPr>
        <p:spPr>
          <a:xfrm>
            <a:off x="7827399" y="3755533"/>
            <a:ext cx="1106789" cy="1106789"/>
          </a:xfrm>
          <a:custGeom>
            <a:avLst/>
            <a:gdLst/>
            <a:ahLst/>
            <a:cxnLst/>
            <a:rect l="0" t="0" r="r" b="b"/>
            <a:pathLst>
              <a:path w="1000" h="1000">
                <a:moveTo>
                  <a:pt x="878" y="550"/>
                </a:moveTo>
                <a:lnTo>
                  <a:pt x="874" y="575"/>
                </a:lnTo>
                <a:lnTo>
                  <a:pt x="929" y="605"/>
                </a:lnTo>
                <a:lnTo>
                  <a:pt x="972" y="638"/>
                </a:lnTo>
                <a:lnTo>
                  <a:pt x="959" y="678"/>
                </a:lnTo>
                <a:lnTo>
                  <a:pt x="905" y="678"/>
                </a:lnTo>
                <a:lnTo>
                  <a:pt x="842" y="668"/>
                </a:lnTo>
                <a:lnTo>
                  <a:pt x="830" y="691"/>
                </a:lnTo>
                <a:lnTo>
                  <a:pt x="817" y="712"/>
                </a:lnTo>
                <a:lnTo>
                  <a:pt x="856" y="762"/>
                </a:lnTo>
                <a:lnTo>
                  <a:pt x="884" y="808"/>
                </a:lnTo>
                <a:lnTo>
                  <a:pt x="856" y="840"/>
                </a:lnTo>
                <a:lnTo>
                  <a:pt x="806" y="819"/>
                </a:lnTo>
                <a:lnTo>
                  <a:pt x="752" y="786"/>
                </a:lnTo>
                <a:lnTo>
                  <a:pt x="732" y="803"/>
                </a:lnTo>
                <a:lnTo>
                  <a:pt x="712" y="817"/>
                </a:lnTo>
                <a:lnTo>
                  <a:pt x="729" y="878"/>
                </a:lnTo>
                <a:lnTo>
                  <a:pt x="736" y="931"/>
                </a:lnTo>
                <a:lnTo>
                  <a:pt x="698" y="950"/>
                </a:lnTo>
                <a:lnTo>
                  <a:pt x="661" y="912"/>
                </a:lnTo>
                <a:lnTo>
                  <a:pt x="623" y="861"/>
                </a:lnTo>
                <a:lnTo>
                  <a:pt x="599" y="868"/>
                </a:lnTo>
                <a:lnTo>
                  <a:pt x="574" y="874"/>
                </a:lnTo>
                <a:lnTo>
                  <a:pt x="567" y="937"/>
                </a:lnTo>
                <a:lnTo>
                  <a:pt x="553" y="989"/>
                </a:lnTo>
                <a:lnTo>
                  <a:pt x="511" y="992"/>
                </a:lnTo>
                <a:lnTo>
                  <a:pt x="491" y="942"/>
                </a:lnTo>
                <a:lnTo>
                  <a:pt x="476" y="881"/>
                </a:lnTo>
                <a:lnTo>
                  <a:pt x="450" y="878"/>
                </a:lnTo>
                <a:lnTo>
                  <a:pt x="425" y="874"/>
                </a:lnTo>
                <a:lnTo>
                  <a:pt x="395" y="929"/>
                </a:lnTo>
                <a:lnTo>
                  <a:pt x="362" y="972"/>
                </a:lnTo>
                <a:lnTo>
                  <a:pt x="322" y="959"/>
                </a:lnTo>
                <a:lnTo>
                  <a:pt x="322" y="905"/>
                </a:lnTo>
                <a:lnTo>
                  <a:pt x="332" y="842"/>
                </a:lnTo>
                <a:lnTo>
                  <a:pt x="309" y="830"/>
                </a:lnTo>
                <a:lnTo>
                  <a:pt x="288" y="817"/>
                </a:lnTo>
                <a:lnTo>
                  <a:pt x="238" y="856"/>
                </a:lnTo>
                <a:lnTo>
                  <a:pt x="192" y="884"/>
                </a:lnTo>
                <a:lnTo>
                  <a:pt x="160" y="856"/>
                </a:lnTo>
                <a:lnTo>
                  <a:pt x="181" y="806"/>
                </a:lnTo>
                <a:lnTo>
                  <a:pt x="214" y="752"/>
                </a:lnTo>
                <a:lnTo>
                  <a:pt x="197" y="732"/>
                </a:lnTo>
                <a:lnTo>
                  <a:pt x="183" y="712"/>
                </a:lnTo>
                <a:lnTo>
                  <a:pt x="122" y="729"/>
                </a:lnTo>
                <a:lnTo>
                  <a:pt x="69" y="736"/>
                </a:lnTo>
                <a:lnTo>
                  <a:pt x="50" y="698"/>
                </a:lnTo>
                <a:lnTo>
                  <a:pt x="88" y="661"/>
                </a:lnTo>
                <a:lnTo>
                  <a:pt x="139" y="623"/>
                </a:lnTo>
                <a:lnTo>
                  <a:pt x="132" y="599"/>
                </a:lnTo>
                <a:lnTo>
                  <a:pt x="126" y="574"/>
                </a:lnTo>
                <a:lnTo>
                  <a:pt x="63" y="567"/>
                </a:lnTo>
                <a:lnTo>
                  <a:pt x="11" y="553"/>
                </a:lnTo>
                <a:lnTo>
                  <a:pt x="8" y="511"/>
                </a:lnTo>
                <a:lnTo>
                  <a:pt x="58" y="491"/>
                </a:lnTo>
                <a:lnTo>
                  <a:pt x="119" y="476"/>
                </a:lnTo>
                <a:lnTo>
                  <a:pt x="122" y="450"/>
                </a:lnTo>
                <a:lnTo>
                  <a:pt x="126" y="425"/>
                </a:lnTo>
                <a:lnTo>
                  <a:pt x="71" y="395"/>
                </a:lnTo>
                <a:lnTo>
                  <a:pt x="28" y="362"/>
                </a:lnTo>
                <a:lnTo>
                  <a:pt x="41" y="322"/>
                </a:lnTo>
                <a:lnTo>
                  <a:pt x="95" y="322"/>
                </a:lnTo>
                <a:lnTo>
                  <a:pt x="158" y="332"/>
                </a:lnTo>
                <a:lnTo>
                  <a:pt x="170" y="309"/>
                </a:lnTo>
                <a:lnTo>
                  <a:pt x="183" y="288"/>
                </a:lnTo>
                <a:lnTo>
                  <a:pt x="144" y="238"/>
                </a:lnTo>
                <a:lnTo>
                  <a:pt x="116" y="192"/>
                </a:lnTo>
                <a:lnTo>
                  <a:pt x="144" y="160"/>
                </a:lnTo>
                <a:lnTo>
                  <a:pt x="194" y="181"/>
                </a:lnTo>
                <a:lnTo>
                  <a:pt x="248" y="214"/>
                </a:lnTo>
                <a:lnTo>
                  <a:pt x="268" y="197"/>
                </a:lnTo>
                <a:lnTo>
                  <a:pt x="288" y="183"/>
                </a:lnTo>
                <a:lnTo>
                  <a:pt x="271" y="122"/>
                </a:lnTo>
                <a:lnTo>
                  <a:pt x="264" y="69"/>
                </a:lnTo>
                <a:lnTo>
                  <a:pt x="302" y="50"/>
                </a:lnTo>
                <a:lnTo>
                  <a:pt x="339" y="88"/>
                </a:lnTo>
                <a:lnTo>
                  <a:pt x="377" y="139"/>
                </a:lnTo>
                <a:lnTo>
                  <a:pt x="401" y="132"/>
                </a:lnTo>
                <a:lnTo>
                  <a:pt x="426" y="126"/>
                </a:lnTo>
                <a:lnTo>
                  <a:pt x="433" y="63"/>
                </a:lnTo>
                <a:lnTo>
                  <a:pt x="447" y="11"/>
                </a:lnTo>
                <a:lnTo>
                  <a:pt x="489" y="8"/>
                </a:lnTo>
                <a:lnTo>
                  <a:pt x="509" y="58"/>
                </a:lnTo>
                <a:lnTo>
                  <a:pt x="524" y="119"/>
                </a:lnTo>
                <a:lnTo>
                  <a:pt x="550" y="122"/>
                </a:lnTo>
                <a:lnTo>
                  <a:pt x="575" y="126"/>
                </a:lnTo>
                <a:lnTo>
                  <a:pt x="605" y="71"/>
                </a:lnTo>
                <a:lnTo>
                  <a:pt x="638" y="28"/>
                </a:lnTo>
                <a:lnTo>
                  <a:pt x="678" y="41"/>
                </a:lnTo>
                <a:lnTo>
                  <a:pt x="678" y="95"/>
                </a:lnTo>
                <a:lnTo>
                  <a:pt x="668" y="158"/>
                </a:lnTo>
                <a:lnTo>
                  <a:pt x="691" y="170"/>
                </a:lnTo>
                <a:lnTo>
                  <a:pt x="712" y="183"/>
                </a:lnTo>
                <a:lnTo>
                  <a:pt x="762" y="144"/>
                </a:lnTo>
                <a:lnTo>
                  <a:pt x="808" y="116"/>
                </a:lnTo>
                <a:lnTo>
                  <a:pt x="840" y="144"/>
                </a:lnTo>
                <a:lnTo>
                  <a:pt x="819" y="194"/>
                </a:lnTo>
                <a:lnTo>
                  <a:pt x="786" y="248"/>
                </a:lnTo>
                <a:lnTo>
                  <a:pt x="803" y="268"/>
                </a:lnTo>
                <a:lnTo>
                  <a:pt x="817" y="288"/>
                </a:lnTo>
                <a:lnTo>
                  <a:pt x="878" y="271"/>
                </a:lnTo>
                <a:lnTo>
                  <a:pt x="931" y="264"/>
                </a:lnTo>
                <a:lnTo>
                  <a:pt x="950" y="302"/>
                </a:lnTo>
                <a:lnTo>
                  <a:pt x="912" y="339"/>
                </a:lnTo>
                <a:lnTo>
                  <a:pt x="861" y="377"/>
                </a:lnTo>
                <a:lnTo>
                  <a:pt x="868" y="401"/>
                </a:lnTo>
                <a:lnTo>
                  <a:pt x="874" y="426"/>
                </a:lnTo>
                <a:lnTo>
                  <a:pt x="937" y="433"/>
                </a:lnTo>
                <a:lnTo>
                  <a:pt x="989" y="447"/>
                </a:lnTo>
                <a:lnTo>
                  <a:pt x="992" y="489"/>
                </a:lnTo>
                <a:lnTo>
                  <a:pt x="942" y="509"/>
                </a:lnTo>
                <a:lnTo>
                  <a:pt x="881" y="524"/>
                </a:lnTo>
                <a:close/>
                <a:moveTo>
                  <a:pt x="514" y="790"/>
                </a:moveTo>
                <a:lnTo>
                  <a:pt x="554" y="785"/>
                </a:lnTo>
                <a:lnTo>
                  <a:pt x="592" y="775"/>
                </a:lnTo>
                <a:lnTo>
                  <a:pt x="628" y="760"/>
                </a:lnTo>
                <a:lnTo>
                  <a:pt x="662" y="740"/>
                </a:lnTo>
                <a:lnTo>
                  <a:pt x="693" y="716"/>
                </a:lnTo>
                <a:lnTo>
                  <a:pt x="721" y="688"/>
                </a:lnTo>
                <a:lnTo>
                  <a:pt x="599" y="584"/>
                </a:lnTo>
                <a:lnTo>
                  <a:pt x="587" y="597"/>
                </a:lnTo>
                <a:lnTo>
                  <a:pt x="573" y="607"/>
                </a:lnTo>
                <a:lnTo>
                  <a:pt x="557" y="616"/>
                </a:lnTo>
                <a:lnTo>
                  <a:pt x="541" y="623"/>
                </a:lnTo>
                <a:lnTo>
                  <a:pt x="524" y="627"/>
                </a:lnTo>
                <a:lnTo>
                  <a:pt x="506" y="630"/>
                </a:lnTo>
                <a:close/>
                <a:moveTo>
                  <a:pt x="211" y="478"/>
                </a:moveTo>
                <a:lnTo>
                  <a:pt x="212" y="530"/>
                </a:lnTo>
                <a:lnTo>
                  <a:pt x="221" y="580"/>
                </a:lnTo>
                <a:lnTo>
                  <a:pt x="240" y="628"/>
                </a:lnTo>
                <a:lnTo>
                  <a:pt x="267" y="672"/>
                </a:lnTo>
                <a:lnTo>
                  <a:pt x="301" y="711"/>
                </a:lnTo>
                <a:lnTo>
                  <a:pt x="341" y="743"/>
                </a:lnTo>
                <a:lnTo>
                  <a:pt x="429" y="609"/>
                </a:lnTo>
                <a:lnTo>
                  <a:pt x="411" y="594"/>
                </a:lnTo>
                <a:lnTo>
                  <a:pt x="396" y="577"/>
                </a:lnTo>
                <a:lnTo>
                  <a:pt x="384" y="557"/>
                </a:lnTo>
                <a:lnTo>
                  <a:pt x="375" y="536"/>
                </a:lnTo>
                <a:lnTo>
                  <a:pt x="371" y="513"/>
                </a:lnTo>
                <a:lnTo>
                  <a:pt x="371" y="490"/>
                </a:lnTo>
                <a:close/>
                <a:moveTo>
                  <a:pt x="522" y="211"/>
                </a:moveTo>
                <a:lnTo>
                  <a:pt x="470" y="212"/>
                </a:lnTo>
                <a:lnTo>
                  <a:pt x="420" y="221"/>
                </a:lnTo>
                <a:lnTo>
                  <a:pt x="372" y="240"/>
                </a:lnTo>
                <a:lnTo>
                  <a:pt x="328" y="267"/>
                </a:lnTo>
                <a:lnTo>
                  <a:pt x="289" y="301"/>
                </a:lnTo>
                <a:lnTo>
                  <a:pt x="257" y="341"/>
                </a:lnTo>
                <a:lnTo>
                  <a:pt x="391" y="429"/>
                </a:lnTo>
                <a:lnTo>
                  <a:pt x="406" y="411"/>
                </a:lnTo>
                <a:lnTo>
                  <a:pt x="423" y="396"/>
                </a:lnTo>
                <a:lnTo>
                  <a:pt x="443" y="384"/>
                </a:lnTo>
                <a:lnTo>
                  <a:pt x="464" y="375"/>
                </a:lnTo>
                <a:lnTo>
                  <a:pt x="487" y="371"/>
                </a:lnTo>
                <a:lnTo>
                  <a:pt x="510" y="371"/>
                </a:lnTo>
                <a:close/>
                <a:moveTo>
                  <a:pt x="789" y="522"/>
                </a:moveTo>
                <a:lnTo>
                  <a:pt x="788" y="470"/>
                </a:lnTo>
                <a:lnTo>
                  <a:pt x="779" y="420"/>
                </a:lnTo>
                <a:lnTo>
                  <a:pt x="760" y="372"/>
                </a:lnTo>
                <a:lnTo>
                  <a:pt x="733" y="328"/>
                </a:lnTo>
                <a:lnTo>
                  <a:pt x="699" y="289"/>
                </a:lnTo>
                <a:lnTo>
                  <a:pt x="659" y="257"/>
                </a:lnTo>
                <a:lnTo>
                  <a:pt x="571" y="391"/>
                </a:lnTo>
                <a:lnTo>
                  <a:pt x="589" y="406"/>
                </a:lnTo>
                <a:lnTo>
                  <a:pt x="604" y="423"/>
                </a:lnTo>
                <a:lnTo>
                  <a:pt x="616" y="443"/>
                </a:lnTo>
                <a:lnTo>
                  <a:pt x="625" y="464"/>
                </a:lnTo>
                <a:lnTo>
                  <a:pt x="629" y="487"/>
                </a:lnTo>
                <a:lnTo>
                  <a:pt x="629" y="510"/>
                </a:lnTo>
                <a:close/>
              </a:path>
            </a:pathLst>
          </a:custGeom>
          <a:gradFill>
            <a:gsLst>
              <a:gs pos="0">
                <a:srgbClr val="A855F7">
                  <a:alpha val="98000"/>
                </a:srgbClr>
              </a:gs>
              <a:gs pos="100000">
                <a:srgbClr val="6B21A8">
                  <a:alpha val="98000"/>
                </a:srgbClr>
              </a:gs>
            </a:gsLst>
            <a:lin ang="2700000" scaled="1"/>
          </a:gradFill>
          <a:ln w="0">
            <a:noFill/>
          </a:ln>
        </p:spPr>
        <p:style>
          <a:lnRef idx="0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Gearbox:Gear5_Output_Axle"/>
          <p:cNvSpPr/>
          <p:nvPr/>
        </p:nvSpPr>
        <p:spPr>
          <a:xfrm>
            <a:off x="8281183" y="4209317"/>
            <a:ext cx="199222" cy="199222"/>
          </a:xfrm>
          <a:prstGeom prst="ellipse">
            <a:avLst/>
          </a:prstGeom>
          <a:solidFill>
            <a:srgbClr val="F3E8FF">
              <a:alpha val="96000"/>
            </a:srgbClr>
          </a:solidFill>
          <a:ln w="15240"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Gearbox:Rack_Slider"/>
          <p:cNvSpPr/>
          <p:nvPr/>
        </p:nvSpPr>
        <p:spPr>
          <a:xfrm>
            <a:off x="7423620" y="4709069"/>
            <a:ext cx="2734784" cy="347472"/>
          </a:xfrm>
          <a:custGeom>
            <a:avLst/>
            <a:gdLst/>
            <a:ahLst/>
            <a:cxnLst/>
            <a:rect l="0" t="0" r="r" b="b"/>
            <a:pathLst>
              <a:path w="1000" h="1000">
                <a:moveTo>
                  <a:pt x="0" y="960"/>
                </a:moveTo>
                <a:lnTo>
                  <a:pt x="0" y="520"/>
                </a:lnTo>
                <a:lnTo>
                  <a:pt x="19" y="520"/>
                </a:lnTo>
                <a:lnTo>
                  <a:pt x="28" y="110"/>
                </a:lnTo>
                <a:lnTo>
                  <a:pt x="51" y="110"/>
                </a:lnTo>
                <a:lnTo>
                  <a:pt x="60" y="520"/>
                </a:lnTo>
                <a:lnTo>
                  <a:pt x="80" y="520"/>
                </a:lnTo>
                <a:lnTo>
                  <a:pt x="90" y="520"/>
                </a:lnTo>
                <a:lnTo>
                  <a:pt x="99" y="110"/>
                </a:lnTo>
                <a:lnTo>
                  <a:pt x="122" y="110"/>
                </a:lnTo>
                <a:lnTo>
                  <a:pt x="131" y="520"/>
                </a:lnTo>
                <a:lnTo>
                  <a:pt x="151" y="520"/>
                </a:lnTo>
                <a:lnTo>
                  <a:pt x="161" y="520"/>
                </a:lnTo>
                <a:lnTo>
                  <a:pt x="171" y="110"/>
                </a:lnTo>
                <a:lnTo>
                  <a:pt x="194" y="110"/>
                </a:lnTo>
                <a:lnTo>
                  <a:pt x="203" y="520"/>
                </a:lnTo>
                <a:lnTo>
                  <a:pt x="223" y="520"/>
                </a:lnTo>
                <a:lnTo>
                  <a:pt x="233" y="520"/>
                </a:lnTo>
                <a:lnTo>
                  <a:pt x="242" y="110"/>
                </a:lnTo>
                <a:lnTo>
                  <a:pt x="265" y="110"/>
                </a:lnTo>
                <a:lnTo>
                  <a:pt x="274" y="520"/>
                </a:lnTo>
                <a:lnTo>
                  <a:pt x="294" y="520"/>
                </a:lnTo>
                <a:lnTo>
                  <a:pt x="304" y="520"/>
                </a:lnTo>
                <a:lnTo>
                  <a:pt x="314" y="110"/>
                </a:lnTo>
                <a:lnTo>
                  <a:pt x="336" y="110"/>
                </a:lnTo>
                <a:lnTo>
                  <a:pt x="346" y="520"/>
                </a:lnTo>
                <a:lnTo>
                  <a:pt x="366" y="520"/>
                </a:lnTo>
                <a:lnTo>
                  <a:pt x="376" y="520"/>
                </a:lnTo>
                <a:lnTo>
                  <a:pt x="385" y="110"/>
                </a:lnTo>
                <a:lnTo>
                  <a:pt x="408" y="110"/>
                </a:lnTo>
                <a:lnTo>
                  <a:pt x="417" y="520"/>
                </a:lnTo>
                <a:lnTo>
                  <a:pt x="437" y="520"/>
                </a:lnTo>
                <a:lnTo>
                  <a:pt x="447" y="520"/>
                </a:lnTo>
                <a:lnTo>
                  <a:pt x="456" y="110"/>
                </a:lnTo>
                <a:lnTo>
                  <a:pt x="479" y="110"/>
                </a:lnTo>
                <a:lnTo>
                  <a:pt x="489" y="520"/>
                </a:lnTo>
                <a:lnTo>
                  <a:pt x="509" y="520"/>
                </a:lnTo>
                <a:lnTo>
                  <a:pt x="519" y="520"/>
                </a:lnTo>
                <a:lnTo>
                  <a:pt x="528" y="110"/>
                </a:lnTo>
                <a:lnTo>
                  <a:pt x="551" y="110"/>
                </a:lnTo>
                <a:lnTo>
                  <a:pt x="560" y="520"/>
                </a:lnTo>
                <a:lnTo>
                  <a:pt x="580" y="520"/>
                </a:lnTo>
                <a:lnTo>
                  <a:pt x="590" y="520"/>
                </a:lnTo>
                <a:lnTo>
                  <a:pt x="599" y="110"/>
                </a:lnTo>
                <a:lnTo>
                  <a:pt x="622" y="110"/>
                </a:lnTo>
                <a:lnTo>
                  <a:pt x="631" y="520"/>
                </a:lnTo>
                <a:lnTo>
                  <a:pt x="651" y="520"/>
                </a:lnTo>
                <a:lnTo>
                  <a:pt x="661" y="520"/>
                </a:lnTo>
                <a:lnTo>
                  <a:pt x="671" y="110"/>
                </a:lnTo>
                <a:lnTo>
                  <a:pt x="694" y="110"/>
                </a:lnTo>
                <a:lnTo>
                  <a:pt x="703" y="520"/>
                </a:lnTo>
                <a:lnTo>
                  <a:pt x="723" y="520"/>
                </a:lnTo>
                <a:lnTo>
                  <a:pt x="733" y="520"/>
                </a:lnTo>
                <a:lnTo>
                  <a:pt x="742" y="110"/>
                </a:lnTo>
                <a:lnTo>
                  <a:pt x="765" y="110"/>
                </a:lnTo>
                <a:lnTo>
                  <a:pt x="774" y="520"/>
                </a:lnTo>
                <a:lnTo>
                  <a:pt x="794" y="520"/>
                </a:lnTo>
                <a:lnTo>
                  <a:pt x="804" y="520"/>
                </a:lnTo>
                <a:lnTo>
                  <a:pt x="814" y="110"/>
                </a:lnTo>
                <a:lnTo>
                  <a:pt x="836" y="110"/>
                </a:lnTo>
                <a:lnTo>
                  <a:pt x="846" y="520"/>
                </a:lnTo>
                <a:lnTo>
                  <a:pt x="866" y="520"/>
                </a:lnTo>
                <a:lnTo>
                  <a:pt x="876" y="520"/>
                </a:lnTo>
                <a:lnTo>
                  <a:pt x="885" y="110"/>
                </a:lnTo>
                <a:lnTo>
                  <a:pt x="908" y="110"/>
                </a:lnTo>
                <a:lnTo>
                  <a:pt x="917" y="520"/>
                </a:lnTo>
                <a:lnTo>
                  <a:pt x="937" y="520"/>
                </a:lnTo>
                <a:lnTo>
                  <a:pt x="1000" y="520"/>
                </a:lnTo>
                <a:lnTo>
                  <a:pt x="1000" y="960"/>
                </a:lnTo>
                <a:close/>
              </a:path>
            </a:pathLst>
          </a:custGeom>
          <a:gradFill>
            <a:gsLst>
              <a:gs pos="0">
                <a:srgbClr val="E2E8F0">
                  <a:alpha val="98000"/>
                </a:srgbClr>
              </a:gs>
              <a:gs pos="100000">
                <a:srgbClr val="64748B">
                  <a:alpha val="98000"/>
                </a:srgbClr>
              </a:gs>
            </a:gsLst>
            <a:lin ang="5400000" scaled="1"/>
          </a:gradFill>
          <a:ln w="0">
            <a:noFill/>
          </a:ln>
        </p:spPr>
        <p:style>
          <a:lnRef idx="0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Bg:Gearbox_Spec"/>
          <p:cNvSpPr txBox="1"/>
          <p:nvPr/>
        </p:nvSpPr>
        <p:spPr>
          <a:xfrm>
            <a:off x="5989320" y="5897880"/>
            <a:ext cx="5486400" cy="47548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860" b="0">
                <a:solidFill>
                  <a:srgbClr val="CBD5E1"/>
                </a:solidFill>
                <a:latin typeface="DejaVu Sans"/>
              </a:rPr>
              <a:t>• Chuỗi ăn khớp hở (Open Kinematic Chain): N₁=14 (CW) → N₂=22 (CCW) → N₃=12 (CW) &amp; N₂=22 → N₄=18 (CW) → N₅=16 (CCW) → Thanh răng.
• Khoảng cách trục chuẩn xác Dᵢⱼ = m·(Nᵢ + Nⱼ)/2; Pha ăn khớp răng: φⱼ = αᵢⱼ + π + (Nᵢ/Nⱼ)(αᵢⱼ - φᵢ) - π/Nⱼ.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Rot by="1800000">
                                      <p:cBhvr>
                                        <p:cTn id="6" dur="1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7" presetID="8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Rot by="1800000">
                                      <p:cBhvr>
                                        <p:cTn id="8" dur="1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9" presetID="0" presetClass="pat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10875 0.011629 E" pathEditMode="relative" rAng="0" ptsTypes="AA">
                                      <p:cBhvr>
                                        <p:cTn id="10" dur="1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11" presetID="8" presetClass="emph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Rot by="-450360">
                                      <p:cBhvr>
                                        <p:cTn id="12" dur="1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3" presetID="0" presetClass="pat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 0.012897 E" pathEditMode="relative" rAng="0" ptsTypes="AA">
                                      <p:cBhvr>
                                        <p:cTn id="14" dur="1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15" presetID="0" presetClass="pat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 0.012897 E" pathEditMode="relative" rAng="0" ptsTypes="AA">
                                      <p:cBhvr>
                                        <p:cTn id="16" dur="1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17" presetID="0" presetClass="pat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 0.012897 E" pathEditMode="relative" rAng="0" ptsTypes="AA">
                                      <p:cBhvr>
                                        <p:cTn id="18" dur="1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 0.012897 E" pathEditMode="relative" rAng="0" ptsTypes="AA">
                                      <p:cBhvr>
                                        <p:cTn id="20" dur="1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21" presetID="0" presetClass="pat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 0.012897 E" pathEditMode="relative" rAng="0" ptsTypes="AA">
                                      <p:cBhvr>
                                        <p:cTn id="22" dur="1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23" presetID="0" presetClass="pat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2175 0.010361 E" pathEditMode="relative" rAng="0" ptsTypes="AA">
                                      <p:cBhvr>
                                        <p:cTn id="24" dur="1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25" presetID="0" presetClass="pat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 0.01 E" pathEditMode="relative" rAng="0" ptsTypes="AA">
                                      <p:cBhvr>
                                        <p:cTn id="26" dur="1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27" presetID="6" presetClass="emph" presetSubtype="0" fill="hold" grpId="0" nodeType="withEffect">
                                  <p:stCondLst>
                                    <p:cond delay="36"/>
                                  </p:stCondLst>
                                  <p:childTnLst>
                                    <p:animScale>
                                      <p:cBhvr>
                                        <p:cTn id="28" dur="200" fill="hold" autoRev="1"/>
                                        <p:tgtEl>
                                          <p:spTgt spid="21"/>
                                        </p:tgtEl>
                                      </p:cBhvr>
                                      <p:by x="108000" y="108000"/>
                                    </p:animScale>
                                  </p:childTnLst>
                                </p:cTn>
                              </p:par>
                              <p:par>
                                <p:cTn id="29" presetID="7" presetClass="emph" presetSubtype="0" fill="hold" grpId="1" nodeType="withEffect">
                                  <p:stCondLst>
                                    <p:cond delay="36"/>
                                  </p:stCondLst>
                                  <p:childTnLst>
                                    <p:animClr clrSpc="rgb">
                                      <p:cBhvr>
                                        <p:cTn id="30" dur="3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3D00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31" presetID="8" presetClass="emph" presetSubtype="0" fill="hold" grpId="1" nodeType="withEffect">
                                  <p:stCondLst>
                                    <p:cond delay="100"/>
                                  </p:stCondLst>
                                  <p:childTnLst>
                                    <p:animRot by="1800000">
                                      <p:cBhvr>
                                        <p:cTn id="32" dur="1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3" presetID="8" presetClass="emph" presetSubtype="0" fill="hold" grpId="1" nodeType="withEffect">
                                  <p:stCondLst>
                                    <p:cond delay="100"/>
                                  </p:stCondLst>
                                  <p:childTnLst>
                                    <p:animRot by="1800000">
                                      <p:cBhvr>
                                        <p:cTn id="34" dur="1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5" presetID="0" presetClass="path" presetSubtype="0" fill="hold" grpId="2" nodeType="withEffect">
                                  <p:stCondLst>
                                    <p:cond delay="100"/>
                                  </p:stCondLst>
                                  <p:childTnLst>
                                    <p:animMotion origin="layout" path="M 0.010875 0.011629 L 0.018836 0.042505 E" pathEditMode="relative" rAng="0" ptsTypes="AA">
                                      <p:cBhvr>
                                        <p:cTn id="36" dur="1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37" presetID="8" presetClass="emph" presetSubtype="0" fill="hold" grpId="3" nodeType="withEffect">
                                  <p:stCondLst>
                                    <p:cond delay="100"/>
                                  </p:stCondLst>
                                  <p:childTnLst>
                                    <p:animRot by="-334260">
                                      <p:cBhvr>
                                        <p:cTn id="38" dur="1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9" presetID="0" presetClass="path" presetSubtype="0" fill="hold" grpId="1" nodeType="withEffect">
                                  <p:stCondLst>
                                    <p:cond delay="100"/>
                                  </p:stCondLst>
                                  <p:childTnLst>
                                    <p:animMotion origin="layout" path="M 0 0.012897 L 0 0.046343 E" pathEditMode="relative" rAng="0" ptsTypes="AA">
                                      <p:cBhvr>
                                        <p:cTn id="40" dur="1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41" presetID="0" presetClass="path" presetSubtype="0" fill="hold" grpId="1" nodeType="withEffect">
                                  <p:stCondLst>
                                    <p:cond delay="100"/>
                                  </p:stCondLst>
                                  <p:childTnLst>
                                    <p:animMotion origin="layout" path="M 0 0.012897 L 0 0.046343 E" pathEditMode="relative" rAng="0" ptsTypes="AA">
                                      <p:cBhvr>
                                        <p:cTn id="42" dur="1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43" presetID="0" presetClass="path" presetSubtype="0" fill="hold" grpId="1" nodeType="withEffect">
                                  <p:stCondLst>
                                    <p:cond delay="100"/>
                                  </p:stCondLst>
                                  <p:childTnLst>
                                    <p:animMotion origin="layout" path="M 0 0.012897 L 0 0.046343 E" pathEditMode="relative" rAng="0" ptsTypes="AA">
                                      <p:cBhvr>
                                        <p:cTn id="44" dur="1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45" presetID="0" presetClass="path" presetSubtype="0" fill="hold" grpId="1" nodeType="withEffect">
                                  <p:stCondLst>
                                    <p:cond delay="100"/>
                                  </p:stCondLst>
                                  <p:childTnLst>
                                    <p:animMotion origin="layout" path="M 0 0.012897 L 0 0.046343 E" pathEditMode="relative" rAng="0" ptsTypes="AA">
                                      <p:cBhvr>
                                        <p:cTn id="46" dur="1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47" presetID="0" presetClass="path" presetSubtype="0" fill="hold" grpId="1" nodeType="withEffect">
                                  <p:stCondLst>
                                    <p:cond delay="100"/>
                                  </p:stCondLst>
                                  <p:childTnLst>
                                    <p:animMotion origin="layout" path="M 0 0.012897 L 0 0.046343 E" pathEditMode="relative" rAng="0" ptsTypes="AA">
                                      <p:cBhvr>
                                        <p:cTn id="48" dur="1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49" presetID="0" presetClass="path" presetSubtype="0" fill="hold" grpId="1" nodeType="withEffect">
                                  <p:stCondLst>
                                    <p:cond delay="100"/>
                                  </p:stCondLst>
                                  <p:childTnLst>
                                    <p:animMotion origin="layout" path="M 0.02175 0.010361 L 0.037672 0.038667 E" pathEditMode="relative" rAng="0" ptsTypes="AA">
                                      <p:cBhvr>
                                        <p:cTn id="50" dur="1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51" presetID="0" presetClass="path" presetSubtype="0" fill="hold" grpId="1" nodeType="withEffect">
                                  <p:stCondLst>
                                    <p:cond delay="100"/>
                                  </p:stCondLst>
                                  <p:childTnLst>
                                    <p:animMotion origin="layout" path="M 0 0.01 L 0 0.017321 E" pathEditMode="relative" rAng="0" ptsTypes="AA">
                                      <p:cBhvr>
                                        <p:cTn id="52" dur="1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53" presetID="8" presetClass="emph" presetSubtype="0" fill="hold" grpId="2" nodeType="withEffect">
                                  <p:stCondLst>
                                    <p:cond delay="200"/>
                                  </p:stCondLst>
                                  <p:childTnLst>
                                    <p:animRot by="1800000">
                                      <p:cBhvr>
                                        <p:cTn id="54" dur="1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55" presetID="8" presetClass="emph" presetSubtype="0" fill="hold" grpId="2" nodeType="withEffect">
                                  <p:stCondLst>
                                    <p:cond delay="200"/>
                                  </p:stCondLst>
                                  <p:childTnLst>
                                    <p:animRot by="1800000">
                                      <p:cBhvr>
                                        <p:cTn id="56" dur="1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57" presetID="0" presetClass="path" presetSubtype="0" fill="hold" grpId="4" nodeType="withEffect">
                                  <p:stCondLst>
                                    <p:cond delay="200"/>
                                  </p:stCondLst>
                                  <p:childTnLst>
                                    <p:animMotion origin="layout" path="M 0.018836 0.042505 L 0.02175 0.082474 E" pathEditMode="relative" rAng="0" ptsTypes="AA">
                                      <p:cBhvr>
                                        <p:cTn id="58" dur="1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59" presetID="8" presetClass="emph" presetSubtype="0" fill="hold" grpId="5" nodeType="withEffect">
                                  <p:stCondLst>
                                    <p:cond delay="200"/>
                                  </p:stCondLst>
                                  <p:childTnLst>
                                    <p:animRot by="-124080">
                                      <p:cBhvr>
                                        <p:cTn id="60" dur="1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61" presetID="0" presetClass="path" presetSubtype="0" fill="hold" grpId="2" nodeType="withEffect">
                                  <p:stCondLst>
                                    <p:cond delay="200"/>
                                  </p:stCondLst>
                                  <p:childTnLst>
                                    <p:animMotion origin="layout" path="M 0 0.046343 L 0 0.087614 E" pathEditMode="relative" rAng="0" ptsTypes="AA">
                                      <p:cBhvr>
                                        <p:cTn id="62" dur="1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63" presetID="0" presetClass="path" presetSubtype="0" fill="hold" grpId="2" nodeType="withEffect">
                                  <p:stCondLst>
                                    <p:cond delay="200"/>
                                  </p:stCondLst>
                                  <p:childTnLst>
                                    <p:animMotion origin="layout" path="M 0 0.046343 L 0 0.087614 E" pathEditMode="relative" rAng="0" ptsTypes="AA">
                                      <p:cBhvr>
                                        <p:cTn id="64" dur="1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65" presetID="0" presetClass="path" presetSubtype="0" fill="hold" grpId="2" nodeType="withEffect">
                                  <p:stCondLst>
                                    <p:cond delay="200"/>
                                  </p:stCondLst>
                                  <p:childTnLst>
                                    <p:animMotion origin="layout" path="M 0 0.046343 L 0 0.087614 E" pathEditMode="relative" rAng="0" ptsTypes="AA">
                                      <p:cBhvr>
                                        <p:cTn id="66" dur="1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67" presetID="0" presetClass="path" presetSubtype="0" fill="hold" grpId="2" nodeType="withEffect">
                                  <p:stCondLst>
                                    <p:cond delay="200"/>
                                  </p:stCondLst>
                                  <p:childTnLst>
                                    <p:animMotion origin="layout" path="M 0 0.046343 L 0 0.087614 E" pathEditMode="relative" rAng="0" ptsTypes="AA">
                                      <p:cBhvr>
                                        <p:cTn id="68" dur="1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69" presetID="0" presetClass="path" presetSubtype="0" fill="hold" grpId="2" nodeType="withEffect">
                                  <p:stCondLst>
                                    <p:cond delay="200"/>
                                  </p:stCondLst>
                                  <p:childTnLst>
                                    <p:animMotion origin="layout" path="M 0 0.046343 L 0 0.087614 E" pathEditMode="relative" rAng="0" ptsTypes="AA">
                                      <p:cBhvr>
                                        <p:cTn id="70" dur="1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71" presetID="0" presetClass="path" presetSubtype="0" fill="hold" grpId="2" nodeType="withEffect">
                                  <p:stCondLst>
                                    <p:cond delay="200"/>
                                  </p:stCondLst>
                                  <p:childTnLst>
                                    <p:animMotion origin="layout" path="M 0.037672 0.038667 L 0.0435 0.077333 E" pathEditMode="relative" rAng="0" ptsTypes="AA">
                                      <p:cBhvr>
                                        <p:cTn id="72" dur="1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73" presetID="0" presetClass="path" presetSubtype="0" fill="hold" grpId="2" nodeType="withEffect">
                                  <p:stCondLst>
                                    <p:cond delay="200"/>
                                  </p:stCondLst>
                                  <p:childTnLst>
                                    <p:animMotion origin="layout" path="M 0 0.017321 L 0 0.02 E" pathEditMode="relative" rAng="0" ptsTypes="AA">
                                      <p:cBhvr>
                                        <p:cTn id="74" dur="1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75" presetID="8" presetClass="emph" presetSubtype="0" fill="hold" grpId="3" nodeType="withEffect">
                                  <p:stCondLst>
                                    <p:cond delay="300"/>
                                  </p:stCondLst>
                                  <p:childTnLst>
                                    <p:animRot by="1800000">
                                      <p:cBhvr>
                                        <p:cTn id="76" dur="1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77" presetID="8" presetClass="emph" presetSubtype="0" fill="hold" grpId="3" nodeType="withEffect">
                                  <p:stCondLst>
                                    <p:cond delay="300"/>
                                  </p:stCondLst>
                                  <p:childTnLst>
                                    <p:animRot by="1800000">
                                      <p:cBhvr>
                                        <p:cTn id="78" dur="1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79" presetID="0" presetClass="path" presetSubtype="0" fill="hold" grpId="6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.02175 0.082474 L 0.018836 0.119838 E" pathEditMode="relative" rAng="0" ptsTypes="AA">
                                      <p:cBhvr>
                                        <p:cTn id="80" dur="1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81" presetID="8" presetClass="emph" presetSubtype="0" fill="hold" grpId="7" nodeType="withEffect">
                                  <p:stCondLst>
                                    <p:cond delay="300"/>
                                  </p:stCondLst>
                                  <p:childTnLst>
                                    <p:animRot by="124080">
                                      <p:cBhvr>
                                        <p:cTn id="82" dur="1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83" presetID="0" presetClass="path" presetSubtype="0" fill="hold" grpId="3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.087614 L 0 0.123676 E" pathEditMode="relative" rAng="0" ptsTypes="AA">
                                      <p:cBhvr>
                                        <p:cTn id="84" dur="1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85" presetID="0" presetClass="path" presetSubtype="0" fill="hold" grpId="3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.087614 L 0 0.123676 E" pathEditMode="relative" rAng="0" ptsTypes="AA">
                                      <p:cBhvr>
                                        <p:cTn id="86" dur="1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87" presetID="0" presetClass="path" presetSubtype="0" fill="hold" grpId="3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.087614 L 0 0.123676 E" pathEditMode="relative" rAng="0" ptsTypes="AA">
                                      <p:cBhvr>
                                        <p:cTn id="88" dur="1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89" presetID="0" presetClass="path" presetSubtype="0" fill="hold" grpId="3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.087614 L 0 0.123676 E" pathEditMode="relative" rAng="0" ptsTypes="AA">
                                      <p:cBhvr>
                                        <p:cTn id="90" dur="1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91" presetID="0" presetClass="path" presetSubtype="0" fill="hold" grpId="3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.087614 L 0 0.123676 E" pathEditMode="relative" rAng="0" ptsTypes="AA">
                                      <p:cBhvr>
                                        <p:cTn id="92" dur="1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93" presetID="0" presetClass="path" presetSubtype="0" fill="hold" grpId="3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.0435 0.077333 L 0.037672 0.116 E" pathEditMode="relative" rAng="0" ptsTypes="AA">
                                      <p:cBhvr>
                                        <p:cTn id="94" dur="1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95" presetID="0" presetClass="path" presetSubtype="0" fill="hold" grpId="3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 0.02 L 0 0.017321 E" pathEditMode="relative" rAng="0" ptsTypes="AA">
                                      <p:cBhvr>
                                        <p:cTn id="96" dur="1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97" presetID="7" presetClass="emph" presetSubtype="0" fill="hold" grpId="1" nodeType="withEffect">
                                  <p:stCondLst>
                                    <p:cond delay="384"/>
                                  </p:stCondLst>
                                  <p:childTnLst>
                                    <p:animClr clrSpc="rgb">
                                      <p:cBhvr>
                                        <p:cTn id="98" dur="3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38BDF8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99" presetID="8" presetClass="emph" presetSubtype="0" fill="hold" grpId="4" nodeType="withEffect">
                                  <p:stCondLst>
                                    <p:cond delay="400"/>
                                  </p:stCondLst>
                                  <p:childTnLst>
                                    <p:animRot by="1800000">
                                      <p:cBhvr>
                                        <p:cTn id="100" dur="1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01" presetID="8" presetClass="emph" presetSubtype="0" fill="hold" grpId="4" nodeType="withEffect">
                                  <p:stCondLst>
                                    <p:cond delay="400"/>
                                  </p:stCondLst>
                                  <p:childTnLst>
                                    <p:animRot by="1800000">
                                      <p:cBhvr>
                                        <p:cTn id="102" dur="1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03" presetID="0" presetClass="path" presetSubtype="0" fill="hold" grpId="8" nodeType="withEffect">
                                  <p:stCondLst>
                                    <p:cond delay="400"/>
                                  </p:stCondLst>
                                  <p:childTnLst>
                                    <p:animMotion origin="layout" path="M 0.018836 0.119838 L 0.010875 0.145574 E" pathEditMode="relative" rAng="0" ptsTypes="AA">
                                      <p:cBhvr>
                                        <p:cTn id="104" dur="1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105" presetID="8" presetClass="emph" presetSubtype="0" fill="hold" grpId="9" nodeType="withEffect">
                                  <p:stCondLst>
                                    <p:cond delay="400"/>
                                  </p:stCondLst>
                                  <p:childTnLst>
                                    <p:animRot by="334260">
                                      <p:cBhvr>
                                        <p:cTn id="106" dur="1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07" presetID="0" presetClass="path" presetSubtype="0" fill="hold" grpId="4" nodeType="withEffect">
                                  <p:stCondLst>
                                    <p:cond delay="400"/>
                                  </p:stCondLst>
                                  <p:childTnLst>
                                    <p:animMotion origin="layout" path="M 0 0.123676 L 0 0.146842 E" pathEditMode="relative" rAng="0" ptsTypes="AA">
                                      <p:cBhvr>
                                        <p:cTn id="108" dur="1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109" presetID="0" presetClass="path" presetSubtype="0" fill="hold" grpId="4" nodeType="withEffect">
                                  <p:stCondLst>
                                    <p:cond delay="400"/>
                                  </p:stCondLst>
                                  <p:childTnLst>
                                    <p:animMotion origin="layout" path="M 0 0.123676 L 0 0.146842 E" pathEditMode="relative" rAng="0" ptsTypes="AA">
                                      <p:cBhvr>
                                        <p:cTn id="110" dur="1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111" presetID="0" presetClass="path" presetSubtype="0" fill="hold" grpId="4" nodeType="withEffect">
                                  <p:stCondLst>
                                    <p:cond delay="400"/>
                                  </p:stCondLst>
                                  <p:childTnLst>
                                    <p:animMotion origin="layout" path="M 0 0.123676 L 0 0.146842 E" pathEditMode="relative" rAng="0" ptsTypes="AA">
                                      <p:cBhvr>
                                        <p:cTn id="112" dur="1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113" presetID="0" presetClass="path" presetSubtype="0" fill="hold" grpId="4" nodeType="withEffect">
                                  <p:stCondLst>
                                    <p:cond delay="400"/>
                                  </p:stCondLst>
                                  <p:childTnLst>
                                    <p:animMotion origin="layout" path="M 0 0.123676 L 0 0.146842 E" pathEditMode="relative" rAng="0" ptsTypes="AA">
                                      <p:cBhvr>
                                        <p:cTn id="114" dur="1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115" presetID="0" presetClass="path" presetSubtype="0" fill="hold" grpId="4" nodeType="withEffect">
                                  <p:stCondLst>
                                    <p:cond delay="400"/>
                                  </p:stCondLst>
                                  <p:childTnLst>
                                    <p:animMotion origin="layout" path="M 0 0.123676 L 0 0.146842 E" pathEditMode="relative" rAng="0" ptsTypes="AA">
                                      <p:cBhvr>
                                        <p:cTn id="116" dur="1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117" presetID="0" presetClass="path" presetSubtype="0" fill="hold" grpId="4" nodeType="withEffect">
                                  <p:stCondLst>
                                    <p:cond delay="400"/>
                                  </p:stCondLst>
                                  <p:childTnLst>
                                    <p:animMotion origin="layout" path="M 0.037672 0.116 L 0.02175 0.144306 E" pathEditMode="relative" rAng="0" ptsTypes="AA">
                                      <p:cBhvr>
                                        <p:cTn id="118" dur="1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119" presetID="0" presetClass="path" presetSubtype="0" fill="hold" grpId="4" nodeType="withEffect">
                                  <p:stCondLst>
                                    <p:cond delay="400"/>
                                  </p:stCondLst>
                                  <p:childTnLst>
                                    <p:animMotion origin="layout" path="M 0 0.017321 L 0 0.01 E" pathEditMode="relative" rAng="0" ptsTypes="AA">
                                      <p:cBhvr>
                                        <p:cTn id="120" dur="1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121" presetID="8" presetClass="emph" presetSubtype="0" fill="hold" grpId="5" nodeType="withEffect">
                                  <p:stCondLst>
                                    <p:cond delay="500"/>
                                  </p:stCondLst>
                                  <p:childTnLst>
                                    <p:animRot by="1800000">
                                      <p:cBhvr>
                                        <p:cTn id="122" dur="1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23" presetID="8" presetClass="emph" presetSubtype="0" fill="hold" grpId="5" nodeType="withEffect">
                                  <p:stCondLst>
                                    <p:cond delay="500"/>
                                  </p:stCondLst>
                                  <p:childTnLst>
                                    <p:animRot by="1800000">
                                      <p:cBhvr>
                                        <p:cTn id="124" dur="1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25" presetID="0" presetClass="path" presetSubtype="0" fill="hold" grpId="10" nodeType="withEffect">
                                  <p:stCondLst>
                                    <p:cond delay="500"/>
                                  </p:stCondLst>
                                  <p:childTnLst>
                                    <p:animMotion origin="layout" path="M 0.010875 0.145574 L 0 0.154667 E" pathEditMode="relative" rAng="0" ptsTypes="AA">
                                      <p:cBhvr>
                                        <p:cTn id="126" dur="1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127" presetID="8" presetClass="emph" presetSubtype="0" fill="hold" grpId="11" nodeType="withEffect">
                                  <p:stCondLst>
                                    <p:cond delay="500"/>
                                  </p:stCondLst>
                                  <p:childTnLst>
                                    <p:animRot by="450360">
                                      <p:cBhvr>
                                        <p:cTn id="128" dur="1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29" presetID="0" presetClass="path" presetSubtype="0" fill="hold" grpId="5" nodeType="withEffect">
                                  <p:stCondLst>
                                    <p:cond delay="500"/>
                                  </p:stCondLst>
                                  <p:childTnLst>
                                    <p:animMotion origin="layout" path="M 0 0.146842 L 0 0.154667 E" pathEditMode="relative" rAng="0" ptsTypes="AA">
                                      <p:cBhvr>
                                        <p:cTn id="130" dur="1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131" presetID="0" presetClass="path" presetSubtype="0" fill="hold" grpId="5" nodeType="withEffect">
                                  <p:stCondLst>
                                    <p:cond delay="500"/>
                                  </p:stCondLst>
                                  <p:childTnLst>
                                    <p:animMotion origin="layout" path="M 0 0.146842 L 0 0.154667 E" pathEditMode="relative" rAng="0" ptsTypes="AA">
                                      <p:cBhvr>
                                        <p:cTn id="132" dur="1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133" presetID="0" presetClass="path" presetSubtype="0" fill="hold" grpId="5" nodeType="withEffect">
                                  <p:stCondLst>
                                    <p:cond delay="500"/>
                                  </p:stCondLst>
                                  <p:childTnLst>
                                    <p:animMotion origin="layout" path="M 0 0.146842 L 0 0.154667 E" pathEditMode="relative" rAng="0" ptsTypes="AA">
                                      <p:cBhvr>
                                        <p:cTn id="134" dur="1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135" presetID="0" presetClass="path" presetSubtype="0" fill="hold" grpId="5" nodeType="withEffect">
                                  <p:stCondLst>
                                    <p:cond delay="500"/>
                                  </p:stCondLst>
                                  <p:childTnLst>
                                    <p:animMotion origin="layout" path="M 0 0.146842 L 0 0.154667 E" pathEditMode="relative" rAng="0" ptsTypes="AA">
                                      <p:cBhvr>
                                        <p:cTn id="136" dur="1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137" presetID="0" presetClass="path" presetSubtype="0" fill="hold" grpId="5" nodeType="withEffect">
                                  <p:stCondLst>
                                    <p:cond delay="500"/>
                                  </p:stCondLst>
                                  <p:childTnLst>
                                    <p:animMotion origin="layout" path="M 0 0.146842 L 0 0.154667 E" pathEditMode="relative" rAng="0" ptsTypes="AA">
                                      <p:cBhvr>
                                        <p:cTn id="138" dur="1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139" presetID="0" presetClass="path" presetSubtype="0" fill="hold" grpId="5" nodeType="withEffect">
                                  <p:stCondLst>
                                    <p:cond delay="500"/>
                                  </p:stCondLst>
                                  <p:childTnLst>
                                    <p:animMotion origin="layout" path="M 0.02175 0.144306 L 0 0.154667 E" pathEditMode="relative" rAng="0" ptsTypes="AA">
                                      <p:cBhvr>
                                        <p:cTn id="140" dur="1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141" presetID="0" presetClass="path" presetSubtype="0" fill="hold" grpId="5" nodeType="withEffect">
                                  <p:stCondLst>
                                    <p:cond delay="500"/>
                                  </p:stCondLst>
                                  <p:childTnLst>
                                    <p:animMotion origin="layout" path="M 0 0.01 L 0 0 E" pathEditMode="relative" rAng="0" ptsTypes="AA">
                                      <p:cBhvr>
                                        <p:cTn id="142" dur="1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143" presetID="8" presetClass="emph" presetSubtype="0" fill="hold" grpId="6" nodeType="withEffect">
                                  <p:stCondLst>
                                    <p:cond delay="600"/>
                                  </p:stCondLst>
                                  <p:childTnLst>
                                    <p:animRot by="1800000">
                                      <p:cBhvr>
                                        <p:cTn id="144" dur="1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45" presetID="8" presetClass="emph" presetSubtype="0" fill="hold" grpId="6" nodeType="withEffect">
                                  <p:stCondLst>
                                    <p:cond delay="600"/>
                                  </p:stCondLst>
                                  <p:childTnLst>
                                    <p:animRot by="1800000">
                                      <p:cBhvr>
                                        <p:cTn id="146" dur="1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47" presetID="0" presetClass="path" presetSubtype="0" fill="hold" grpId="12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.154667 L -0.010875 0.145574 E" pathEditMode="relative" rAng="0" ptsTypes="AA">
                                      <p:cBhvr>
                                        <p:cTn id="148" dur="1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149" presetID="8" presetClass="emph" presetSubtype="0" fill="hold" grpId="13" nodeType="withEffect">
                                  <p:stCondLst>
                                    <p:cond delay="600"/>
                                  </p:stCondLst>
                                  <p:childTnLst>
                                    <p:animRot by="450360">
                                      <p:cBhvr>
                                        <p:cTn id="150" dur="1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51" presetID="0" presetClass="path" presetSubtype="0" fill="hold" grpId="6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.154667 L 0 0.146842 E" pathEditMode="relative" rAng="0" ptsTypes="AA">
                                      <p:cBhvr>
                                        <p:cTn id="152" dur="1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153" presetID="0" presetClass="path" presetSubtype="0" fill="hold" grpId="6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.154667 L 0 0.146842 E" pathEditMode="relative" rAng="0" ptsTypes="AA">
                                      <p:cBhvr>
                                        <p:cTn id="154" dur="1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155" presetID="0" presetClass="path" presetSubtype="0" fill="hold" grpId="6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.154667 L 0 0.146842 E" pathEditMode="relative" rAng="0" ptsTypes="AA">
                                      <p:cBhvr>
                                        <p:cTn id="156" dur="1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157" presetID="0" presetClass="path" presetSubtype="0" fill="hold" grpId="6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.154667 L 0 0.146842 E" pathEditMode="relative" rAng="0" ptsTypes="AA">
                                      <p:cBhvr>
                                        <p:cTn id="158" dur="1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159" presetID="0" presetClass="path" presetSubtype="0" fill="hold" grpId="6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.154667 L 0 0.146842 E" pathEditMode="relative" rAng="0" ptsTypes="AA">
                                      <p:cBhvr>
                                        <p:cTn id="160" dur="1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161" presetID="0" presetClass="path" presetSubtype="0" fill="hold" grpId="6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.154667 L -0.02175 0.144306 E" pathEditMode="relative" rAng="0" ptsTypes="AA">
                                      <p:cBhvr>
                                        <p:cTn id="162" dur="1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163" presetID="0" presetClass="path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 0 L 0 0.01 E" pathEditMode="relative" rAng="0" ptsTypes="AA">
                                      <p:cBhvr>
                                        <p:cTn id="164" dur="1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165" presetID="8" presetClass="emph" presetSubtype="0" fill="hold" grpId="7" nodeType="withEffect">
                                  <p:stCondLst>
                                    <p:cond delay="700"/>
                                  </p:stCondLst>
                                  <p:childTnLst>
                                    <p:animRot by="1800000">
                                      <p:cBhvr>
                                        <p:cTn id="166" dur="1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67" presetID="8" presetClass="emph" presetSubtype="0" fill="hold" grpId="7" nodeType="withEffect">
                                  <p:stCondLst>
                                    <p:cond delay="700"/>
                                  </p:stCondLst>
                                  <p:childTnLst>
                                    <p:animRot by="1800000">
                                      <p:cBhvr>
                                        <p:cTn id="168" dur="1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69" presetID="0" presetClass="path" presetSubtype="0" fill="hold" grpId="14" nodeType="withEffect">
                                  <p:stCondLst>
                                    <p:cond delay="700"/>
                                  </p:stCondLst>
                                  <p:childTnLst>
                                    <p:animMotion origin="layout" path="M -0.010875 0.145574 L -0.018836 0.119838 E" pathEditMode="relative" rAng="0" ptsTypes="AA">
                                      <p:cBhvr>
                                        <p:cTn id="170" dur="1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171" presetID="8" presetClass="emph" presetSubtype="0" fill="hold" grpId="15" nodeType="withEffect">
                                  <p:stCondLst>
                                    <p:cond delay="700"/>
                                  </p:stCondLst>
                                  <p:childTnLst>
                                    <p:animRot by="334260">
                                      <p:cBhvr>
                                        <p:cTn id="172" dur="1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73" presetID="0" presetClass="path" presetSubtype="0" fill="hold" grpId="7" nodeType="withEffect">
                                  <p:stCondLst>
                                    <p:cond delay="700"/>
                                  </p:stCondLst>
                                  <p:childTnLst>
                                    <p:animMotion origin="layout" path="M 0 0.146842 L 0 0.123676 E" pathEditMode="relative" rAng="0" ptsTypes="AA">
                                      <p:cBhvr>
                                        <p:cTn id="174" dur="1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175" presetID="0" presetClass="path" presetSubtype="0" fill="hold" grpId="7" nodeType="withEffect">
                                  <p:stCondLst>
                                    <p:cond delay="700"/>
                                  </p:stCondLst>
                                  <p:childTnLst>
                                    <p:animMotion origin="layout" path="M 0 0.146842 L 0 0.123676 E" pathEditMode="relative" rAng="0" ptsTypes="AA">
                                      <p:cBhvr>
                                        <p:cTn id="176" dur="1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177" presetID="0" presetClass="path" presetSubtype="0" fill="hold" grpId="7" nodeType="withEffect">
                                  <p:stCondLst>
                                    <p:cond delay="700"/>
                                  </p:stCondLst>
                                  <p:childTnLst>
                                    <p:animMotion origin="layout" path="M 0 0.146842 L 0 0.123676 E" pathEditMode="relative" rAng="0" ptsTypes="AA">
                                      <p:cBhvr>
                                        <p:cTn id="178" dur="1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179" presetID="0" presetClass="path" presetSubtype="0" fill="hold" grpId="7" nodeType="withEffect">
                                  <p:stCondLst>
                                    <p:cond delay="700"/>
                                  </p:stCondLst>
                                  <p:childTnLst>
                                    <p:animMotion origin="layout" path="M 0 0.146842 L 0 0.123676 E" pathEditMode="relative" rAng="0" ptsTypes="AA">
                                      <p:cBhvr>
                                        <p:cTn id="180" dur="1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181" presetID="0" presetClass="path" presetSubtype="0" fill="hold" grpId="7" nodeType="withEffect">
                                  <p:stCondLst>
                                    <p:cond delay="700"/>
                                  </p:stCondLst>
                                  <p:childTnLst>
                                    <p:animMotion origin="layout" path="M 0 0.146842 L 0 0.123676 E" pathEditMode="relative" rAng="0" ptsTypes="AA">
                                      <p:cBhvr>
                                        <p:cTn id="182" dur="1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183" presetID="0" presetClass="path" presetSubtype="0" fill="hold" grpId="7" nodeType="withEffect">
                                  <p:stCondLst>
                                    <p:cond delay="700"/>
                                  </p:stCondLst>
                                  <p:childTnLst>
                                    <p:animMotion origin="layout" path="M -0.02175 0.144306 L -0.037672 0.116 E" pathEditMode="relative" rAng="0" ptsTypes="AA">
                                      <p:cBhvr>
                                        <p:cTn id="184" dur="1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185" presetID="0" presetClass="path" presetSubtype="0" fill="hold" grpId="1" nodeType="withEffect">
                                  <p:stCondLst>
                                    <p:cond delay="700"/>
                                  </p:stCondLst>
                                  <p:childTnLst>
                                    <p:animMotion origin="layout" path="M 0 0.01 L 0 0.017321 E" pathEditMode="relative" rAng="0" ptsTypes="AA">
                                      <p:cBhvr>
                                        <p:cTn id="186" dur="1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187" presetID="8" presetClass="emph" presetSubtype="0" fill="hold" grpId="8" nodeType="withEffect">
                                  <p:stCondLst>
                                    <p:cond delay="800"/>
                                  </p:stCondLst>
                                  <p:childTnLst>
                                    <p:animRot by="1800000">
                                      <p:cBhvr>
                                        <p:cTn id="188" dur="1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89" presetID="8" presetClass="emph" presetSubtype="0" fill="hold" grpId="8" nodeType="withEffect">
                                  <p:stCondLst>
                                    <p:cond delay="800"/>
                                  </p:stCondLst>
                                  <p:childTnLst>
                                    <p:animRot by="1800000">
                                      <p:cBhvr>
                                        <p:cTn id="190" dur="1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91" presetID="0" presetClass="path" presetSubtype="0" fill="hold" grpId="16" nodeType="withEffect">
                                  <p:stCondLst>
                                    <p:cond delay="800"/>
                                  </p:stCondLst>
                                  <p:childTnLst>
                                    <p:animMotion origin="layout" path="M -0.018836 0.119838 L -0.02175 0.082474 E" pathEditMode="relative" rAng="0" ptsTypes="AA">
                                      <p:cBhvr>
                                        <p:cTn id="192" dur="1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193" presetID="8" presetClass="emph" presetSubtype="0" fill="hold" grpId="17" nodeType="withEffect">
                                  <p:stCondLst>
                                    <p:cond delay="800"/>
                                  </p:stCondLst>
                                  <p:childTnLst>
                                    <p:animRot by="124080">
                                      <p:cBhvr>
                                        <p:cTn id="194" dur="1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95" presetID="0" presetClass="path" presetSubtype="0" fill="hold" grpId="8" nodeType="withEffect">
                                  <p:stCondLst>
                                    <p:cond delay="800"/>
                                  </p:stCondLst>
                                  <p:childTnLst>
                                    <p:animMotion origin="layout" path="M 0 0.123676 L 0 0.087614 E" pathEditMode="relative" rAng="0" ptsTypes="AA">
                                      <p:cBhvr>
                                        <p:cTn id="196" dur="1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197" presetID="0" presetClass="path" presetSubtype="0" fill="hold" grpId="8" nodeType="withEffect">
                                  <p:stCondLst>
                                    <p:cond delay="800"/>
                                  </p:stCondLst>
                                  <p:childTnLst>
                                    <p:animMotion origin="layout" path="M 0 0.123676 L 0 0.087614 E" pathEditMode="relative" rAng="0" ptsTypes="AA">
                                      <p:cBhvr>
                                        <p:cTn id="198" dur="1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199" presetID="0" presetClass="path" presetSubtype="0" fill="hold" grpId="8" nodeType="withEffect">
                                  <p:stCondLst>
                                    <p:cond delay="800"/>
                                  </p:stCondLst>
                                  <p:childTnLst>
                                    <p:animMotion origin="layout" path="M 0 0.123676 L 0 0.087614 E" pathEditMode="relative" rAng="0" ptsTypes="AA">
                                      <p:cBhvr>
                                        <p:cTn id="200" dur="1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201" presetID="0" presetClass="path" presetSubtype="0" fill="hold" grpId="8" nodeType="withEffect">
                                  <p:stCondLst>
                                    <p:cond delay="800"/>
                                  </p:stCondLst>
                                  <p:childTnLst>
                                    <p:animMotion origin="layout" path="M 0 0.123676 L 0 0.087614 E" pathEditMode="relative" rAng="0" ptsTypes="AA">
                                      <p:cBhvr>
                                        <p:cTn id="202" dur="1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203" presetID="0" presetClass="path" presetSubtype="0" fill="hold" grpId="8" nodeType="withEffect">
                                  <p:stCondLst>
                                    <p:cond delay="800"/>
                                  </p:stCondLst>
                                  <p:childTnLst>
                                    <p:animMotion origin="layout" path="M 0 0.123676 L 0 0.087614 E" pathEditMode="relative" rAng="0" ptsTypes="AA">
                                      <p:cBhvr>
                                        <p:cTn id="204" dur="1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205" presetID="0" presetClass="path" presetSubtype="0" fill="hold" grpId="8" nodeType="withEffect">
                                  <p:stCondLst>
                                    <p:cond delay="800"/>
                                  </p:stCondLst>
                                  <p:childTnLst>
                                    <p:animMotion origin="layout" path="M -0.037672 0.116 L -0.0435 0.077333 E" pathEditMode="relative" rAng="0" ptsTypes="AA">
                                      <p:cBhvr>
                                        <p:cTn id="206" dur="1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207" presetID="0" presetClass="path" presetSubtype="0" fill="hold" grpId="2" nodeType="withEffect">
                                  <p:stCondLst>
                                    <p:cond delay="800"/>
                                  </p:stCondLst>
                                  <p:childTnLst>
                                    <p:animMotion origin="layout" path="M 0 0.017321 L 0 0.02 E" pathEditMode="relative" rAng="0" ptsTypes="AA">
                                      <p:cBhvr>
                                        <p:cTn id="208" dur="1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209" presetID="7" presetClass="emph" presetSubtype="0" fill="hold" grpId="1" nodeType="withEffect">
                                  <p:stCondLst>
                                    <p:cond delay="864"/>
                                  </p:stCondLst>
                                  <p:childTnLst>
                                    <p:animClr clrSpc="rgb">
                                      <p:cBhvr>
                                        <p:cTn id="210" dur="3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59E0B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211" presetID="8" presetClass="emph" presetSubtype="0" fill="hold" grpId="9" nodeType="withEffect">
                                  <p:stCondLst>
                                    <p:cond delay="900"/>
                                  </p:stCondLst>
                                  <p:childTnLst>
                                    <p:animRot by="1800000">
                                      <p:cBhvr>
                                        <p:cTn id="212" dur="1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213" presetID="8" presetClass="emph" presetSubtype="0" fill="hold" grpId="9" nodeType="withEffect">
                                  <p:stCondLst>
                                    <p:cond delay="900"/>
                                  </p:stCondLst>
                                  <p:childTnLst>
                                    <p:animRot by="1800000">
                                      <p:cBhvr>
                                        <p:cTn id="214" dur="1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215" presetID="0" presetClass="path" presetSubtype="0" fill="hold" grpId="18" nodeType="withEffect">
                                  <p:stCondLst>
                                    <p:cond delay="900"/>
                                  </p:stCondLst>
                                  <p:childTnLst>
                                    <p:animMotion origin="layout" path="M -0.02175 0.082474 L -0.018836 0.042505 E" pathEditMode="relative" rAng="0" ptsTypes="AA">
                                      <p:cBhvr>
                                        <p:cTn id="216" dur="1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217" presetID="8" presetClass="emph" presetSubtype="0" fill="hold" grpId="19" nodeType="withEffect">
                                  <p:stCondLst>
                                    <p:cond delay="900"/>
                                  </p:stCondLst>
                                  <p:childTnLst>
                                    <p:animRot by="-124080">
                                      <p:cBhvr>
                                        <p:cTn id="218" dur="1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219" presetID="0" presetClass="path" presetSubtype="0" fill="hold" grpId="9" nodeType="withEffect">
                                  <p:stCondLst>
                                    <p:cond delay="900"/>
                                  </p:stCondLst>
                                  <p:childTnLst>
                                    <p:animMotion origin="layout" path="M 0 0.087614 L 0 0.046343 E" pathEditMode="relative" rAng="0" ptsTypes="AA">
                                      <p:cBhvr>
                                        <p:cTn id="220" dur="1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221" presetID="0" presetClass="path" presetSubtype="0" fill="hold" grpId="9" nodeType="withEffect">
                                  <p:stCondLst>
                                    <p:cond delay="900"/>
                                  </p:stCondLst>
                                  <p:childTnLst>
                                    <p:animMotion origin="layout" path="M 0 0.087614 L 0 0.046343 E" pathEditMode="relative" rAng="0" ptsTypes="AA">
                                      <p:cBhvr>
                                        <p:cTn id="222" dur="1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223" presetID="0" presetClass="path" presetSubtype="0" fill="hold" grpId="9" nodeType="withEffect">
                                  <p:stCondLst>
                                    <p:cond delay="900"/>
                                  </p:stCondLst>
                                  <p:childTnLst>
                                    <p:animMotion origin="layout" path="M 0 0.087614 L 0 0.046343 E" pathEditMode="relative" rAng="0" ptsTypes="AA">
                                      <p:cBhvr>
                                        <p:cTn id="224" dur="1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225" presetID="0" presetClass="path" presetSubtype="0" fill="hold" grpId="9" nodeType="withEffect">
                                  <p:stCondLst>
                                    <p:cond delay="900"/>
                                  </p:stCondLst>
                                  <p:childTnLst>
                                    <p:animMotion origin="layout" path="M 0 0.087614 L 0 0.046343 E" pathEditMode="relative" rAng="0" ptsTypes="AA">
                                      <p:cBhvr>
                                        <p:cTn id="226" dur="1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227" presetID="0" presetClass="path" presetSubtype="0" fill="hold" grpId="9" nodeType="withEffect">
                                  <p:stCondLst>
                                    <p:cond delay="900"/>
                                  </p:stCondLst>
                                  <p:childTnLst>
                                    <p:animMotion origin="layout" path="M 0 0.087614 L 0 0.046343 E" pathEditMode="relative" rAng="0" ptsTypes="AA">
                                      <p:cBhvr>
                                        <p:cTn id="228" dur="1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229" presetID="0" presetClass="path" presetSubtype="0" fill="hold" grpId="9" nodeType="withEffect">
                                  <p:stCondLst>
                                    <p:cond delay="900"/>
                                  </p:stCondLst>
                                  <p:childTnLst>
                                    <p:animMotion origin="layout" path="M -0.0435 0.077333 L -0.037672 0.038667 E" pathEditMode="relative" rAng="0" ptsTypes="AA">
                                      <p:cBhvr>
                                        <p:cTn id="230" dur="1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231" presetID="0" presetClass="path" presetSubtype="0" fill="hold" grpId="3" nodeType="withEffect">
                                  <p:stCondLst>
                                    <p:cond delay="900"/>
                                  </p:stCondLst>
                                  <p:childTnLst>
                                    <p:animMotion origin="layout" path="M 0 0.02 L 0 0.017321 E" pathEditMode="relative" rAng="0" ptsTypes="AA">
                                      <p:cBhvr>
                                        <p:cTn id="232" dur="1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233" presetID="8" presetClass="emph" presetSubtype="0" fill="hold" grpId="10" nodeType="withEffect">
                                  <p:stCondLst>
                                    <p:cond delay="1000"/>
                                  </p:stCondLst>
                                  <p:childTnLst>
                                    <p:animRot by="1800000">
                                      <p:cBhvr>
                                        <p:cTn id="234" dur="1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235" presetID="8" presetClass="emph" presetSubtype="0" fill="hold" grpId="10" nodeType="withEffect">
                                  <p:stCondLst>
                                    <p:cond delay="1000"/>
                                  </p:stCondLst>
                                  <p:childTnLst>
                                    <p:animRot by="1800000">
                                      <p:cBhvr>
                                        <p:cTn id="236" dur="1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237" presetID="0" presetClass="path" presetSubtype="0" fill="hold" grpId="20" nodeType="withEffect">
                                  <p:stCondLst>
                                    <p:cond delay="1000"/>
                                  </p:stCondLst>
                                  <p:childTnLst>
                                    <p:animMotion origin="layout" path="M -0.018836 0.042505 L -0.010875 0.011629 E" pathEditMode="relative" rAng="0" ptsTypes="AA">
                                      <p:cBhvr>
                                        <p:cTn id="238" dur="1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239" presetID="8" presetClass="emph" presetSubtype="0" fill="hold" grpId="21" nodeType="withEffect">
                                  <p:stCondLst>
                                    <p:cond delay="1000"/>
                                  </p:stCondLst>
                                  <p:childTnLst>
                                    <p:animRot by="-334260">
                                      <p:cBhvr>
                                        <p:cTn id="240" dur="1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241" presetID="0" presetClass="path" presetSubtype="0" fill="hold" grpId="10" nodeType="withEffect">
                                  <p:stCondLst>
                                    <p:cond delay="1000"/>
                                  </p:stCondLst>
                                  <p:childTnLst>
                                    <p:animMotion origin="layout" path="M 0 0.046343 L 0 0.012897 E" pathEditMode="relative" rAng="0" ptsTypes="AA">
                                      <p:cBhvr>
                                        <p:cTn id="242" dur="1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243" presetID="0" presetClass="path" presetSubtype="0" fill="hold" grpId="10" nodeType="withEffect">
                                  <p:stCondLst>
                                    <p:cond delay="1000"/>
                                  </p:stCondLst>
                                  <p:childTnLst>
                                    <p:animMotion origin="layout" path="M 0 0.046343 L 0 0.012897 E" pathEditMode="relative" rAng="0" ptsTypes="AA">
                                      <p:cBhvr>
                                        <p:cTn id="244" dur="1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245" presetID="0" presetClass="path" presetSubtype="0" fill="hold" grpId="10" nodeType="withEffect">
                                  <p:stCondLst>
                                    <p:cond delay="1000"/>
                                  </p:stCondLst>
                                  <p:childTnLst>
                                    <p:animMotion origin="layout" path="M 0 0.046343 L 0 0.012897 E" pathEditMode="relative" rAng="0" ptsTypes="AA">
                                      <p:cBhvr>
                                        <p:cTn id="246" dur="1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247" presetID="0" presetClass="path" presetSubtype="0" fill="hold" grpId="10" nodeType="withEffect">
                                  <p:stCondLst>
                                    <p:cond delay="1000"/>
                                  </p:stCondLst>
                                  <p:childTnLst>
                                    <p:animMotion origin="layout" path="M 0 0.046343 L 0 0.012897 E" pathEditMode="relative" rAng="0" ptsTypes="AA">
                                      <p:cBhvr>
                                        <p:cTn id="248" dur="1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249" presetID="0" presetClass="path" presetSubtype="0" fill="hold" grpId="10" nodeType="withEffect">
                                  <p:stCondLst>
                                    <p:cond delay="1000"/>
                                  </p:stCondLst>
                                  <p:childTnLst>
                                    <p:animMotion origin="layout" path="M 0 0.046343 L 0 0.012897 E" pathEditMode="relative" rAng="0" ptsTypes="AA">
                                      <p:cBhvr>
                                        <p:cTn id="250" dur="1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251" presetID="0" presetClass="path" presetSubtype="0" fill="hold" grpId="10" nodeType="withEffect">
                                  <p:stCondLst>
                                    <p:cond delay="1000"/>
                                  </p:stCondLst>
                                  <p:childTnLst>
                                    <p:animMotion origin="layout" path="M -0.037672 0.038667 L -0.02175 0.010361 E" pathEditMode="relative" rAng="0" ptsTypes="AA">
                                      <p:cBhvr>
                                        <p:cTn id="252" dur="1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253" presetID="0" presetClass="path" presetSubtype="0" fill="hold" grpId="4" nodeType="withEffect">
                                  <p:stCondLst>
                                    <p:cond delay="1000"/>
                                  </p:stCondLst>
                                  <p:childTnLst>
                                    <p:animMotion origin="layout" path="M 0 0.017321 L 0 0.01 E" pathEditMode="relative" rAng="0" ptsTypes="AA">
                                      <p:cBhvr>
                                        <p:cTn id="254" dur="1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255" presetID="8" presetClass="emph" presetSubtype="0" fill="hold" grpId="11" nodeType="withEffect">
                                  <p:stCondLst>
                                    <p:cond delay="1100"/>
                                  </p:stCondLst>
                                  <p:childTnLst>
                                    <p:animRot by="1800000">
                                      <p:cBhvr>
                                        <p:cTn id="256" dur="1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257" presetID="8" presetClass="emph" presetSubtype="0" fill="hold" grpId="11" nodeType="withEffect">
                                  <p:stCondLst>
                                    <p:cond delay="1100"/>
                                  </p:stCondLst>
                                  <p:childTnLst>
                                    <p:animRot by="1800000">
                                      <p:cBhvr>
                                        <p:cTn id="258" dur="1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259" presetID="0" presetClass="path" presetSubtype="0" fill="hold" grpId="22" nodeType="withEffect">
                                  <p:stCondLst>
                                    <p:cond delay="1100"/>
                                  </p:stCondLst>
                                  <p:childTnLst>
                                    <p:animMotion origin="layout" path="M -0.010875 0.011629 L -0 0 E" pathEditMode="relative" rAng="0" ptsTypes="AA">
                                      <p:cBhvr>
                                        <p:cTn id="260" dur="1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261" presetID="8" presetClass="emph" presetSubtype="0" fill="hold" grpId="23" nodeType="withEffect">
                                  <p:stCondLst>
                                    <p:cond delay="1100"/>
                                  </p:stCondLst>
                                  <p:childTnLst>
                                    <p:animRot by="-450360">
                                      <p:cBhvr>
                                        <p:cTn id="262" dur="1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263" presetID="0" presetClass="path" presetSubtype="0" fill="hold" grpId="11" nodeType="withEffect">
                                  <p:stCondLst>
                                    <p:cond delay="1100"/>
                                  </p:stCondLst>
                                  <p:childTnLst>
                                    <p:animMotion origin="layout" path="M 0 0.012897 L 0 0 E" pathEditMode="relative" rAng="0" ptsTypes="AA">
                                      <p:cBhvr>
                                        <p:cTn id="264" dur="1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265" presetID="0" presetClass="path" presetSubtype="0" fill="hold" grpId="11" nodeType="withEffect">
                                  <p:stCondLst>
                                    <p:cond delay="1100"/>
                                  </p:stCondLst>
                                  <p:childTnLst>
                                    <p:animMotion origin="layout" path="M 0 0.012897 L 0 0 E" pathEditMode="relative" rAng="0" ptsTypes="AA">
                                      <p:cBhvr>
                                        <p:cTn id="266" dur="1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267" presetID="0" presetClass="path" presetSubtype="0" fill="hold" grpId="11" nodeType="withEffect">
                                  <p:stCondLst>
                                    <p:cond delay="1100"/>
                                  </p:stCondLst>
                                  <p:childTnLst>
                                    <p:animMotion origin="layout" path="M 0 0.012897 L 0 0 E" pathEditMode="relative" rAng="0" ptsTypes="AA">
                                      <p:cBhvr>
                                        <p:cTn id="268" dur="1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269" presetID="0" presetClass="path" presetSubtype="0" fill="hold" grpId="11" nodeType="withEffect">
                                  <p:stCondLst>
                                    <p:cond delay="1100"/>
                                  </p:stCondLst>
                                  <p:childTnLst>
                                    <p:animMotion origin="layout" path="M 0 0.012897 L 0 0 E" pathEditMode="relative" rAng="0" ptsTypes="AA">
                                      <p:cBhvr>
                                        <p:cTn id="270" dur="1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271" presetID="0" presetClass="path" presetSubtype="0" fill="hold" grpId="11" nodeType="withEffect">
                                  <p:stCondLst>
                                    <p:cond delay="1100"/>
                                  </p:stCondLst>
                                  <p:childTnLst>
                                    <p:animMotion origin="layout" path="M 0 0.012897 L 0 0 E" pathEditMode="relative" rAng="0" ptsTypes="AA">
                                      <p:cBhvr>
                                        <p:cTn id="272" dur="1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273" presetID="0" presetClass="path" presetSubtype="0" fill="hold" grpId="11" nodeType="withEffect">
                                  <p:stCondLst>
                                    <p:cond delay="1100"/>
                                  </p:stCondLst>
                                  <p:childTnLst>
                                    <p:animMotion origin="layout" path="M -0.02175 0.010361 L -0 0 E" pathEditMode="relative" rAng="0" ptsTypes="AA">
                                      <p:cBhvr>
                                        <p:cTn id="274" dur="1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275" presetID="0" presetClass="path" presetSubtype="0" fill="hold" grpId="5" nodeType="withEffect">
                                  <p:stCondLst>
                                    <p:cond delay="1100"/>
                                  </p:stCondLst>
                                  <p:childTnLst>
                                    <p:animMotion origin="layout" path="M 0 0.01 L 0 0 E" pathEditMode="relative" rAng="0" ptsTypes="AA">
                                      <p:cBhvr>
                                        <p:cTn id="276" dur="1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277" presetID="8" presetClass="emph" presetSubtype="0" fill="hold" grpId="12" nodeType="withEffect">
                                  <p:stCondLst>
                                    <p:cond delay="1200"/>
                                  </p:stCondLst>
                                  <p:childTnLst>
                                    <p:animRot by="1800000">
                                      <p:cBhvr>
                                        <p:cTn id="278" dur="1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279" presetID="8" presetClass="emph" presetSubtype="0" fill="hold" grpId="12" nodeType="withEffect">
                                  <p:stCondLst>
                                    <p:cond delay="1200"/>
                                  </p:stCondLst>
                                  <p:childTnLst>
                                    <p:animRot by="1800000">
                                      <p:cBhvr>
                                        <p:cTn id="280" dur="1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281" presetID="0" presetClass="path" presetSubtype="0" fill="hold" grpId="24" nodeType="withEffect">
                                  <p:stCondLst>
                                    <p:cond delay="1200"/>
                                  </p:stCondLst>
                                  <p:childTnLst>
                                    <p:animMotion origin="layout" path="M -0 0 L 0.010875 0.011629 E" pathEditMode="relative" rAng="0" ptsTypes="AA">
                                      <p:cBhvr>
                                        <p:cTn id="282" dur="1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283" presetID="8" presetClass="emph" presetSubtype="0" fill="hold" grpId="25" nodeType="withEffect">
                                  <p:stCondLst>
                                    <p:cond delay="1200"/>
                                  </p:stCondLst>
                                  <p:childTnLst>
                                    <p:animRot by="-450360">
                                      <p:cBhvr>
                                        <p:cTn id="284" dur="1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285" presetID="0" presetClass="path" presetSubtype="0" fill="hold" grpId="12" nodeType="withEffect">
                                  <p:stCondLst>
                                    <p:cond delay="1200"/>
                                  </p:stCondLst>
                                  <p:childTnLst>
                                    <p:animMotion origin="layout" path="M 0 0 L 0 0.012897 E" pathEditMode="relative" rAng="0" ptsTypes="AA">
                                      <p:cBhvr>
                                        <p:cTn id="286" dur="1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287" presetID="0" presetClass="path" presetSubtype="0" fill="hold" grpId="12" nodeType="withEffect">
                                  <p:stCondLst>
                                    <p:cond delay="1200"/>
                                  </p:stCondLst>
                                  <p:childTnLst>
                                    <p:animMotion origin="layout" path="M 0 0 L 0 0.012897 E" pathEditMode="relative" rAng="0" ptsTypes="AA">
                                      <p:cBhvr>
                                        <p:cTn id="288" dur="1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289" presetID="0" presetClass="path" presetSubtype="0" fill="hold" grpId="12" nodeType="withEffect">
                                  <p:stCondLst>
                                    <p:cond delay="1200"/>
                                  </p:stCondLst>
                                  <p:childTnLst>
                                    <p:animMotion origin="layout" path="M 0 0 L 0 0.012897 E" pathEditMode="relative" rAng="0" ptsTypes="AA">
                                      <p:cBhvr>
                                        <p:cTn id="290" dur="1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291" presetID="0" presetClass="path" presetSubtype="0" fill="hold" grpId="12" nodeType="withEffect">
                                  <p:stCondLst>
                                    <p:cond delay="1200"/>
                                  </p:stCondLst>
                                  <p:childTnLst>
                                    <p:animMotion origin="layout" path="M 0 0 L 0 0.012897 E" pathEditMode="relative" rAng="0" ptsTypes="AA">
                                      <p:cBhvr>
                                        <p:cTn id="292" dur="1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293" presetID="0" presetClass="path" presetSubtype="0" fill="hold" grpId="12" nodeType="withEffect">
                                  <p:stCondLst>
                                    <p:cond delay="1200"/>
                                  </p:stCondLst>
                                  <p:childTnLst>
                                    <p:animMotion origin="layout" path="M 0 0 L 0 0.012897 E" pathEditMode="relative" rAng="0" ptsTypes="AA">
                                      <p:cBhvr>
                                        <p:cTn id="294" dur="1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295" presetID="0" presetClass="path" presetSubtype="0" fill="hold" grpId="12" nodeType="withEffect">
                                  <p:stCondLst>
                                    <p:cond delay="1200"/>
                                  </p:stCondLst>
                                  <p:childTnLst>
                                    <p:animMotion origin="layout" path="M -0 0 L 0.02175 0.010361 E" pathEditMode="relative" rAng="0" ptsTypes="AA">
                                      <p:cBhvr>
                                        <p:cTn id="296" dur="1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297" presetID="0" presetClass="path" presetSubtype="0" fill="hold" grpId="6" nodeType="withEffect">
                                  <p:stCondLst>
                                    <p:cond delay="1200"/>
                                  </p:stCondLst>
                                  <p:childTnLst>
                                    <p:animMotion origin="layout" path="M 0 0 L 0 0.01 E" pathEditMode="relative" rAng="0" ptsTypes="AA">
                                      <p:cBhvr>
                                        <p:cTn id="298" dur="1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299" presetID="6" presetClass="emph" presetSubtype="0" fill="hold" grpId="0" nodeType="withEffect">
                                  <p:stCondLst>
                                    <p:cond delay="1236"/>
                                  </p:stCondLst>
                                  <p:childTnLst>
                                    <p:animScale>
                                      <p:cBhvr>
                                        <p:cTn id="300" dur="200" fill="hold" autoRev="1"/>
                                        <p:tgtEl>
                                          <p:spTgt spid="21"/>
                                        </p:tgtEl>
                                      </p:cBhvr>
                                      <p:by x="108000" y="108000"/>
                                    </p:animScale>
                                  </p:childTnLst>
                                </p:cTn>
                              </p:par>
                              <p:par>
                                <p:cTn id="301" presetID="7" presetClass="emph" presetSubtype="0" fill="hold" grpId="1" nodeType="withEffect">
                                  <p:stCondLst>
                                    <p:cond delay="1236"/>
                                  </p:stCondLst>
                                  <p:childTnLst>
                                    <p:animClr clrSpc="rgb">
                                      <p:cBhvr>
                                        <p:cTn id="302" dur="3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3D00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303" presetID="8" presetClass="emph" presetSubtype="0" fill="hold" grpId="13" nodeType="withEffect">
                                  <p:stCondLst>
                                    <p:cond delay="1300"/>
                                  </p:stCondLst>
                                  <p:childTnLst>
                                    <p:animRot by="1800000">
                                      <p:cBhvr>
                                        <p:cTn id="304" dur="1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05" presetID="8" presetClass="emph" presetSubtype="0" fill="hold" grpId="13" nodeType="withEffect">
                                  <p:stCondLst>
                                    <p:cond delay="1300"/>
                                  </p:stCondLst>
                                  <p:childTnLst>
                                    <p:animRot by="1800000">
                                      <p:cBhvr>
                                        <p:cTn id="306" dur="1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07" presetID="0" presetClass="path" presetSubtype="0" fill="hold" grpId="26" nodeType="withEffect">
                                  <p:stCondLst>
                                    <p:cond delay="1300"/>
                                  </p:stCondLst>
                                  <p:childTnLst>
                                    <p:animMotion origin="layout" path="M 0.010875 0.011629 L 0.018836 0.042505 E" pathEditMode="relative" rAng="0" ptsTypes="AA">
                                      <p:cBhvr>
                                        <p:cTn id="308" dur="1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309" presetID="8" presetClass="emph" presetSubtype="0" fill="hold" grpId="27" nodeType="withEffect">
                                  <p:stCondLst>
                                    <p:cond delay="1300"/>
                                  </p:stCondLst>
                                  <p:childTnLst>
                                    <p:animRot by="-334260">
                                      <p:cBhvr>
                                        <p:cTn id="310" dur="1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11" presetID="0" presetClass="path" presetSubtype="0" fill="hold" grpId="13" nodeType="withEffect">
                                  <p:stCondLst>
                                    <p:cond delay="1300"/>
                                  </p:stCondLst>
                                  <p:childTnLst>
                                    <p:animMotion origin="layout" path="M 0 0.012897 L 0 0.046343 E" pathEditMode="relative" rAng="0" ptsTypes="AA">
                                      <p:cBhvr>
                                        <p:cTn id="312" dur="1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313" presetID="0" presetClass="path" presetSubtype="0" fill="hold" grpId="13" nodeType="withEffect">
                                  <p:stCondLst>
                                    <p:cond delay="1300"/>
                                  </p:stCondLst>
                                  <p:childTnLst>
                                    <p:animMotion origin="layout" path="M 0 0.012897 L 0 0.046343 E" pathEditMode="relative" rAng="0" ptsTypes="AA">
                                      <p:cBhvr>
                                        <p:cTn id="314" dur="1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315" presetID="0" presetClass="path" presetSubtype="0" fill="hold" grpId="13" nodeType="withEffect">
                                  <p:stCondLst>
                                    <p:cond delay="1300"/>
                                  </p:stCondLst>
                                  <p:childTnLst>
                                    <p:animMotion origin="layout" path="M 0 0.012897 L 0 0.046343 E" pathEditMode="relative" rAng="0" ptsTypes="AA">
                                      <p:cBhvr>
                                        <p:cTn id="316" dur="1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317" presetID="0" presetClass="path" presetSubtype="0" fill="hold" grpId="13" nodeType="withEffect">
                                  <p:stCondLst>
                                    <p:cond delay="1300"/>
                                  </p:stCondLst>
                                  <p:childTnLst>
                                    <p:animMotion origin="layout" path="M 0 0.012897 L 0 0.046343 E" pathEditMode="relative" rAng="0" ptsTypes="AA">
                                      <p:cBhvr>
                                        <p:cTn id="318" dur="1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319" presetID="0" presetClass="path" presetSubtype="0" fill="hold" grpId="13" nodeType="withEffect">
                                  <p:stCondLst>
                                    <p:cond delay="1300"/>
                                  </p:stCondLst>
                                  <p:childTnLst>
                                    <p:animMotion origin="layout" path="M 0 0.012897 L 0 0.046343 E" pathEditMode="relative" rAng="0" ptsTypes="AA">
                                      <p:cBhvr>
                                        <p:cTn id="320" dur="1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321" presetID="0" presetClass="path" presetSubtype="0" fill="hold" grpId="13" nodeType="withEffect">
                                  <p:stCondLst>
                                    <p:cond delay="1300"/>
                                  </p:stCondLst>
                                  <p:childTnLst>
                                    <p:animMotion origin="layout" path="M 0.02175 0.010361 L 0.037672 0.038667 E" pathEditMode="relative" rAng="0" ptsTypes="AA">
                                      <p:cBhvr>
                                        <p:cTn id="322" dur="1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323" presetID="0" presetClass="path" presetSubtype="0" fill="hold" grpId="7" nodeType="withEffect">
                                  <p:stCondLst>
                                    <p:cond delay="1300"/>
                                  </p:stCondLst>
                                  <p:childTnLst>
                                    <p:animMotion origin="layout" path="M 0 0.01 L 0 0.017321 E" pathEditMode="relative" rAng="0" ptsTypes="AA">
                                      <p:cBhvr>
                                        <p:cTn id="324" dur="1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325" presetID="8" presetClass="emph" presetSubtype="0" fill="hold" grpId="14" nodeType="withEffect">
                                  <p:stCondLst>
                                    <p:cond delay="1400"/>
                                  </p:stCondLst>
                                  <p:childTnLst>
                                    <p:animRot by="1800000">
                                      <p:cBhvr>
                                        <p:cTn id="326" dur="1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27" presetID="8" presetClass="emph" presetSubtype="0" fill="hold" grpId="14" nodeType="withEffect">
                                  <p:stCondLst>
                                    <p:cond delay="1400"/>
                                  </p:stCondLst>
                                  <p:childTnLst>
                                    <p:animRot by="1800000">
                                      <p:cBhvr>
                                        <p:cTn id="328" dur="1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29" presetID="0" presetClass="path" presetSubtype="0" fill="hold" grpId="28" nodeType="withEffect">
                                  <p:stCondLst>
                                    <p:cond delay="1400"/>
                                  </p:stCondLst>
                                  <p:childTnLst>
                                    <p:animMotion origin="layout" path="M 0.018836 0.042505 L 0.02175 0.082474 E" pathEditMode="relative" rAng="0" ptsTypes="AA">
                                      <p:cBhvr>
                                        <p:cTn id="330" dur="1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331" presetID="8" presetClass="emph" presetSubtype="0" fill="hold" grpId="29" nodeType="withEffect">
                                  <p:stCondLst>
                                    <p:cond delay="1400"/>
                                  </p:stCondLst>
                                  <p:childTnLst>
                                    <p:animRot by="-124080">
                                      <p:cBhvr>
                                        <p:cTn id="332" dur="1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33" presetID="0" presetClass="path" presetSubtype="0" fill="hold" grpId="14" nodeType="withEffect">
                                  <p:stCondLst>
                                    <p:cond delay="1400"/>
                                  </p:stCondLst>
                                  <p:childTnLst>
                                    <p:animMotion origin="layout" path="M 0 0.046343 L 0 0.087614 E" pathEditMode="relative" rAng="0" ptsTypes="AA">
                                      <p:cBhvr>
                                        <p:cTn id="334" dur="1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335" presetID="0" presetClass="path" presetSubtype="0" fill="hold" grpId="14" nodeType="withEffect">
                                  <p:stCondLst>
                                    <p:cond delay="1400"/>
                                  </p:stCondLst>
                                  <p:childTnLst>
                                    <p:animMotion origin="layout" path="M 0 0.046343 L 0 0.087614 E" pathEditMode="relative" rAng="0" ptsTypes="AA">
                                      <p:cBhvr>
                                        <p:cTn id="336" dur="1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337" presetID="0" presetClass="path" presetSubtype="0" fill="hold" grpId="14" nodeType="withEffect">
                                  <p:stCondLst>
                                    <p:cond delay="1400"/>
                                  </p:stCondLst>
                                  <p:childTnLst>
                                    <p:animMotion origin="layout" path="M 0 0.046343 L 0 0.087614 E" pathEditMode="relative" rAng="0" ptsTypes="AA">
                                      <p:cBhvr>
                                        <p:cTn id="338" dur="1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339" presetID="0" presetClass="path" presetSubtype="0" fill="hold" grpId="14" nodeType="withEffect">
                                  <p:stCondLst>
                                    <p:cond delay="1400"/>
                                  </p:stCondLst>
                                  <p:childTnLst>
                                    <p:animMotion origin="layout" path="M 0 0.046343 L 0 0.087614 E" pathEditMode="relative" rAng="0" ptsTypes="AA">
                                      <p:cBhvr>
                                        <p:cTn id="340" dur="1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341" presetID="0" presetClass="path" presetSubtype="0" fill="hold" grpId="14" nodeType="withEffect">
                                  <p:stCondLst>
                                    <p:cond delay="1400"/>
                                  </p:stCondLst>
                                  <p:childTnLst>
                                    <p:animMotion origin="layout" path="M 0 0.046343 L 0 0.087614 E" pathEditMode="relative" rAng="0" ptsTypes="AA">
                                      <p:cBhvr>
                                        <p:cTn id="342" dur="1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343" presetID="0" presetClass="path" presetSubtype="0" fill="hold" grpId="14" nodeType="withEffect">
                                  <p:stCondLst>
                                    <p:cond delay="1400"/>
                                  </p:stCondLst>
                                  <p:childTnLst>
                                    <p:animMotion origin="layout" path="M 0.037672 0.038667 L 0.0435 0.077333 E" pathEditMode="relative" rAng="0" ptsTypes="AA">
                                      <p:cBhvr>
                                        <p:cTn id="344" dur="1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345" presetID="0" presetClass="path" presetSubtype="0" fill="hold" grpId="8" nodeType="withEffect">
                                  <p:stCondLst>
                                    <p:cond delay="1400"/>
                                  </p:stCondLst>
                                  <p:childTnLst>
                                    <p:animMotion origin="layout" path="M 0 0.017321 L 0 0.02 E" pathEditMode="relative" rAng="0" ptsTypes="AA">
                                      <p:cBhvr>
                                        <p:cTn id="346" dur="1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347" presetID="8" presetClass="emph" presetSubtype="0" fill="hold" grpId="15" nodeType="withEffect">
                                  <p:stCondLst>
                                    <p:cond delay="1500"/>
                                  </p:stCondLst>
                                  <p:childTnLst>
                                    <p:animRot by="1800000">
                                      <p:cBhvr>
                                        <p:cTn id="348" dur="1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49" presetID="8" presetClass="emph" presetSubtype="0" fill="hold" grpId="15" nodeType="withEffect">
                                  <p:stCondLst>
                                    <p:cond delay="1500"/>
                                  </p:stCondLst>
                                  <p:childTnLst>
                                    <p:animRot by="1800000">
                                      <p:cBhvr>
                                        <p:cTn id="350" dur="1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51" presetID="0" presetClass="path" presetSubtype="0" fill="hold" grpId="30" nodeType="withEffect">
                                  <p:stCondLst>
                                    <p:cond delay="1500"/>
                                  </p:stCondLst>
                                  <p:childTnLst>
                                    <p:animMotion origin="layout" path="M 0.02175 0.082474 L 0.018836 0.119838 E" pathEditMode="relative" rAng="0" ptsTypes="AA">
                                      <p:cBhvr>
                                        <p:cTn id="352" dur="1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353" presetID="8" presetClass="emph" presetSubtype="0" fill="hold" grpId="31" nodeType="withEffect">
                                  <p:stCondLst>
                                    <p:cond delay="1500"/>
                                  </p:stCondLst>
                                  <p:childTnLst>
                                    <p:animRot by="124080">
                                      <p:cBhvr>
                                        <p:cTn id="354" dur="1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55" presetID="0" presetClass="path" presetSubtype="0" fill="hold" grpId="15" nodeType="withEffect">
                                  <p:stCondLst>
                                    <p:cond delay="1500"/>
                                  </p:stCondLst>
                                  <p:childTnLst>
                                    <p:animMotion origin="layout" path="M 0 0.087614 L 0 0.123676 E" pathEditMode="relative" rAng="0" ptsTypes="AA">
                                      <p:cBhvr>
                                        <p:cTn id="356" dur="1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357" presetID="0" presetClass="path" presetSubtype="0" fill="hold" grpId="15" nodeType="withEffect">
                                  <p:stCondLst>
                                    <p:cond delay="1500"/>
                                  </p:stCondLst>
                                  <p:childTnLst>
                                    <p:animMotion origin="layout" path="M 0 0.087614 L 0 0.123676 E" pathEditMode="relative" rAng="0" ptsTypes="AA">
                                      <p:cBhvr>
                                        <p:cTn id="358" dur="1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359" presetID="0" presetClass="path" presetSubtype="0" fill="hold" grpId="15" nodeType="withEffect">
                                  <p:stCondLst>
                                    <p:cond delay="1500"/>
                                  </p:stCondLst>
                                  <p:childTnLst>
                                    <p:animMotion origin="layout" path="M 0 0.087614 L 0 0.123676 E" pathEditMode="relative" rAng="0" ptsTypes="AA">
                                      <p:cBhvr>
                                        <p:cTn id="360" dur="1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361" presetID="0" presetClass="path" presetSubtype="0" fill="hold" grpId="15" nodeType="withEffect">
                                  <p:stCondLst>
                                    <p:cond delay="1500"/>
                                  </p:stCondLst>
                                  <p:childTnLst>
                                    <p:animMotion origin="layout" path="M 0 0.087614 L 0 0.123676 E" pathEditMode="relative" rAng="0" ptsTypes="AA">
                                      <p:cBhvr>
                                        <p:cTn id="362" dur="1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363" presetID="0" presetClass="path" presetSubtype="0" fill="hold" grpId="15" nodeType="withEffect">
                                  <p:stCondLst>
                                    <p:cond delay="1500"/>
                                  </p:stCondLst>
                                  <p:childTnLst>
                                    <p:animMotion origin="layout" path="M 0 0.087614 L 0 0.123676 E" pathEditMode="relative" rAng="0" ptsTypes="AA">
                                      <p:cBhvr>
                                        <p:cTn id="364" dur="1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365" presetID="0" presetClass="path" presetSubtype="0" fill="hold" grpId="15" nodeType="withEffect">
                                  <p:stCondLst>
                                    <p:cond delay="1500"/>
                                  </p:stCondLst>
                                  <p:childTnLst>
                                    <p:animMotion origin="layout" path="M 0.0435 0.077333 L 0.037672 0.116 E" pathEditMode="relative" rAng="0" ptsTypes="AA">
                                      <p:cBhvr>
                                        <p:cTn id="366" dur="1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367" presetID="0" presetClass="path" presetSubtype="0" fill="hold" grpId="9" nodeType="withEffect">
                                  <p:stCondLst>
                                    <p:cond delay="1500"/>
                                  </p:stCondLst>
                                  <p:childTnLst>
                                    <p:animMotion origin="layout" path="M 0 0.02 L 0 0.017321 E" pathEditMode="relative" rAng="0" ptsTypes="AA">
                                      <p:cBhvr>
                                        <p:cTn id="368" dur="1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369" presetID="7" presetClass="emph" presetSubtype="0" fill="hold" grpId="1" nodeType="withEffect">
                                  <p:stCondLst>
                                    <p:cond delay="1584"/>
                                  </p:stCondLst>
                                  <p:childTnLst>
                                    <p:animClr clrSpc="rgb">
                                      <p:cBhvr>
                                        <p:cTn id="370" dur="3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38BDF8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371" presetID="8" presetClass="emph" presetSubtype="0" fill="hold" grpId="16" nodeType="withEffect">
                                  <p:stCondLst>
                                    <p:cond delay="1600"/>
                                  </p:stCondLst>
                                  <p:childTnLst>
                                    <p:animRot by="1800000">
                                      <p:cBhvr>
                                        <p:cTn id="372" dur="1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73" presetID="8" presetClass="emph" presetSubtype="0" fill="hold" grpId="16" nodeType="withEffect">
                                  <p:stCondLst>
                                    <p:cond delay="1600"/>
                                  </p:stCondLst>
                                  <p:childTnLst>
                                    <p:animRot by="1800000">
                                      <p:cBhvr>
                                        <p:cTn id="374" dur="1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75" presetID="0" presetClass="path" presetSubtype="0" fill="hold" grpId="32" nodeType="withEffect">
                                  <p:stCondLst>
                                    <p:cond delay="1600"/>
                                  </p:stCondLst>
                                  <p:childTnLst>
                                    <p:animMotion origin="layout" path="M 0.018836 0.119838 L 0.010875 0.145574 E" pathEditMode="relative" rAng="0" ptsTypes="AA">
                                      <p:cBhvr>
                                        <p:cTn id="376" dur="1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377" presetID="8" presetClass="emph" presetSubtype="0" fill="hold" grpId="33" nodeType="withEffect">
                                  <p:stCondLst>
                                    <p:cond delay="1600"/>
                                  </p:stCondLst>
                                  <p:childTnLst>
                                    <p:animRot by="334260">
                                      <p:cBhvr>
                                        <p:cTn id="378" dur="1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79" presetID="0" presetClass="path" presetSubtype="0" fill="hold" grpId="16" nodeType="withEffect">
                                  <p:stCondLst>
                                    <p:cond delay="1600"/>
                                  </p:stCondLst>
                                  <p:childTnLst>
                                    <p:animMotion origin="layout" path="M 0 0.123676 L 0 0.146842 E" pathEditMode="relative" rAng="0" ptsTypes="AA">
                                      <p:cBhvr>
                                        <p:cTn id="380" dur="1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381" presetID="0" presetClass="path" presetSubtype="0" fill="hold" grpId="16" nodeType="withEffect">
                                  <p:stCondLst>
                                    <p:cond delay="1600"/>
                                  </p:stCondLst>
                                  <p:childTnLst>
                                    <p:animMotion origin="layout" path="M 0 0.123676 L 0 0.146842 E" pathEditMode="relative" rAng="0" ptsTypes="AA">
                                      <p:cBhvr>
                                        <p:cTn id="382" dur="1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383" presetID="0" presetClass="path" presetSubtype="0" fill="hold" grpId="16" nodeType="withEffect">
                                  <p:stCondLst>
                                    <p:cond delay="1600"/>
                                  </p:stCondLst>
                                  <p:childTnLst>
                                    <p:animMotion origin="layout" path="M 0 0.123676 L 0 0.146842 E" pathEditMode="relative" rAng="0" ptsTypes="AA">
                                      <p:cBhvr>
                                        <p:cTn id="384" dur="1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385" presetID="0" presetClass="path" presetSubtype="0" fill="hold" grpId="16" nodeType="withEffect">
                                  <p:stCondLst>
                                    <p:cond delay="1600"/>
                                  </p:stCondLst>
                                  <p:childTnLst>
                                    <p:animMotion origin="layout" path="M 0 0.123676 L 0 0.146842 E" pathEditMode="relative" rAng="0" ptsTypes="AA">
                                      <p:cBhvr>
                                        <p:cTn id="386" dur="1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387" presetID="0" presetClass="path" presetSubtype="0" fill="hold" grpId="16" nodeType="withEffect">
                                  <p:stCondLst>
                                    <p:cond delay="1600"/>
                                  </p:stCondLst>
                                  <p:childTnLst>
                                    <p:animMotion origin="layout" path="M 0 0.123676 L 0 0.146842 E" pathEditMode="relative" rAng="0" ptsTypes="AA">
                                      <p:cBhvr>
                                        <p:cTn id="388" dur="1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389" presetID="0" presetClass="path" presetSubtype="0" fill="hold" grpId="16" nodeType="withEffect">
                                  <p:stCondLst>
                                    <p:cond delay="1600"/>
                                  </p:stCondLst>
                                  <p:childTnLst>
                                    <p:animMotion origin="layout" path="M 0.037672 0.116 L 0.02175 0.144306 E" pathEditMode="relative" rAng="0" ptsTypes="AA">
                                      <p:cBhvr>
                                        <p:cTn id="390" dur="1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391" presetID="0" presetClass="path" presetSubtype="0" fill="hold" grpId="10" nodeType="withEffect">
                                  <p:stCondLst>
                                    <p:cond delay="1600"/>
                                  </p:stCondLst>
                                  <p:childTnLst>
                                    <p:animMotion origin="layout" path="M 0 0.017321 L 0 0.01 E" pathEditMode="relative" rAng="0" ptsTypes="AA">
                                      <p:cBhvr>
                                        <p:cTn id="392" dur="1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393" presetID="8" presetClass="emph" presetSubtype="0" fill="hold" grpId="17" nodeType="withEffect">
                                  <p:stCondLst>
                                    <p:cond delay="1700"/>
                                  </p:stCondLst>
                                  <p:childTnLst>
                                    <p:animRot by="1800000">
                                      <p:cBhvr>
                                        <p:cTn id="394" dur="1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95" presetID="8" presetClass="emph" presetSubtype="0" fill="hold" grpId="17" nodeType="withEffect">
                                  <p:stCondLst>
                                    <p:cond delay="1700"/>
                                  </p:stCondLst>
                                  <p:childTnLst>
                                    <p:animRot by="1800000">
                                      <p:cBhvr>
                                        <p:cTn id="396" dur="1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97" presetID="0" presetClass="path" presetSubtype="0" fill="hold" grpId="34" nodeType="withEffect">
                                  <p:stCondLst>
                                    <p:cond delay="1700"/>
                                  </p:stCondLst>
                                  <p:childTnLst>
                                    <p:animMotion origin="layout" path="M 0.010875 0.145574 L 0 0.154667 E" pathEditMode="relative" rAng="0" ptsTypes="AA">
                                      <p:cBhvr>
                                        <p:cTn id="398" dur="1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399" presetID="8" presetClass="emph" presetSubtype="0" fill="hold" grpId="35" nodeType="withEffect">
                                  <p:stCondLst>
                                    <p:cond delay="1700"/>
                                  </p:stCondLst>
                                  <p:childTnLst>
                                    <p:animRot by="450360">
                                      <p:cBhvr>
                                        <p:cTn id="400" dur="1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401" presetID="0" presetClass="path" presetSubtype="0" fill="hold" grpId="17" nodeType="withEffect">
                                  <p:stCondLst>
                                    <p:cond delay="1700"/>
                                  </p:stCondLst>
                                  <p:childTnLst>
                                    <p:animMotion origin="layout" path="M 0 0.146842 L 0 0.154667 E" pathEditMode="relative" rAng="0" ptsTypes="AA">
                                      <p:cBhvr>
                                        <p:cTn id="402" dur="1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403" presetID="0" presetClass="path" presetSubtype="0" fill="hold" grpId="17" nodeType="withEffect">
                                  <p:stCondLst>
                                    <p:cond delay="1700"/>
                                  </p:stCondLst>
                                  <p:childTnLst>
                                    <p:animMotion origin="layout" path="M 0 0.146842 L 0 0.154667 E" pathEditMode="relative" rAng="0" ptsTypes="AA">
                                      <p:cBhvr>
                                        <p:cTn id="404" dur="1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405" presetID="0" presetClass="path" presetSubtype="0" fill="hold" grpId="17" nodeType="withEffect">
                                  <p:stCondLst>
                                    <p:cond delay="1700"/>
                                  </p:stCondLst>
                                  <p:childTnLst>
                                    <p:animMotion origin="layout" path="M 0 0.146842 L 0 0.154667 E" pathEditMode="relative" rAng="0" ptsTypes="AA">
                                      <p:cBhvr>
                                        <p:cTn id="406" dur="1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407" presetID="0" presetClass="path" presetSubtype="0" fill="hold" grpId="17" nodeType="withEffect">
                                  <p:stCondLst>
                                    <p:cond delay="1700"/>
                                  </p:stCondLst>
                                  <p:childTnLst>
                                    <p:animMotion origin="layout" path="M 0 0.146842 L 0 0.154667 E" pathEditMode="relative" rAng="0" ptsTypes="AA">
                                      <p:cBhvr>
                                        <p:cTn id="408" dur="1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409" presetID="0" presetClass="path" presetSubtype="0" fill="hold" grpId="17" nodeType="withEffect">
                                  <p:stCondLst>
                                    <p:cond delay="1700"/>
                                  </p:stCondLst>
                                  <p:childTnLst>
                                    <p:animMotion origin="layout" path="M 0 0.146842 L 0 0.154667 E" pathEditMode="relative" rAng="0" ptsTypes="AA">
                                      <p:cBhvr>
                                        <p:cTn id="410" dur="1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411" presetID="0" presetClass="path" presetSubtype="0" fill="hold" grpId="17" nodeType="withEffect">
                                  <p:stCondLst>
                                    <p:cond delay="1700"/>
                                  </p:stCondLst>
                                  <p:childTnLst>
                                    <p:animMotion origin="layout" path="M 0.02175 0.144306 L 0 0.154667 E" pathEditMode="relative" rAng="0" ptsTypes="AA">
                                      <p:cBhvr>
                                        <p:cTn id="412" dur="1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413" presetID="0" presetClass="path" presetSubtype="0" fill="hold" grpId="11" nodeType="withEffect">
                                  <p:stCondLst>
                                    <p:cond delay="1700"/>
                                  </p:stCondLst>
                                  <p:childTnLst>
                                    <p:animMotion origin="layout" path="M 0 0.01 L 0 0 E" pathEditMode="relative" rAng="0" ptsTypes="AA">
                                      <p:cBhvr>
                                        <p:cTn id="414" dur="1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415" presetID="8" presetClass="emph" presetSubtype="0" fill="hold" grpId="18" nodeType="withEffect">
                                  <p:stCondLst>
                                    <p:cond delay="1800"/>
                                  </p:stCondLst>
                                  <p:childTnLst>
                                    <p:animRot by="1800000">
                                      <p:cBhvr>
                                        <p:cTn id="416" dur="1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417" presetID="8" presetClass="emph" presetSubtype="0" fill="hold" grpId="18" nodeType="withEffect">
                                  <p:stCondLst>
                                    <p:cond delay="1800"/>
                                  </p:stCondLst>
                                  <p:childTnLst>
                                    <p:animRot by="1800000">
                                      <p:cBhvr>
                                        <p:cTn id="418" dur="1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419" presetID="0" presetClass="path" presetSubtype="0" fill="hold" grpId="36" nodeType="withEffect">
                                  <p:stCondLst>
                                    <p:cond delay="1800"/>
                                  </p:stCondLst>
                                  <p:childTnLst>
                                    <p:animMotion origin="layout" path="M 0 0.154667 L -0.010875 0.145574 E" pathEditMode="relative" rAng="0" ptsTypes="AA">
                                      <p:cBhvr>
                                        <p:cTn id="420" dur="1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421" presetID="8" presetClass="emph" presetSubtype="0" fill="hold" grpId="37" nodeType="withEffect">
                                  <p:stCondLst>
                                    <p:cond delay="1800"/>
                                  </p:stCondLst>
                                  <p:childTnLst>
                                    <p:animRot by="450360">
                                      <p:cBhvr>
                                        <p:cTn id="422" dur="1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423" presetID="0" presetClass="path" presetSubtype="0" fill="hold" grpId="18" nodeType="withEffect">
                                  <p:stCondLst>
                                    <p:cond delay="1800"/>
                                  </p:stCondLst>
                                  <p:childTnLst>
                                    <p:animMotion origin="layout" path="M 0 0.154667 L 0 0.146842 E" pathEditMode="relative" rAng="0" ptsTypes="AA">
                                      <p:cBhvr>
                                        <p:cTn id="424" dur="1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425" presetID="0" presetClass="path" presetSubtype="0" fill="hold" grpId="18" nodeType="withEffect">
                                  <p:stCondLst>
                                    <p:cond delay="1800"/>
                                  </p:stCondLst>
                                  <p:childTnLst>
                                    <p:animMotion origin="layout" path="M 0 0.154667 L 0 0.146842 E" pathEditMode="relative" rAng="0" ptsTypes="AA">
                                      <p:cBhvr>
                                        <p:cTn id="426" dur="1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427" presetID="0" presetClass="path" presetSubtype="0" fill="hold" grpId="18" nodeType="withEffect">
                                  <p:stCondLst>
                                    <p:cond delay="1800"/>
                                  </p:stCondLst>
                                  <p:childTnLst>
                                    <p:animMotion origin="layout" path="M 0 0.154667 L 0 0.146842 E" pathEditMode="relative" rAng="0" ptsTypes="AA">
                                      <p:cBhvr>
                                        <p:cTn id="428" dur="1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429" presetID="0" presetClass="path" presetSubtype="0" fill="hold" grpId="18" nodeType="withEffect">
                                  <p:stCondLst>
                                    <p:cond delay="1800"/>
                                  </p:stCondLst>
                                  <p:childTnLst>
                                    <p:animMotion origin="layout" path="M 0 0.154667 L 0 0.146842 E" pathEditMode="relative" rAng="0" ptsTypes="AA">
                                      <p:cBhvr>
                                        <p:cTn id="430" dur="1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431" presetID="0" presetClass="path" presetSubtype="0" fill="hold" grpId="18" nodeType="withEffect">
                                  <p:stCondLst>
                                    <p:cond delay="1800"/>
                                  </p:stCondLst>
                                  <p:childTnLst>
                                    <p:animMotion origin="layout" path="M 0 0.154667 L 0 0.146842 E" pathEditMode="relative" rAng="0" ptsTypes="AA">
                                      <p:cBhvr>
                                        <p:cTn id="432" dur="1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433" presetID="0" presetClass="path" presetSubtype="0" fill="hold" grpId="18" nodeType="withEffect">
                                  <p:stCondLst>
                                    <p:cond delay="1800"/>
                                  </p:stCondLst>
                                  <p:childTnLst>
                                    <p:animMotion origin="layout" path="M 0 0.154667 L -0.02175 0.144306 E" pathEditMode="relative" rAng="0" ptsTypes="AA">
                                      <p:cBhvr>
                                        <p:cTn id="434" dur="1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435" presetID="0" presetClass="path" presetSubtype="0" fill="hold" grpId="6" nodeType="withEffect">
                                  <p:stCondLst>
                                    <p:cond delay="1800"/>
                                  </p:stCondLst>
                                  <p:childTnLst>
                                    <p:animMotion origin="layout" path="M 0 0 L 0 0.01 E" pathEditMode="relative" rAng="0" ptsTypes="AA">
                                      <p:cBhvr>
                                        <p:cTn id="436" dur="1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437" presetID="8" presetClass="emph" presetSubtype="0" fill="hold" grpId="19" nodeType="withEffect">
                                  <p:stCondLst>
                                    <p:cond delay="1900"/>
                                  </p:stCondLst>
                                  <p:childTnLst>
                                    <p:animRot by="1800000">
                                      <p:cBhvr>
                                        <p:cTn id="438" dur="1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439" presetID="8" presetClass="emph" presetSubtype="0" fill="hold" grpId="19" nodeType="withEffect">
                                  <p:stCondLst>
                                    <p:cond delay="1900"/>
                                  </p:stCondLst>
                                  <p:childTnLst>
                                    <p:animRot by="1800000">
                                      <p:cBhvr>
                                        <p:cTn id="440" dur="1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441" presetID="0" presetClass="path" presetSubtype="0" fill="hold" grpId="38" nodeType="withEffect">
                                  <p:stCondLst>
                                    <p:cond delay="1900"/>
                                  </p:stCondLst>
                                  <p:childTnLst>
                                    <p:animMotion origin="layout" path="M -0.010875 0.145574 L -0.018836 0.119838 E" pathEditMode="relative" rAng="0" ptsTypes="AA">
                                      <p:cBhvr>
                                        <p:cTn id="442" dur="1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443" presetID="8" presetClass="emph" presetSubtype="0" fill="hold" grpId="39" nodeType="withEffect">
                                  <p:stCondLst>
                                    <p:cond delay="1900"/>
                                  </p:stCondLst>
                                  <p:childTnLst>
                                    <p:animRot by="334260">
                                      <p:cBhvr>
                                        <p:cTn id="444" dur="1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445" presetID="0" presetClass="path" presetSubtype="0" fill="hold" grpId="19" nodeType="withEffect">
                                  <p:stCondLst>
                                    <p:cond delay="1900"/>
                                  </p:stCondLst>
                                  <p:childTnLst>
                                    <p:animMotion origin="layout" path="M 0 0.146842 L 0 0.123676 E" pathEditMode="relative" rAng="0" ptsTypes="AA">
                                      <p:cBhvr>
                                        <p:cTn id="446" dur="1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447" presetID="0" presetClass="path" presetSubtype="0" fill="hold" grpId="19" nodeType="withEffect">
                                  <p:stCondLst>
                                    <p:cond delay="1900"/>
                                  </p:stCondLst>
                                  <p:childTnLst>
                                    <p:animMotion origin="layout" path="M 0 0.146842 L 0 0.123676 E" pathEditMode="relative" rAng="0" ptsTypes="AA">
                                      <p:cBhvr>
                                        <p:cTn id="448" dur="1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449" presetID="0" presetClass="path" presetSubtype="0" fill="hold" grpId="19" nodeType="withEffect">
                                  <p:stCondLst>
                                    <p:cond delay="1900"/>
                                  </p:stCondLst>
                                  <p:childTnLst>
                                    <p:animMotion origin="layout" path="M 0 0.146842 L 0 0.123676 E" pathEditMode="relative" rAng="0" ptsTypes="AA">
                                      <p:cBhvr>
                                        <p:cTn id="450" dur="1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451" presetID="0" presetClass="path" presetSubtype="0" fill="hold" grpId="19" nodeType="withEffect">
                                  <p:stCondLst>
                                    <p:cond delay="1900"/>
                                  </p:stCondLst>
                                  <p:childTnLst>
                                    <p:animMotion origin="layout" path="M 0 0.146842 L 0 0.123676 E" pathEditMode="relative" rAng="0" ptsTypes="AA">
                                      <p:cBhvr>
                                        <p:cTn id="452" dur="1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453" presetID="0" presetClass="path" presetSubtype="0" fill="hold" grpId="19" nodeType="withEffect">
                                  <p:stCondLst>
                                    <p:cond delay="1900"/>
                                  </p:stCondLst>
                                  <p:childTnLst>
                                    <p:animMotion origin="layout" path="M 0 0.146842 L 0 0.123676 E" pathEditMode="relative" rAng="0" ptsTypes="AA">
                                      <p:cBhvr>
                                        <p:cTn id="454" dur="1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455" presetID="0" presetClass="path" presetSubtype="0" fill="hold" grpId="19" nodeType="withEffect">
                                  <p:stCondLst>
                                    <p:cond delay="1900"/>
                                  </p:stCondLst>
                                  <p:childTnLst>
                                    <p:animMotion origin="layout" path="M -0.02175 0.144306 L -0.037672 0.116 E" pathEditMode="relative" rAng="0" ptsTypes="AA">
                                      <p:cBhvr>
                                        <p:cTn id="456" dur="1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457" presetID="0" presetClass="path" presetSubtype="0" fill="hold" grpId="7" nodeType="withEffect">
                                  <p:stCondLst>
                                    <p:cond delay="1900"/>
                                  </p:stCondLst>
                                  <p:childTnLst>
                                    <p:animMotion origin="layout" path="M 0 0.01 L 0 0.017321 E" pathEditMode="relative" rAng="0" ptsTypes="AA">
                                      <p:cBhvr>
                                        <p:cTn id="458" dur="1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459" presetID="8" presetClass="emph" presetSubtype="0" fill="hold" grpId="20" nodeType="withEffect">
                                  <p:stCondLst>
                                    <p:cond delay="2000"/>
                                  </p:stCondLst>
                                  <p:childTnLst>
                                    <p:animRot by="1800000">
                                      <p:cBhvr>
                                        <p:cTn id="460" dur="1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461" presetID="8" presetClass="emph" presetSubtype="0" fill="hold" grpId="20" nodeType="withEffect">
                                  <p:stCondLst>
                                    <p:cond delay="2000"/>
                                  </p:stCondLst>
                                  <p:childTnLst>
                                    <p:animRot by="1800000">
                                      <p:cBhvr>
                                        <p:cTn id="462" dur="1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463" presetID="0" presetClass="path" presetSubtype="0" fill="hold" grpId="40" nodeType="withEffect">
                                  <p:stCondLst>
                                    <p:cond delay="2000"/>
                                  </p:stCondLst>
                                  <p:childTnLst>
                                    <p:animMotion origin="layout" path="M -0.018836 0.119838 L -0.02175 0.082474 E" pathEditMode="relative" rAng="0" ptsTypes="AA">
                                      <p:cBhvr>
                                        <p:cTn id="464" dur="1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465" presetID="8" presetClass="emph" presetSubtype="0" fill="hold" grpId="41" nodeType="withEffect">
                                  <p:stCondLst>
                                    <p:cond delay="2000"/>
                                  </p:stCondLst>
                                  <p:childTnLst>
                                    <p:animRot by="124080">
                                      <p:cBhvr>
                                        <p:cTn id="466" dur="1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467" presetID="0" presetClass="path" presetSubtype="0" fill="hold" grpId="20" nodeType="withEffect">
                                  <p:stCondLst>
                                    <p:cond delay="2000"/>
                                  </p:stCondLst>
                                  <p:childTnLst>
                                    <p:animMotion origin="layout" path="M 0 0.123676 L 0 0.087614 E" pathEditMode="relative" rAng="0" ptsTypes="AA">
                                      <p:cBhvr>
                                        <p:cTn id="468" dur="1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469" presetID="0" presetClass="path" presetSubtype="0" fill="hold" grpId="20" nodeType="withEffect">
                                  <p:stCondLst>
                                    <p:cond delay="2000"/>
                                  </p:stCondLst>
                                  <p:childTnLst>
                                    <p:animMotion origin="layout" path="M 0 0.123676 L 0 0.087614 E" pathEditMode="relative" rAng="0" ptsTypes="AA">
                                      <p:cBhvr>
                                        <p:cTn id="470" dur="1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471" presetID="0" presetClass="path" presetSubtype="0" fill="hold" grpId="20" nodeType="withEffect">
                                  <p:stCondLst>
                                    <p:cond delay="2000"/>
                                  </p:stCondLst>
                                  <p:childTnLst>
                                    <p:animMotion origin="layout" path="M 0 0.123676 L 0 0.087614 E" pathEditMode="relative" rAng="0" ptsTypes="AA">
                                      <p:cBhvr>
                                        <p:cTn id="472" dur="1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473" presetID="0" presetClass="path" presetSubtype="0" fill="hold" grpId="20" nodeType="withEffect">
                                  <p:stCondLst>
                                    <p:cond delay="2000"/>
                                  </p:stCondLst>
                                  <p:childTnLst>
                                    <p:animMotion origin="layout" path="M 0 0.123676 L 0 0.087614 E" pathEditMode="relative" rAng="0" ptsTypes="AA">
                                      <p:cBhvr>
                                        <p:cTn id="474" dur="1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475" presetID="0" presetClass="path" presetSubtype="0" fill="hold" grpId="20" nodeType="withEffect">
                                  <p:stCondLst>
                                    <p:cond delay="2000"/>
                                  </p:stCondLst>
                                  <p:childTnLst>
                                    <p:animMotion origin="layout" path="M 0 0.123676 L 0 0.087614 E" pathEditMode="relative" rAng="0" ptsTypes="AA">
                                      <p:cBhvr>
                                        <p:cTn id="476" dur="1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477" presetID="0" presetClass="path" presetSubtype="0" fill="hold" grpId="20" nodeType="withEffect">
                                  <p:stCondLst>
                                    <p:cond delay="2000"/>
                                  </p:stCondLst>
                                  <p:childTnLst>
                                    <p:animMotion origin="layout" path="M -0.037672 0.116 L -0.0435 0.077333 E" pathEditMode="relative" rAng="0" ptsTypes="AA">
                                      <p:cBhvr>
                                        <p:cTn id="478" dur="1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479" presetID="0" presetClass="path" presetSubtype="0" fill="hold" grpId="8" nodeType="withEffect">
                                  <p:stCondLst>
                                    <p:cond delay="2000"/>
                                  </p:stCondLst>
                                  <p:childTnLst>
                                    <p:animMotion origin="layout" path="M 0 0.017321 L 0 0.02 E" pathEditMode="relative" rAng="0" ptsTypes="AA">
                                      <p:cBhvr>
                                        <p:cTn id="480" dur="1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481" presetID="7" presetClass="emph" presetSubtype="0" fill="hold" grpId="1" nodeType="withEffect">
                                  <p:stCondLst>
                                    <p:cond delay="2064"/>
                                  </p:stCondLst>
                                  <p:childTnLst>
                                    <p:animClr clrSpc="rgb">
                                      <p:cBhvr>
                                        <p:cTn id="482" dur="3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59E0B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483" presetID="8" presetClass="emph" presetSubtype="0" fill="hold" grpId="21" nodeType="withEffect">
                                  <p:stCondLst>
                                    <p:cond delay="2100"/>
                                  </p:stCondLst>
                                  <p:childTnLst>
                                    <p:animRot by="1800000">
                                      <p:cBhvr>
                                        <p:cTn id="484" dur="1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485" presetID="8" presetClass="emph" presetSubtype="0" fill="hold" grpId="21" nodeType="withEffect">
                                  <p:stCondLst>
                                    <p:cond delay="2100"/>
                                  </p:stCondLst>
                                  <p:childTnLst>
                                    <p:animRot by="1800000">
                                      <p:cBhvr>
                                        <p:cTn id="486" dur="1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487" presetID="0" presetClass="path" presetSubtype="0" fill="hold" grpId="42" nodeType="withEffect">
                                  <p:stCondLst>
                                    <p:cond delay="2100"/>
                                  </p:stCondLst>
                                  <p:childTnLst>
                                    <p:animMotion origin="layout" path="M -0.02175 0.082474 L -0.018836 0.042505 E" pathEditMode="relative" rAng="0" ptsTypes="AA">
                                      <p:cBhvr>
                                        <p:cTn id="488" dur="1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489" presetID="8" presetClass="emph" presetSubtype="0" fill="hold" grpId="43" nodeType="withEffect">
                                  <p:stCondLst>
                                    <p:cond delay="2100"/>
                                  </p:stCondLst>
                                  <p:childTnLst>
                                    <p:animRot by="-124080">
                                      <p:cBhvr>
                                        <p:cTn id="490" dur="1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491" presetID="0" presetClass="path" presetSubtype="0" fill="hold" grpId="21" nodeType="withEffect">
                                  <p:stCondLst>
                                    <p:cond delay="2100"/>
                                  </p:stCondLst>
                                  <p:childTnLst>
                                    <p:animMotion origin="layout" path="M 0 0.087614 L 0 0.046343 E" pathEditMode="relative" rAng="0" ptsTypes="AA">
                                      <p:cBhvr>
                                        <p:cTn id="492" dur="1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493" presetID="0" presetClass="path" presetSubtype="0" fill="hold" grpId="21" nodeType="withEffect">
                                  <p:stCondLst>
                                    <p:cond delay="2100"/>
                                  </p:stCondLst>
                                  <p:childTnLst>
                                    <p:animMotion origin="layout" path="M 0 0.087614 L 0 0.046343 E" pathEditMode="relative" rAng="0" ptsTypes="AA">
                                      <p:cBhvr>
                                        <p:cTn id="494" dur="1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495" presetID="0" presetClass="path" presetSubtype="0" fill="hold" grpId="21" nodeType="withEffect">
                                  <p:stCondLst>
                                    <p:cond delay="2100"/>
                                  </p:stCondLst>
                                  <p:childTnLst>
                                    <p:animMotion origin="layout" path="M 0 0.087614 L 0 0.046343 E" pathEditMode="relative" rAng="0" ptsTypes="AA">
                                      <p:cBhvr>
                                        <p:cTn id="496" dur="1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497" presetID="0" presetClass="path" presetSubtype="0" fill="hold" grpId="21" nodeType="withEffect">
                                  <p:stCondLst>
                                    <p:cond delay="2100"/>
                                  </p:stCondLst>
                                  <p:childTnLst>
                                    <p:animMotion origin="layout" path="M 0 0.087614 L 0 0.046343 E" pathEditMode="relative" rAng="0" ptsTypes="AA">
                                      <p:cBhvr>
                                        <p:cTn id="498" dur="1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499" presetID="0" presetClass="path" presetSubtype="0" fill="hold" grpId="21" nodeType="withEffect">
                                  <p:stCondLst>
                                    <p:cond delay="2100"/>
                                  </p:stCondLst>
                                  <p:childTnLst>
                                    <p:animMotion origin="layout" path="M 0 0.087614 L 0 0.046343 E" pathEditMode="relative" rAng="0" ptsTypes="AA">
                                      <p:cBhvr>
                                        <p:cTn id="500" dur="1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501" presetID="0" presetClass="path" presetSubtype="0" fill="hold" grpId="21" nodeType="withEffect">
                                  <p:stCondLst>
                                    <p:cond delay="2100"/>
                                  </p:stCondLst>
                                  <p:childTnLst>
                                    <p:animMotion origin="layout" path="M -0.0435 0.077333 L -0.037672 0.038667 E" pathEditMode="relative" rAng="0" ptsTypes="AA">
                                      <p:cBhvr>
                                        <p:cTn id="502" dur="1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503" presetID="0" presetClass="path" presetSubtype="0" fill="hold" grpId="9" nodeType="withEffect">
                                  <p:stCondLst>
                                    <p:cond delay="2100"/>
                                  </p:stCondLst>
                                  <p:childTnLst>
                                    <p:animMotion origin="layout" path="M 0 0.02 L 0 0.017321 E" pathEditMode="relative" rAng="0" ptsTypes="AA">
                                      <p:cBhvr>
                                        <p:cTn id="504" dur="1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505" presetID="8" presetClass="emph" presetSubtype="0" fill="hold" grpId="22" nodeType="withEffect">
                                  <p:stCondLst>
                                    <p:cond delay="2200"/>
                                  </p:stCondLst>
                                  <p:childTnLst>
                                    <p:animRot by="1800000">
                                      <p:cBhvr>
                                        <p:cTn id="506" dur="1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507" presetID="8" presetClass="emph" presetSubtype="0" fill="hold" grpId="22" nodeType="withEffect">
                                  <p:stCondLst>
                                    <p:cond delay="2200"/>
                                  </p:stCondLst>
                                  <p:childTnLst>
                                    <p:animRot by="1800000">
                                      <p:cBhvr>
                                        <p:cTn id="508" dur="1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509" presetID="0" presetClass="path" presetSubtype="0" fill="hold" grpId="44" nodeType="withEffect">
                                  <p:stCondLst>
                                    <p:cond delay="2200"/>
                                  </p:stCondLst>
                                  <p:childTnLst>
                                    <p:animMotion origin="layout" path="M -0.018836 0.042505 L -0.010875 0.011629 E" pathEditMode="relative" rAng="0" ptsTypes="AA">
                                      <p:cBhvr>
                                        <p:cTn id="510" dur="1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511" presetID="8" presetClass="emph" presetSubtype="0" fill="hold" grpId="45" nodeType="withEffect">
                                  <p:stCondLst>
                                    <p:cond delay="2200"/>
                                  </p:stCondLst>
                                  <p:childTnLst>
                                    <p:animRot by="-334260">
                                      <p:cBhvr>
                                        <p:cTn id="512" dur="1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513" presetID="0" presetClass="path" presetSubtype="0" fill="hold" grpId="22" nodeType="withEffect">
                                  <p:stCondLst>
                                    <p:cond delay="2200"/>
                                  </p:stCondLst>
                                  <p:childTnLst>
                                    <p:animMotion origin="layout" path="M 0 0.046343 L 0 0.012897 E" pathEditMode="relative" rAng="0" ptsTypes="AA">
                                      <p:cBhvr>
                                        <p:cTn id="514" dur="1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515" presetID="0" presetClass="path" presetSubtype="0" fill="hold" grpId="22" nodeType="withEffect">
                                  <p:stCondLst>
                                    <p:cond delay="2200"/>
                                  </p:stCondLst>
                                  <p:childTnLst>
                                    <p:animMotion origin="layout" path="M 0 0.046343 L 0 0.012897 E" pathEditMode="relative" rAng="0" ptsTypes="AA">
                                      <p:cBhvr>
                                        <p:cTn id="516" dur="1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517" presetID="0" presetClass="path" presetSubtype="0" fill="hold" grpId="22" nodeType="withEffect">
                                  <p:stCondLst>
                                    <p:cond delay="2200"/>
                                  </p:stCondLst>
                                  <p:childTnLst>
                                    <p:animMotion origin="layout" path="M 0 0.046343 L 0 0.012897 E" pathEditMode="relative" rAng="0" ptsTypes="AA">
                                      <p:cBhvr>
                                        <p:cTn id="518" dur="1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519" presetID="0" presetClass="path" presetSubtype="0" fill="hold" grpId="22" nodeType="withEffect">
                                  <p:stCondLst>
                                    <p:cond delay="2200"/>
                                  </p:stCondLst>
                                  <p:childTnLst>
                                    <p:animMotion origin="layout" path="M 0 0.046343 L 0 0.012897 E" pathEditMode="relative" rAng="0" ptsTypes="AA">
                                      <p:cBhvr>
                                        <p:cTn id="520" dur="1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521" presetID="0" presetClass="path" presetSubtype="0" fill="hold" grpId="22" nodeType="withEffect">
                                  <p:stCondLst>
                                    <p:cond delay="2200"/>
                                  </p:stCondLst>
                                  <p:childTnLst>
                                    <p:animMotion origin="layout" path="M 0 0.046343 L 0 0.012897 E" pathEditMode="relative" rAng="0" ptsTypes="AA">
                                      <p:cBhvr>
                                        <p:cTn id="522" dur="1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523" presetID="0" presetClass="path" presetSubtype="0" fill="hold" grpId="22" nodeType="withEffect">
                                  <p:stCondLst>
                                    <p:cond delay="2200"/>
                                  </p:stCondLst>
                                  <p:childTnLst>
                                    <p:animMotion origin="layout" path="M -0.037672 0.038667 L -0.02175 0.010361 E" pathEditMode="relative" rAng="0" ptsTypes="AA">
                                      <p:cBhvr>
                                        <p:cTn id="524" dur="1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525" presetID="0" presetClass="path" presetSubtype="0" fill="hold" grpId="10" nodeType="withEffect">
                                  <p:stCondLst>
                                    <p:cond delay="2200"/>
                                  </p:stCondLst>
                                  <p:childTnLst>
                                    <p:animMotion origin="layout" path="M 0 0.017321 L 0 0.01 E" pathEditMode="relative" rAng="0" ptsTypes="AA">
                                      <p:cBhvr>
                                        <p:cTn id="526" dur="1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527" presetID="8" presetClass="emph" presetSubtype="0" fill="hold" grpId="23" nodeType="withEffect">
                                  <p:stCondLst>
                                    <p:cond delay="2300"/>
                                  </p:stCondLst>
                                  <p:childTnLst>
                                    <p:animRot by="1800000">
                                      <p:cBhvr>
                                        <p:cTn id="528" dur="1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529" presetID="8" presetClass="emph" presetSubtype="0" fill="hold" grpId="23" nodeType="withEffect">
                                  <p:stCondLst>
                                    <p:cond delay="2300"/>
                                  </p:stCondLst>
                                  <p:childTnLst>
                                    <p:animRot by="1800000">
                                      <p:cBhvr>
                                        <p:cTn id="530" dur="1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531" presetID="0" presetClass="path" presetSubtype="0" fill="hold" grpId="46" nodeType="withEffect">
                                  <p:stCondLst>
                                    <p:cond delay="2300"/>
                                  </p:stCondLst>
                                  <p:childTnLst>
                                    <p:animMotion origin="layout" path="M -0.010875 0.011629 L -0 0 E" pathEditMode="relative" rAng="0" ptsTypes="AA">
                                      <p:cBhvr>
                                        <p:cTn id="532" dur="1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533" presetID="8" presetClass="emph" presetSubtype="0" fill="hold" grpId="47" nodeType="withEffect">
                                  <p:stCondLst>
                                    <p:cond delay="2300"/>
                                  </p:stCondLst>
                                  <p:childTnLst>
                                    <p:animRot by="-450360">
                                      <p:cBhvr>
                                        <p:cTn id="534" dur="1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535" presetID="0" presetClass="path" presetSubtype="0" fill="hold" grpId="23" nodeType="withEffect">
                                  <p:stCondLst>
                                    <p:cond delay="2300"/>
                                  </p:stCondLst>
                                  <p:childTnLst>
                                    <p:animMotion origin="layout" path="M 0 0.012897 L 0 0 E" pathEditMode="relative" rAng="0" ptsTypes="AA">
                                      <p:cBhvr>
                                        <p:cTn id="536" dur="1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537" presetID="0" presetClass="path" presetSubtype="0" fill="hold" grpId="23" nodeType="withEffect">
                                  <p:stCondLst>
                                    <p:cond delay="2300"/>
                                  </p:stCondLst>
                                  <p:childTnLst>
                                    <p:animMotion origin="layout" path="M 0 0.012897 L 0 0 E" pathEditMode="relative" rAng="0" ptsTypes="AA">
                                      <p:cBhvr>
                                        <p:cTn id="538" dur="1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539" presetID="0" presetClass="path" presetSubtype="0" fill="hold" grpId="23" nodeType="withEffect">
                                  <p:stCondLst>
                                    <p:cond delay="2300"/>
                                  </p:stCondLst>
                                  <p:childTnLst>
                                    <p:animMotion origin="layout" path="M 0 0.012897 L 0 0 E" pathEditMode="relative" rAng="0" ptsTypes="AA">
                                      <p:cBhvr>
                                        <p:cTn id="540" dur="1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541" presetID="0" presetClass="path" presetSubtype="0" fill="hold" grpId="23" nodeType="withEffect">
                                  <p:stCondLst>
                                    <p:cond delay="2300"/>
                                  </p:stCondLst>
                                  <p:childTnLst>
                                    <p:animMotion origin="layout" path="M 0 0.012897 L 0 0 E" pathEditMode="relative" rAng="0" ptsTypes="AA">
                                      <p:cBhvr>
                                        <p:cTn id="542" dur="1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543" presetID="0" presetClass="path" presetSubtype="0" fill="hold" grpId="23" nodeType="withEffect">
                                  <p:stCondLst>
                                    <p:cond delay="2300"/>
                                  </p:stCondLst>
                                  <p:childTnLst>
                                    <p:animMotion origin="layout" path="M 0 0.012897 L 0 0 E" pathEditMode="relative" rAng="0" ptsTypes="AA">
                                      <p:cBhvr>
                                        <p:cTn id="544" dur="1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545" presetID="0" presetClass="path" presetSubtype="0" fill="hold" grpId="23" nodeType="withEffect">
                                  <p:stCondLst>
                                    <p:cond delay="2300"/>
                                  </p:stCondLst>
                                  <p:childTnLst>
                                    <p:animMotion origin="layout" path="M -0.02175 0.010361 L -0 0 E" pathEditMode="relative" rAng="0" ptsTypes="AA">
                                      <p:cBhvr>
                                        <p:cTn id="546" dur="1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547" presetID="0" presetClass="path" presetSubtype="0" fill="hold" grpId="11" nodeType="withEffect">
                                  <p:stCondLst>
                                    <p:cond delay="2300"/>
                                  </p:stCondLst>
                                  <p:childTnLst>
                                    <p:animMotion origin="layout" path="M 0 0.01 L 0 0 E" pathEditMode="relative" rAng="0" ptsTypes="AA">
                                      <p:cBhvr>
                                        <p:cTn id="548" dur="1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549" presetID="8" presetClass="emph" presetSubtype="0" fill="hold" grpId="24" nodeType="withEffect">
                                  <p:stCondLst>
                                    <p:cond delay="2400"/>
                                  </p:stCondLst>
                                  <p:childTnLst>
                                    <p:animRot by="1800000">
                                      <p:cBhvr>
                                        <p:cTn id="550" dur="1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551" presetID="8" presetClass="emph" presetSubtype="0" fill="hold" grpId="24" nodeType="withEffect">
                                  <p:stCondLst>
                                    <p:cond delay="2400"/>
                                  </p:stCondLst>
                                  <p:childTnLst>
                                    <p:animRot by="1800000">
                                      <p:cBhvr>
                                        <p:cTn id="552" dur="1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553" presetID="0" presetClass="path" presetSubtype="0" fill="hold" grpId="48" nodeType="withEffect">
                                  <p:stCondLst>
                                    <p:cond delay="2400"/>
                                  </p:stCondLst>
                                  <p:childTnLst>
                                    <p:animMotion origin="layout" path="M -0 0 L 0.010875 0.011629 E" pathEditMode="relative" rAng="0" ptsTypes="AA">
                                      <p:cBhvr>
                                        <p:cTn id="554" dur="1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555" presetID="8" presetClass="emph" presetSubtype="0" fill="hold" grpId="49" nodeType="withEffect">
                                  <p:stCondLst>
                                    <p:cond delay="2400"/>
                                  </p:stCondLst>
                                  <p:childTnLst>
                                    <p:animRot by="-450360">
                                      <p:cBhvr>
                                        <p:cTn id="556" dur="1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557" presetID="0" presetClass="path" presetSubtype="0" fill="hold" grpId="24" nodeType="withEffect">
                                  <p:stCondLst>
                                    <p:cond delay="2400"/>
                                  </p:stCondLst>
                                  <p:childTnLst>
                                    <p:animMotion origin="layout" path="M 0 0 L 0 0.012897 E" pathEditMode="relative" rAng="0" ptsTypes="AA">
                                      <p:cBhvr>
                                        <p:cTn id="558" dur="1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559" presetID="0" presetClass="path" presetSubtype="0" fill="hold" grpId="24" nodeType="withEffect">
                                  <p:stCondLst>
                                    <p:cond delay="2400"/>
                                  </p:stCondLst>
                                  <p:childTnLst>
                                    <p:animMotion origin="layout" path="M 0 0 L 0 0.012897 E" pathEditMode="relative" rAng="0" ptsTypes="AA">
                                      <p:cBhvr>
                                        <p:cTn id="560" dur="1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561" presetID="0" presetClass="path" presetSubtype="0" fill="hold" grpId="24" nodeType="withEffect">
                                  <p:stCondLst>
                                    <p:cond delay="2400"/>
                                  </p:stCondLst>
                                  <p:childTnLst>
                                    <p:animMotion origin="layout" path="M 0 0 L 0 0.012897 E" pathEditMode="relative" rAng="0" ptsTypes="AA">
                                      <p:cBhvr>
                                        <p:cTn id="562" dur="1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563" presetID="0" presetClass="path" presetSubtype="0" fill="hold" grpId="24" nodeType="withEffect">
                                  <p:stCondLst>
                                    <p:cond delay="2400"/>
                                  </p:stCondLst>
                                  <p:childTnLst>
                                    <p:animMotion origin="layout" path="M 0 0 L 0 0.012897 E" pathEditMode="relative" rAng="0" ptsTypes="AA">
                                      <p:cBhvr>
                                        <p:cTn id="564" dur="1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565" presetID="0" presetClass="path" presetSubtype="0" fill="hold" grpId="24" nodeType="withEffect">
                                  <p:stCondLst>
                                    <p:cond delay="2400"/>
                                  </p:stCondLst>
                                  <p:childTnLst>
                                    <p:animMotion origin="layout" path="M 0 0 L 0 0.012897 E" pathEditMode="relative" rAng="0" ptsTypes="AA">
                                      <p:cBhvr>
                                        <p:cTn id="566" dur="1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567" presetID="0" presetClass="path" presetSubtype="0" fill="hold" grpId="24" nodeType="withEffect">
                                  <p:stCondLst>
                                    <p:cond delay="2400"/>
                                  </p:stCondLst>
                                  <p:childTnLst>
                                    <p:animMotion origin="layout" path="M -0 0 L 0.02175 0.010361 E" pathEditMode="relative" rAng="0" ptsTypes="AA">
                                      <p:cBhvr>
                                        <p:cTn id="568" dur="1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569" presetID="0" presetClass="path" presetSubtype="0" fill="hold" grpId="12" nodeType="withEffect">
                                  <p:stCondLst>
                                    <p:cond delay="2400"/>
                                  </p:stCondLst>
                                  <p:childTnLst>
                                    <p:animMotion origin="layout" path="M 0 0 L 0 0.01 E" pathEditMode="relative" rAng="0" ptsTypes="AA">
                                      <p:cBhvr>
                                        <p:cTn id="570" dur="1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571" presetID="6" presetClass="emph" presetSubtype="0" fill="hold" grpId="0" nodeType="withEffect">
                                  <p:stCondLst>
                                    <p:cond delay="2436"/>
                                  </p:stCondLst>
                                  <p:childTnLst>
                                    <p:animScale>
                                      <p:cBhvr>
                                        <p:cTn id="572" dur="200" fill="hold" autoRev="1"/>
                                        <p:tgtEl>
                                          <p:spTgt spid="21"/>
                                        </p:tgtEl>
                                      </p:cBhvr>
                                      <p:by x="108000" y="108000"/>
                                    </p:animScale>
                                  </p:childTnLst>
                                </p:cTn>
                              </p:par>
                              <p:par>
                                <p:cTn id="573" presetID="7" presetClass="emph" presetSubtype="0" fill="hold" grpId="1" nodeType="withEffect">
                                  <p:stCondLst>
                                    <p:cond delay="2436"/>
                                  </p:stCondLst>
                                  <p:childTnLst>
                                    <p:animClr clrSpc="rgb">
                                      <p:cBhvr>
                                        <p:cTn id="574" dur="3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3D00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575" presetID="8" presetClass="emph" presetSubtype="0" fill="hold" grpId="25" nodeType="withEffect">
                                  <p:stCondLst>
                                    <p:cond delay="2500"/>
                                  </p:stCondLst>
                                  <p:childTnLst>
                                    <p:animRot by="1800000">
                                      <p:cBhvr>
                                        <p:cTn id="576" dur="1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577" presetID="8" presetClass="emph" presetSubtype="0" fill="hold" grpId="25" nodeType="withEffect">
                                  <p:stCondLst>
                                    <p:cond delay="2500"/>
                                  </p:stCondLst>
                                  <p:childTnLst>
                                    <p:animRot by="1800000">
                                      <p:cBhvr>
                                        <p:cTn id="578" dur="1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579" presetID="0" presetClass="path" presetSubtype="0" fill="hold" grpId="50" nodeType="withEffect">
                                  <p:stCondLst>
                                    <p:cond delay="2500"/>
                                  </p:stCondLst>
                                  <p:childTnLst>
                                    <p:animMotion origin="layout" path="M 0.010875 0.011629 L 0.018836 0.042505 E" pathEditMode="relative" rAng="0" ptsTypes="AA">
                                      <p:cBhvr>
                                        <p:cTn id="580" dur="1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581" presetID="8" presetClass="emph" presetSubtype="0" fill="hold" grpId="51" nodeType="withEffect">
                                  <p:stCondLst>
                                    <p:cond delay="2500"/>
                                  </p:stCondLst>
                                  <p:childTnLst>
                                    <p:animRot by="-334260">
                                      <p:cBhvr>
                                        <p:cTn id="582" dur="1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583" presetID="0" presetClass="path" presetSubtype="0" fill="hold" grpId="25" nodeType="withEffect">
                                  <p:stCondLst>
                                    <p:cond delay="2500"/>
                                  </p:stCondLst>
                                  <p:childTnLst>
                                    <p:animMotion origin="layout" path="M 0 0.012897 L 0 0.046343 E" pathEditMode="relative" rAng="0" ptsTypes="AA">
                                      <p:cBhvr>
                                        <p:cTn id="584" dur="1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585" presetID="0" presetClass="path" presetSubtype="0" fill="hold" grpId="25" nodeType="withEffect">
                                  <p:stCondLst>
                                    <p:cond delay="2500"/>
                                  </p:stCondLst>
                                  <p:childTnLst>
                                    <p:animMotion origin="layout" path="M 0 0.012897 L 0 0.046343 E" pathEditMode="relative" rAng="0" ptsTypes="AA">
                                      <p:cBhvr>
                                        <p:cTn id="586" dur="1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587" presetID="0" presetClass="path" presetSubtype="0" fill="hold" grpId="25" nodeType="withEffect">
                                  <p:stCondLst>
                                    <p:cond delay="2500"/>
                                  </p:stCondLst>
                                  <p:childTnLst>
                                    <p:animMotion origin="layout" path="M 0 0.012897 L 0 0.046343 E" pathEditMode="relative" rAng="0" ptsTypes="AA">
                                      <p:cBhvr>
                                        <p:cTn id="588" dur="1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589" presetID="0" presetClass="path" presetSubtype="0" fill="hold" grpId="25" nodeType="withEffect">
                                  <p:stCondLst>
                                    <p:cond delay="2500"/>
                                  </p:stCondLst>
                                  <p:childTnLst>
                                    <p:animMotion origin="layout" path="M 0 0.012897 L 0 0.046343 E" pathEditMode="relative" rAng="0" ptsTypes="AA">
                                      <p:cBhvr>
                                        <p:cTn id="590" dur="1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591" presetID="0" presetClass="path" presetSubtype="0" fill="hold" grpId="25" nodeType="withEffect">
                                  <p:stCondLst>
                                    <p:cond delay="2500"/>
                                  </p:stCondLst>
                                  <p:childTnLst>
                                    <p:animMotion origin="layout" path="M 0 0.012897 L 0 0.046343 E" pathEditMode="relative" rAng="0" ptsTypes="AA">
                                      <p:cBhvr>
                                        <p:cTn id="592" dur="1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593" presetID="0" presetClass="path" presetSubtype="0" fill="hold" grpId="25" nodeType="withEffect">
                                  <p:stCondLst>
                                    <p:cond delay="2500"/>
                                  </p:stCondLst>
                                  <p:childTnLst>
                                    <p:animMotion origin="layout" path="M 0.02175 0.010361 L 0.037672 0.038667 E" pathEditMode="relative" rAng="0" ptsTypes="AA">
                                      <p:cBhvr>
                                        <p:cTn id="594" dur="1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595" presetID="0" presetClass="path" presetSubtype="0" fill="hold" grpId="13" nodeType="withEffect">
                                  <p:stCondLst>
                                    <p:cond delay="2500"/>
                                  </p:stCondLst>
                                  <p:childTnLst>
                                    <p:animMotion origin="layout" path="M 0 0.01 L 0 0.017321 E" pathEditMode="relative" rAng="0" ptsTypes="AA">
                                      <p:cBhvr>
                                        <p:cTn id="596" dur="1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597" presetID="8" presetClass="emph" presetSubtype="0" fill="hold" grpId="26" nodeType="withEffect">
                                  <p:stCondLst>
                                    <p:cond delay="2600"/>
                                  </p:stCondLst>
                                  <p:childTnLst>
                                    <p:animRot by="1800000">
                                      <p:cBhvr>
                                        <p:cTn id="598" dur="1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599" presetID="8" presetClass="emph" presetSubtype="0" fill="hold" grpId="26" nodeType="withEffect">
                                  <p:stCondLst>
                                    <p:cond delay="2600"/>
                                  </p:stCondLst>
                                  <p:childTnLst>
                                    <p:animRot by="1800000">
                                      <p:cBhvr>
                                        <p:cTn id="600" dur="1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601" presetID="0" presetClass="path" presetSubtype="0" fill="hold" grpId="52" nodeType="withEffect">
                                  <p:stCondLst>
                                    <p:cond delay="2600"/>
                                  </p:stCondLst>
                                  <p:childTnLst>
                                    <p:animMotion origin="layout" path="M 0.018836 0.042505 L 0.02175 0.082474 E" pathEditMode="relative" rAng="0" ptsTypes="AA">
                                      <p:cBhvr>
                                        <p:cTn id="602" dur="1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603" presetID="8" presetClass="emph" presetSubtype="0" fill="hold" grpId="53" nodeType="withEffect">
                                  <p:stCondLst>
                                    <p:cond delay="2600"/>
                                  </p:stCondLst>
                                  <p:childTnLst>
                                    <p:animRot by="-124080">
                                      <p:cBhvr>
                                        <p:cTn id="604" dur="1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605" presetID="0" presetClass="path" presetSubtype="0" fill="hold" grpId="26" nodeType="withEffect">
                                  <p:stCondLst>
                                    <p:cond delay="2600"/>
                                  </p:stCondLst>
                                  <p:childTnLst>
                                    <p:animMotion origin="layout" path="M 0 0.046343 L 0 0.087614 E" pathEditMode="relative" rAng="0" ptsTypes="AA">
                                      <p:cBhvr>
                                        <p:cTn id="606" dur="1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607" presetID="0" presetClass="path" presetSubtype="0" fill="hold" grpId="26" nodeType="withEffect">
                                  <p:stCondLst>
                                    <p:cond delay="2600"/>
                                  </p:stCondLst>
                                  <p:childTnLst>
                                    <p:animMotion origin="layout" path="M 0 0.046343 L 0 0.087614 E" pathEditMode="relative" rAng="0" ptsTypes="AA">
                                      <p:cBhvr>
                                        <p:cTn id="608" dur="1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609" presetID="0" presetClass="path" presetSubtype="0" fill="hold" grpId="26" nodeType="withEffect">
                                  <p:stCondLst>
                                    <p:cond delay="2600"/>
                                  </p:stCondLst>
                                  <p:childTnLst>
                                    <p:animMotion origin="layout" path="M 0 0.046343 L 0 0.087614 E" pathEditMode="relative" rAng="0" ptsTypes="AA">
                                      <p:cBhvr>
                                        <p:cTn id="610" dur="1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611" presetID="0" presetClass="path" presetSubtype="0" fill="hold" grpId="26" nodeType="withEffect">
                                  <p:stCondLst>
                                    <p:cond delay="2600"/>
                                  </p:stCondLst>
                                  <p:childTnLst>
                                    <p:animMotion origin="layout" path="M 0 0.046343 L 0 0.087614 E" pathEditMode="relative" rAng="0" ptsTypes="AA">
                                      <p:cBhvr>
                                        <p:cTn id="612" dur="1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613" presetID="0" presetClass="path" presetSubtype="0" fill="hold" grpId="26" nodeType="withEffect">
                                  <p:stCondLst>
                                    <p:cond delay="2600"/>
                                  </p:stCondLst>
                                  <p:childTnLst>
                                    <p:animMotion origin="layout" path="M 0 0.046343 L 0 0.087614 E" pathEditMode="relative" rAng="0" ptsTypes="AA">
                                      <p:cBhvr>
                                        <p:cTn id="614" dur="1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615" presetID="0" presetClass="path" presetSubtype="0" fill="hold" grpId="26" nodeType="withEffect">
                                  <p:stCondLst>
                                    <p:cond delay="2600"/>
                                  </p:stCondLst>
                                  <p:childTnLst>
                                    <p:animMotion origin="layout" path="M 0.037672 0.038667 L 0.0435 0.077333 E" pathEditMode="relative" rAng="0" ptsTypes="AA">
                                      <p:cBhvr>
                                        <p:cTn id="616" dur="1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617" presetID="0" presetClass="path" presetSubtype="0" fill="hold" grpId="14" nodeType="withEffect">
                                  <p:stCondLst>
                                    <p:cond delay="2600"/>
                                  </p:stCondLst>
                                  <p:childTnLst>
                                    <p:animMotion origin="layout" path="M 0 0.017321 L 0 0.02 E" pathEditMode="relative" rAng="0" ptsTypes="AA">
                                      <p:cBhvr>
                                        <p:cTn id="618" dur="1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619" presetID="8" presetClass="emph" presetSubtype="0" fill="hold" grpId="27" nodeType="withEffect">
                                  <p:stCondLst>
                                    <p:cond delay="2700"/>
                                  </p:stCondLst>
                                  <p:childTnLst>
                                    <p:animRot by="1800000">
                                      <p:cBhvr>
                                        <p:cTn id="620" dur="1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621" presetID="8" presetClass="emph" presetSubtype="0" fill="hold" grpId="27" nodeType="withEffect">
                                  <p:stCondLst>
                                    <p:cond delay="2700"/>
                                  </p:stCondLst>
                                  <p:childTnLst>
                                    <p:animRot by="1800000">
                                      <p:cBhvr>
                                        <p:cTn id="622" dur="1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623" presetID="0" presetClass="path" presetSubtype="0" fill="hold" grpId="54" nodeType="withEffect">
                                  <p:stCondLst>
                                    <p:cond delay="2700"/>
                                  </p:stCondLst>
                                  <p:childTnLst>
                                    <p:animMotion origin="layout" path="M 0.02175 0.082474 L 0.018836 0.119838 E" pathEditMode="relative" rAng="0" ptsTypes="AA">
                                      <p:cBhvr>
                                        <p:cTn id="624" dur="1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625" presetID="8" presetClass="emph" presetSubtype="0" fill="hold" grpId="55" nodeType="withEffect">
                                  <p:stCondLst>
                                    <p:cond delay="2700"/>
                                  </p:stCondLst>
                                  <p:childTnLst>
                                    <p:animRot by="124080">
                                      <p:cBhvr>
                                        <p:cTn id="626" dur="1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627" presetID="0" presetClass="path" presetSubtype="0" fill="hold" grpId="27" nodeType="withEffect">
                                  <p:stCondLst>
                                    <p:cond delay="2700"/>
                                  </p:stCondLst>
                                  <p:childTnLst>
                                    <p:animMotion origin="layout" path="M 0 0.087614 L 0 0.123676 E" pathEditMode="relative" rAng="0" ptsTypes="AA">
                                      <p:cBhvr>
                                        <p:cTn id="628" dur="1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629" presetID="0" presetClass="path" presetSubtype="0" fill="hold" grpId="27" nodeType="withEffect">
                                  <p:stCondLst>
                                    <p:cond delay="2700"/>
                                  </p:stCondLst>
                                  <p:childTnLst>
                                    <p:animMotion origin="layout" path="M 0 0.087614 L 0 0.123676 E" pathEditMode="relative" rAng="0" ptsTypes="AA">
                                      <p:cBhvr>
                                        <p:cTn id="630" dur="1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631" presetID="0" presetClass="path" presetSubtype="0" fill="hold" grpId="27" nodeType="withEffect">
                                  <p:stCondLst>
                                    <p:cond delay="2700"/>
                                  </p:stCondLst>
                                  <p:childTnLst>
                                    <p:animMotion origin="layout" path="M 0 0.087614 L 0 0.123676 E" pathEditMode="relative" rAng="0" ptsTypes="AA">
                                      <p:cBhvr>
                                        <p:cTn id="632" dur="1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633" presetID="0" presetClass="path" presetSubtype="0" fill="hold" grpId="27" nodeType="withEffect">
                                  <p:stCondLst>
                                    <p:cond delay="2700"/>
                                  </p:stCondLst>
                                  <p:childTnLst>
                                    <p:animMotion origin="layout" path="M 0 0.087614 L 0 0.123676 E" pathEditMode="relative" rAng="0" ptsTypes="AA">
                                      <p:cBhvr>
                                        <p:cTn id="634" dur="1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635" presetID="0" presetClass="path" presetSubtype="0" fill="hold" grpId="27" nodeType="withEffect">
                                  <p:stCondLst>
                                    <p:cond delay="2700"/>
                                  </p:stCondLst>
                                  <p:childTnLst>
                                    <p:animMotion origin="layout" path="M 0 0.087614 L 0 0.123676 E" pathEditMode="relative" rAng="0" ptsTypes="AA">
                                      <p:cBhvr>
                                        <p:cTn id="636" dur="1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637" presetID="0" presetClass="path" presetSubtype="0" fill="hold" grpId="27" nodeType="withEffect">
                                  <p:stCondLst>
                                    <p:cond delay="2700"/>
                                  </p:stCondLst>
                                  <p:childTnLst>
                                    <p:animMotion origin="layout" path="M 0.0435 0.077333 L 0.037672 0.116 E" pathEditMode="relative" rAng="0" ptsTypes="AA">
                                      <p:cBhvr>
                                        <p:cTn id="638" dur="1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639" presetID="0" presetClass="path" presetSubtype="0" fill="hold" grpId="15" nodeType="withEffect">
                                  <p:stCondLst>
                                    <p:cond delay="2700"/>
                                  </p:stCondLst>
                                  <p:childTnLst>
                                    <p:animMotion origin="layout" path="M 0 0.02 L 0 0.017321 E" pathEditMode="relative" rAng="0" ptsTypes="AA">
                                      <p:cBhvr>
                                        <p:cTn id="640" dur="1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641" presetID="7" presetClass="emph" presetSubtype="0" fill="hold" grpId="1" nodeType="withEffect">
                                  <p:stCondLst>
                                    <p:cond delay="2784"/>
                                  </p:stCondLst>
                                  <p:childTnLst>
                                    <p:animClr clrSpc="rgb">
                                      <p:cBhvr>
                                        <p:cTn id="642" dur="3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38BDF8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643" presetID="8" presetClass="emph" presetSubtype="0" fill="hold" grpId="28" nodeType="withEffect">
                                  <p:stCondLst>
                                    <p:cond delay="2800"/>
                                  </p:stCondLst>
                                  <p:childTnLst>
                                    <p:animRot by="1800000">
                                      <p:cBhvr>
                                        <p:cTn id="644" dur="1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645" presetID="8" presetClass="emph" presetSubtype="0" fill="hold" grpId="28" nodeType="withEffect">
                                  <p:stCondLst>
                                    <p:cond delay="2800"/>
                                  </p:stCondLst>
                                  <p:childTnLst>
                                    <p:animRot by="1800000">
                                      <p:cBhvr>
                                        <p:cTn id="646" dur="1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647" presetID="0" presetClass="path" presetSubtype="0" fill="hold" grpId="56" nodeType="withEffect">
                                  <p:stCondLst>
                                    <p:cond delay="2800"/>
                                  </p:stCondLst>
                                  <p:childTnLst>
                                    <p:animMotion origin="layout" path="M 0.018836 0.119838 L 0.010875 0.145574 E" pathEditMode="relative" rAng="0" ptsTypes="AA">
                                      <p:cBhvr>
                                        <p:cTn id="648" dur="1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649" presetID="8" presetClass="emph" presetSubtype="0" fill="hold" grpId="57" nodeType="withEffect">
                                  <p:stCondLst>
                                    <p:cond delay="2800"/>
                                  </p:stCondLst>
                                  <p:childTnLst>
                                    <p:animRot by="334260">
                                      <p:cBhvr>
                                        <p:cTn id="650" dur="1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651" presetID="0" presetClass="path" presetSubtype="0" fill="hold" grpId="28" nodeType="withEffect">
                                  <p:stCondLst>
                                    <p:cond delay="2800"/>
                                  </p:stCondLst>
                                  <p:childTnLst>
                                    <p:animMotion origin="layout" path="M 0 0.123676 L 0 0.146842 E" pathEditMode="relative" rAng="0" ptsTypes="AA">
                                      <p:cBhvr>
                                        <p:cTn id="652" dur="1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653" presetID="0" presetClass="path" presetSubtype="0" fill="hold" grpId="28" nodeType="withEffect">
                                  <p:stCondLst>
                                    <p:cond delay="2800"/>
                                  </p:stCondLst>
                                  <p:childTnLst>
                                    <p:animMotion origin="layout" path="M 0 0.123676 L 0 0.146842 E" pathEditMode="relative" rAng="0" ptsTypes="AA">
                                      <p:cBhvr>
                                        <p:cTn id="654" dur="1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655" presetID="0" presetClass="path" presetSubtype="0" fill="hold" grpId="28" nodeType="withEffect">
                                  <p:stCondLst>
                                    <p:cond delay="2800"/>
                                  </p:stCondLst>
                                  <p:childTnLst>
                                    <p:animMotion origin="layout" path="M 0 0.123676 L 0 0.146842 E" pathEditMode="relative" rAng="0" ptsTypes="AA">
                                      <p:cBhvr>
                                        <p:cTn id="656" dur="1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657" presetID="0" presetClass="path" presetSubtype="0" fill="hold" grpId="28" nodeType="withEffect">
                                  <p:stCondLst>
                                    <p:cond delay="2800"/>
                                  </p:stCondLst>
                                  <p:childTnLst>
                                    <p:animMotion origin="layout" path="M 0 0.123676 L 0 0.146842 E" pathEditMode="relative" rAng="0" ptsTypes="AA">
                                      <p:cBhvr>
                                        <p:cTn id="658" dur="1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659" presetID="0" presetClass="path" presetSubtype="0" fill="hold" grpId="28" nodeType="withEffect">
                                  <p:stCondLst>
                                    <p:cond delay="2800"/>
                                  </p:stCondLst>
                                  <p:childTnLst>
                                    <p:animMotion origin="layout" path="M 0 0.123676 L 0 0.146842 E" pathEditMode="relative" rAng="0" ptsTypes="AA">
                                      <p:cBhvr>
                                        <p:cTn id="660" dur="1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661" presetID="0" presetClass="path" presetSubtype="0" fill="hold" grpId="28" nodeType="withEffect">
                                  <p:stCondLst>
                                    <p:cond delay="2800"/>
                                  </p:stCondLst>
                                  <p:childTnLst>
                                    <p:animMotion origin="layout" path="M 0.037672 0.116 L 0.02175 0.144306 E" pathEditMode="relative" rAng="0" ptsTypes="AA">
                                      <p:cBhvr>
                                        <p:cTn id="662" dur="1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663" presetID="0" presetClass="path" presetSubtype="0" fill="hold" grpId="16" nodeType="withEffect">
                                  <p:stCondLst>
                                    <p:cond delay="2800"/>
                                  </p:stCondLst>
                                  <p:childTnLst>
                                    <p:animMotion origin="layout" path="M 0 0.017321 L 0 0.01 E" pathEditMode="relative" rAng="0" ptsTypes="AA">
                                      <p:cBhvr>
                                        <p:cTn id="664" dur="1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665" presetID="8" presetClass="emph" presetSubtype="0" fill="hold" grpId="29" nodeType="withEffect">
                                  <p:stCondLst>
                                    <p:cond delay="2900"/>
                                  </p:stCondLst>
                                  <p:childTnLst>
                                    <p:animRot by="1800000">
                                      <p:cBhvr>
                                        <p:cTn id="666" dur="1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667" presetID="8" presetClass="emph" presetSubtype="0" fill="hold" grpId="29" nodeType="withEffect">
                                  <p:stCondLst>
                                    <p:cond delay="2900"/>
                                  </p:stCondLst>
                                  <p:childTnLst>
                                    <p:animRot by="1800000">
                                      <p:cBhvr>
                                        <p:cTn id="668" dur="1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669" presetID="0" presetClass="path" presetSubtype="0" fill="hold" grpId="58" nodeType="withEffect">
                                  <p:stCondLst>
                                    <p:cond delay="2900"/>
                                  </p:stCondLst>
                                  <p:childTnLst>
                                    <p:animMotion origin="layout" path="M 0.010875 0.145574 L 0 0.154667 E" pathEditMode="relative" rAng="0" ptsTypes="AA">
                                      <p:cBhvr>
                                        <p:cTn id="670" dur="1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671" presetID="8" presetClass="emph" presetSubtype="0" fill="hold" grpId="59" nodeType="withEffect">
                                  <p:stCondLst>
                                    <p:cond delay="2900"/>
                                  </p:stCondLst>
                                  <p:childTnLst>
                                    <p:animRot by="450360">
                                      <p:cBhvr>
                                        <p:cTn id="672" dur="1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673" presetID="0" presetClass="path" presetSubtype="0" fill="hold" grpId="29" nodeType="withEffect">
                                  <p:stCondLst>
                                    <p:cond delay="2900"/>
                                  </p:stCondLst>
                                  <p:childTnLst>
                                    <p:animMotion origin="layout" path="M 0 0.146842 L 0 0.154667 E" pathEditMode="relative" rAng="0" ptsTypes="AA">
                                      <p:cBhvr>
                                        <p:cTn id="674" dur="1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675" presetID="0" presetClass="path" presetSubtype="0" fill="hold" grpId="29" nodeType="withEffect">
                                  <p:stCondLst>
                                    <p:cond delay="2900"/>
                                  </p:stCondLst>
                                  <p:childTnLst>
                                    <p:animMotion origin="layout" path="M 0 0.146842 L 0 0.154667 E" pathEditMode="relative" rAng="0" ptsTypes="AA">
                                      <p:cBhvr>
                                        <p:cTn id="676" dur="1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677" presetID="0" presetClass="path" presetSubtype="0" fill="hold" grpId="29" nodeType="withEffect">
                                  <p:stCondLst>
                                    <p:cond delay="2900"/>
                                  </p:stCondLst>
                                  <p:childTnLst>
                                    <p:animMotion origin="layout" path="M 0 0.146842 L 0 0.154667 E" pathEditMode="relative" rAng="0" ptsTypes="AA">
                                      <p:cBhvr>
                                        <p:cTn id="678" dur="1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679" presetID="0" presetClass="path" presetSubtype="0" fill="hold" grpId="29" nodeType="withEffect">
                                  <p:stCondLst>
                                    <p:cond delay="2900"/>
                                  </p:stCondLst>
                                  <p:childTnLst>
                                    <p:animMotion origin="layout" path="M 0 0.146842 L 0 0.154667 E" pathEditMode="relative" rAng="0" ptsTypes="AA">
                                      <p:cBhvr>
                                        <p:cTn id="680" dur="1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681" presetID="0" presetClass="path" presetSubtype="0" fill="hold" grpId="29" nodeType="withEffect">
                                  <p:stCondLst>
                                    <p:cond delay="2900"/>
                                  </p:stCondLst>
                                  <p:childTnLst>
                                    <p:animMotion origin="layout" path="M 0 0.146842 L 0 0.154667 E" pathEditMode="relative" rAng="0" ptsTypes="AA">
                                      <p:cBhvr>
                                        <p:cTn id="682" dur="1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683" presetID="0" presetClass="path" presetSubtype="0" fill="hold" grpId="29" nodeType="withEffect">
                                  <p:stCondLst>
                                    <p:cond delay="2900"/>
                                  </p:stCondLst>
                                  <p:childTnLst>
                                    <p:animMotion origin="layout" path="M 0.02175 0.144306 L 0 0.154667 E" pathEditMode="relative" rAng="0" ptsTypes="AA">
                                      <p:cBhvr>
                                        <p:cTn id="684" dur="1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685" presetID="0" presetClass="path" presetSubtype="0" fill="hold" grpId="17" nodeType="withEffect">
                                  <p:stCondLst>
                                    <p:cond delay="2900"/>
                                  </p:stCondLst>
                                  <p:childTnLst>
                                    <p:animMotion origin="layout" path="M 0 0.01 L 0 0 E" pathEditMode="relative" rAng="0" ptsTypes="AA">
                                      <p:cBhvr>
                                        <p:cTn id="686" dur="1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687" presetID="8" presetClass="emph" presetSubtype="0" fill="hold" grpId="30" nodeType="withEffect">
                                  <p:stCondLst>
                                    <p:cond delay="3000"/>
                                  </p:stCondLst>
                                  <p:childTnLst>
                                    <p:animRot by="1800000">
                                      <p:cBhvr>
                                        <p:cTn id="688" dur="1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689" presetID="8" presetClass="emph" presetSubtype="0" fill="hold" grpId="30" nodeType="withEffect">
                                  <p:stCondLst>
                                    <p:cond delay="3000"/>
                                  </p:stCondLst>
                                  <p:childTnLst>
                                    <p:animRot by="1800000">
                                      <p:cBhvr>
                                        <p:cTn id="690" dur="1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691" presetID="0" presetClass="path" presetSubtype="0" fill="hold" grpId="60" nodeType="withEffect">
                                  <p:stCondLst>
                                    <p:cond delay="3000"/>
                                  </p:stCondLst>
                                  <p:childTnLst>
                                    <p:animMotion origin="layout" path="M 0 0.154667 L -0.010875 0.145574 E" pathEditMode="relative" rAng="0" ptsTypes="AA">
                                      <p:cBhvr>
                                        <p:cTn id="692" dur="1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693" presetID="8" presetClass="emph" presetSubtype="0" fill="hold" grpId="61" nodeType="withEffect">
                                  <p:stCondLst>
                                    <p:cond delay="3000"/>
                                  </p:stCondLst>
                                  <p:childTnLst>
                                    <p:animRot by="450360">
                                      <p:cBhvr>
                                        <p:cTn id="694" dur="1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695" presetID="0" presetClass="path" presetSubtype="0" fill="hold" grpId="30" nodeType="withEffect">
                                  <p:stCondLst>
                                    <p:cond delay="3000"/>
                                  </p:stCondLst>
                                  <p:childTnLst>
                                    <p:animMotion origin="layout" path="M 0 0.154667 L 0 0.146842 E" pathEditMode="relative" rAng="0" ptsTypes="AA">
                                      <p:cBhvr>
                                        <p:cTn id="696" dur="1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697" presetID="0" presetClass="path" presetSubtype="0" fill="hold" grpId="30" nodeType="withEffect">
                                  <p:stCondLst>
                                    <p:cond delay="3000"/>
                                  </p:stCondLst>
                                  <p:childTnLst>
                                    <p:animMotion origin="layout" path="M 0 0.154667 L 0 0.146842 E" pathEditMode="relative" rAng="0" ptsTypes="AA">
                                      <p:cBhvr>
                                        <p:cTn id="698" dur="1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699" presetID="0" presetClass="path" presetSubtype="0" fill="hold" grpId="30" nodeType="withEffect">
                                  <p:stCondLst>
                                    <p:cond delay="3000"/>
                                  </p:stCondLst>
                                  <p:childTnLst>
                                    <p:animMotion origin="layout" path="M 0 0.154667 L 0 0.146842 E" pathEditMode="relative" rAng="0" ptsTypes="AA">
                                      <p:cBhvr>
                                        <p:cTn id="700" dur="1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701" presetID="0" presetClass="path" presetSubtype="0" fill="hold" grpId="30" nodeType="withEffect">
                                  <p:stCondLst>
                                    <p:cond delay="3000"/>
                                  </p:stCondLst>
                                  <p:childTnLst>
                                    <p:animMotion origin="layout" path="M 0 0.154667 L 0 0.146842 E" pathEditMode="relative" rAng="0" ptsTypes="AA">
                                      <p:cBhvr>
                                        <p:cTn id="702" dur="1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703" presetID="0" presetClass="path" presetSubtype="0" fill="hold" grpId="30" nodeType="withEffect">
                                  <p:stCondLst>
                                    <p:cond delay="3000"/>
                                  </p:stCondLst>
                                  <p:childTnLst>
                                    <p:animMotion origin="layout" path="M 0 0.154667 L 0 0.146842 E" pathEditMode="relative" rAng="0" ptsTypes="AA">
                                      <p:cBhvr>
                                        <p:cTn id="704" dur="1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705" presetID="0" presetClass="path" presetSubtype="0" fill="hold" grpId="30" nodeType="withEffect">
                                  <p:stCondLst>
                                    <p:cond delay="3000"/>
                                  </p:stCondLst>
                                  <p:childTnLst>
                                    <p:animMotion origin="layout" path="M 0 0.154667 L -0.02175 0.144306 E" pathEditMode="relative" rAng="0" ptsTypes="AA">
                                      <p:cBhvr>
                                        <p:cTn id="706" dur="1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707" presetID="0" presetClass="path" presetSubtype="0" fill="hold" grpId="12" nodeType="withEffect">
                                  <p:stCondLst>
                                    <p:cond delay="3000"/>
                                  </p:stCondLst>
                                  <p:childTnLst>
                                    <p:animMotion origin="layout" path="M 0 0 L 0 0.01 E" pathEditMode="relative" rAng="0" ptsTypes="AA">
                                      <p:cBhvr>
                                        <p:cTn id="708" dur="1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709" presetID="8" presetClass="emph" presetSubtype="0" fill="hold" grpId="31" nodeType="withEffect">
                                  <p:stCondLst>
                                    <p:cond delay="3100"/>
                                  </p:stCondLst>
                                  <p:childTnLst>
                                    <p:animRot by="1800000">
                                      <p:cBhvr>
                                        <p:cTn id="710" dur="1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711" presetID="8" presetClass="emph" presetSubtype="0" fill="hold" grpId="31" nodeType="withEffect">
                                  <p:stCondLst>
                                    <p:cond delay="3100"/>
                                  </p:stCondLst>
                                  <p:childTnLst>
                                    <p:animRot by="1800000">
                                      <p:cBhvr>
                                        <p:cTn id="712" dur="1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713" presetID="0" presetClass="path" presetSubtype="0" fill="hold" grpId="62" nodeType="withEffect">
                                  <p:stCondLst>
                                    <p:cond delay="3100"/>
                                  </p:stCondLst>
                                  <p:childTnLst>
                                    <p:animMotion origin="layout" path="M -0.010875 0.145574 L -0.018836 0.119838 E" pathEditMode="relative" rAng="0" ptsTypes="AA">
                                      <p:cBhvr>
                                        <p:cTn id="714" dur="1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715" presetID="8" presetClass="emph" presetSubtype="0" fill="hold" grpId="63" nodeType="withEffect">
                                  <p:stCondLst>
                                    <p:cond delay="3100"/>
                                  </p:stCondLst>
                                  <p:childTnLst>
                                    <p:animRot by="334260">
                                      <p:cBhvr>
                                        <p:cTn id="716" dur="1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717" presetID="0" presetClass="path" presetSubtype="0" fill="hold" grpId="31" nodeType="withEffect">
                                  <p:stCondLst>
                                    <p:cond delay="3100"/>
                                  </p:stCondLst>
                                  <p:childTnLst>
                                    <p:animMotion origin="layout" path="M 0 0.146842 L 0 0.123676 E" pathEditMode="relative" rAng="0" ptsTypes="AA">
                                      <p:cBhvr>
                                        <p:cTn id="718" dur="1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719" presetID="0" presetClass="path" presetSubtype="0" fill="hold" grpId="31" nodeType="withEffect">
                                  <p:stCondLst>
                                    <p:cond delay="3100"/>
                                  </p:stCondLst>
                                  <p:childTnLst>
                                    <p:animMotion origin="layout" path="M 0 0.146842 L 0 0.123676 E" pathEditMode="relative" rAng="0" ptsTypes="AA">
                                      <p:cBhvr>
                                        <p:cTn id="720" dur="1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721" presetID="0" presetClass="path" presetSubtype="0" fill="hold" grpId="31" nodeType="withEffect">
                                  <p:stCondLst>
                                    <p:cond delay="3100"/>
                                  </p:stCondLst>
                                  <p:childTnLst>
                                    <p:animMotion origin="layout" path="M 0 0.146842 L 0 0.123676 E" pathEditMode="relative" rAng="0" ptsTypes="AA">
                                      <p:cBhvr>
                                        <p:cTn id="722" dur="1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723" presetID="0" presetClass="path" presetSubtype="0" fill="hold" grpId="31" nodeType="withEffect">
                                  <p:stCondLst>
                                    <p:cond delay="3100"/>
                                  </p:stCondLst>
                                  <p:childTnLst>
                                    <p:animMotion origin="layout" path="M 0 0.146842 L 0 0.123676 E" pathEditMode="relative" rAng="0" ptsTypes="AA">
                                      <p:cBhvr>
                                        <p:cTn id="724" dur="1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725" presetID="0" presetClass="path" presetSubtype="0" fill="hold" grpId="31" nodeType="withEffect">
                                  <p:stCondLst>
                                    <p:cond delay="3100"/>
                                  </p:stCondLst>
                                  <p:childTnLst>
                                    <p:animMotion origin="layout" path="M 0 0.146842 L 0 0.123676 E" pathEditMode="relative" rAng="0" ptsTypes="AA">
                                      <p:cBhvr>
                                        <p:cTn id="726" dur="1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727" presetID="0" presetClass="path" presetSubtype="0" fill="hold" grpId="31" nodeType="withEffect">
                                  <p:stCondLst>
                                    <p:cond delay="3100"/>
                                  </p:stCondLst>
                                  <p:childTnLst>
                                    <p:animMotion origin="layout" path="M -0.02175 0.144306 L -0.037672 0.116 E" pathEditMode="relative" rAng="0" ptsTypes="AA">
                                      <p:cBhvr>
                                        <p:cTn id="728" dur="1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729" presetID="0" presetClass="path" presetSubtype="0" fill="hold" grpId="13" nodeType="withEffect">
                                  <p:stCondLst>
                                    <p:cond delay="3100"/>
                                  </p:stCondLst>
                                  <p:childTnLst>
                                    <p:animMotion origin="layout" path="M 0 0.01 L 0 0.017321 E" pathEditMode="relative" rAng="0" ptsTypes="AA">
                                      <p:cBhvr>
                                        <p:cTn id="730" dur="1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731" presetID="8" presetClass="emph" presetSubtype="0" fill="hold" grpId="32" nodeType="withEffect">
                                  <p:stCondLst>
                                    <p:cond delay="3200"/>
                                  </p:stCondLst>
                                  <p:childTnLst>
                                    <p:animRot by="1800000">
                                      <p:cBhvr>
                                        <p:cTn id="732" dur="1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733" presetID="8" presetClass="emph" presetSubtype="0" fill="hold" grpId="32" nodeType="withEffect">
                                  <p:stCondLst>
                                    <p:cond delay="3200"/>
                                  </p:stCondLst>
                                  <p:childTnLst>
                                    <p:animRot by="1800000">
                                      <p:cBhvr>
                                        <p:cTn id="734" dur="1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735" presetID="0" presetClass="path" presetSubtype="0" fill="hold" grpId="64" nodeType="withEffect">
                                  <p:stCondLst>
                                    <p:cond delay="3200"/>
                                  </p:stCondLst>
                                  <p:childTnLst>
                                    <p:animMotion origin="layout" path="M -0.018836 0.119838 L -0.02175 0.082474 E" pathEditMode="relative" rAng="0" ptsTypes="AA">
                                      <p:cBhvr>
                                        <p:cTn id="736" dur="1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737" presetID="8" presetClass="emph" presetSubtype="0" fill="hold" grpId="65" nodeType="withEffect">
                                  <p:stCondLst>
                                    <p:cond delay="3200"/>
                                  </p:stCondLst>
                                  <p:childTnLst>
                                    <p:animRot by="124080">
                                      <p:cBhvr>
                                        <p:cTn id="738" dur="1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739" presetID="0" presetClass="path" presetSubtype="0" fill="hold" grpId="32" nodeType="withEffect">
                                  <p:stCondLst>
                                    <p:cond delay="3200"/>
                                  </p:stCondLst>
                                  <p:childTnLst>
                                    <p:animMotion origin="layout" path="M 0 0.123676 L 0 0.087614 E" pathEditMode="relative" rAng="0" ptsTypes="AA">
                                      <p:cBhvr>
                                        <p:cTn id="740" dur="1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741" presetID="0" presetClass="path" presetSubtype="0" fill="hold" grpId="32" nodeType="withEffect">
                                  <p:stCondLst>
                                    <p:cond delay="3200"/>
                                  </p:stCondLst>
                                  <p:childTnLst>
                                    <p:animMotion origin="layout" path="M 0 0.123676 L 0 0.087614 E" pathEditMode="relative" rAng="0" ptsTypes="AA">
                                      <p:cBhvr>
                                        <p:cTn id="742" dur="1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743" presetID="0" presetClass="path" presetSubtype="0" fill="hold" grpId="32" nodeType="withEffect">
                                  <p:stCondLst>
                                    <p:cond delay="3200"/>
                                  </p:stCondLst>
                                  <p:childTnLst>
                                    <p:animMotion origin="layout" path="M 0 0.123676 L 0 0.087614 E" pathEditMode="relative" rAng="0" ptsTypes="AA">
                                      <p:cBhvr>
                                        <p:cTn id="744" dur="1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745" presetID="0" presetClass="path" presetSubtype="0" fill="hold" grpId="32" nodeType="withEffect">
                                  <p:stCondLst>
                                    <p:cond delay="3200"/>
                                  </p:stCondLst>
                                  <p:childTnLst>
                                    <p:animMotion origin="layout" path="M 0 0.123676 L 0 0.087614 E" pathEditMode="relative" rAng="0" ptsTypes="AA">
                                      <p:cBhvr>
                                        <p:cTn id="746" dur="1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747" presetID="0" presetClass="path" presetSubtype="0" fill="hold" grpId="32" nodeType="withEffect">
                                  <p:stCondLst>
                                    <p:cond delay="3200"/>
                                  </p:stCondLst>
                                  <p:childTnLst>
                                    <p:animMotion origin="layout" path="M 0 0.123676 L 0 0.087614 E" pathEditMode="relative" rAng="0" ptsTypes="AA">
                                      <p:cBhvr>
                                        <p:cTn id="748" dur="1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749" presetID="0" presetClass="path" presetSubtype="0" fill="hold" grpId="32" nodeType="withEffect">
                                  <p:stCondLst>
                                    <p:cond delay="3200"/>
                                  </p:stCondLst>
                                  <p:childTnLst>
                                    <p:animMotion origin="layout" path="M -0.037672 0.116 L -0.0435 0.077333 E" pathEditMode="relative" rAng="0" ptsTypes="AA">
                                      <p:cBhvr>
                                        <p:cTn id="750" dur="1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751" presetID="0" presetClass="path" presetSubtype="0" fill="hold" grpId="14" nodeType="withEffect">
                                  <p:stCondLst>
                                    <p:cond delay="3200"/>
                                  </p:stCondLst>
                                  <p:childTnLst>
                                    <p:animMotion origin="layout" path="M 0 0.017321 L 0 0.02 E" pathEditMode="relative" rAng="0" ptsTypes="AA">
                                      <p:cBhvr>
                                        <p:cTn id="752" dur="1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753" presetID="7" presetClass="emph" presetSubtype="0" fill="hold" grpId="1" nodeType="withEffect">
                                  <p:stCondLst>
                                    <p:cond delay="3264"/>
                                  </p:stCondLst>
                                  <p:childTnLst>
                                    <p:animClr clrSpc="rgb">
                                      <p:cBhvr>
                                        <p:cTn id="754" dur="3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59E0B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755" presetID="8" presetClass="emph" presetSubtype="0" fill="hold" grpId="33" nodeType="withEffect">
                                  <p:stCondLst>
                                    <p:cond delay="3300"/>
                                  </p:stCondLst>
                                  <p:childTnLst>
                                    <p:animRot by="1800000">
                                      <p:cBhvr>
                                        <p:cTn id="756" dur="1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757" presetID="8" presetClass="emph" presetSubtype="0" fill="hold" grpId="33" nodeType="withEffect">
                                  <p:stCondLst>
                                    <p:cond delay="3300"/>
                                  </p:stCondLst>
                                  <p:childTnLst>
                                    <p:animRot by="1800000">
                                      <p:cBhvr>
                                        <p:cTn id="758" dur="1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759" presetID="0" presetClass="path" presetSubtype="0" fill="hold" grpId="66" nodeType="withEffect">
                                  <p:stCondLst>
                                    <p:cond delay="3300"/>
                                  </p:stCondLst>
                                  <p:childTnLst>
                                    <p:animMotion origin="layout" path="M -0.02175 0.082474 L -0.018836 0.042505 E" pathEditMode="relative" rAng="0" ptsTypes="AA">
                                      <p:cBhvr>
                                        <p:cTn id="760" dur="1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761" presetID="8" presetClass="emph" presetSubtype="0" fill="hold" grpId="67" nodeType="withEffect">
                                  <p:stCondLst>
                                    <p:cond delay="3300"/>
                                  </p:stCondLst>
                                  <p:childTnLst>
                                    <p:animRot by="-124080">
                                      <p:cBhvr>
                                        <p:cTn id="762" dur="1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763" presetID="0" presetClass="path" presetSubtype="0" fill="hold" grpId="33" nodeType="withEffect">
                                  <p:stCondLst>
                                    <p:cond delay="3300"/>
                                  </p:stCondLst>
                                  <p:childTnLst>
                                    <p:animMotion origin="layout" path="M 0 0.087614 L 0 0.046343 E" pathEditMode="relative" rAng="0" ptsTypes="AA">
                                      <p:cBhvr>
                                        <p:cTn id="764" dur="1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765" presetID="0" presetClass="path" presetSubtype="0" fill="hold" grpId="33" nodeType="withEffect">
                                  <p:stCondLst>
                                    <p:cond delay="3300"/>
                                  </p:stCondLst>
                                  <p:childTnLst>
                                    <p:animMotion origin="layout" path="M 0 0.087614 L 0 0.046343 E" pathEditMode="relative" rAng="0" ptsTypes="AA">
                                      <p:cBhvr>
                                        <p:cTn id="766" dur="1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767" presetID="0" presetClass="path" presetSubtype="0" fill="hold" grpId="33" nodeType="withEffect">
                                  <p:stCondLst>
                                    <p:cond delay="3300"/>
                                  </p:stCondLst>
                                  <p:childTnLst>
                                    <p:animMotion origin="layout" path="M 0 0.087614 L 0 0.046343 E" pathEditMode="relative" rAng="0" ptsTypes="AA">
                                      <p:cBhvr>
                                        <p:cTn id="768" dur="1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769" presetID="0" presetClass="path" presetSubtype="0" fill="hold" grpId="33" nodeType="withEffect">
                                  <p:stCondLst>
                                    <p:cond delay="3300"/>
                                  </p:stCondLst>
                                  <p:childTnLst>
                                    <p:animMotion origin="layout" path="M 0 0.087614 L 0 0.046343 E" pathEditMode="relative" rAng="0" ptsTypes="AA">
                                      <p:cBhvr>
                                        <p:cTn id="770" dur="1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771" presetID="0" presetClass="path" presetSubtype="0" fill="hold" grpId="33" nodeType="withEffect">
                                  <p:stCondLst>
                                    <p:cond delay="3300"/>
                                  </p:stCondLst>
                                  <p:childTnLst>
                                    <p:animMotion origin="layout" path="M 0 0.087614 L 0 0.046343 E" pathEditMode="relative" rAng="0" ptsTypes="AA">
                                      <p:cBhvr>
                                        <p:cTn id="772" dur="1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773" presetID="0" presetClass="path" presetSubtype="0" fill="hold" grpId="33" nodeType="withEffect">
                                  <p:stCondLst>
                                    <p:cond delay="3300"/>
                                  </p:stCondLst>
                                  <p:childTnLst>
                                    <p:animMotion origin="layout" path="M -0.0435 0.077333 L -0.037672 0.038667 E" pathEditMode="relative" rAng="0" ptsTypes="AA">
                                      <p:cBhvr>
                                        <p:cTn id="774" dur="1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775" presetID="0" presetClass="path" presetSubtype="0" fill="hold" grpId="15" nodeType="withEffect">
                                  <p:stCondLst>
                                    <p:cond delay="3300"/>
                                  </p:stCondLst>
                                  <p:childTnLst>
                                    <p:animMotion origin="layout" path="M 0 0.02 L 0 0.017321 E" pathEditMode="relative" rAng="0" ptsTypes="AA">
                                      <p:cBhvr>
                                        <p:cTn id="776" dur="1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777" presetID="8" presetClass="emph" presetSubtype="0" fill="hold" grpId="34" nodeType="withEffect">
                                  <p:stCondLst>
                                    <p:cond delay="3400"/>
                                  </p:stCondLst>
                                  <p:childTnLst>
                                    <p:animRot by="1800000">
                                      <p:cBhvr>
                                        <p:cTn id="778" dur="1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779" presetID="8" presetClass="emph" presetSubtype="0" fill="hold" grpId="34" nodeType="withEffect">
                                  <p:stCondLst>
                                    <p:cond delay="3400"/>
                                  </p:stCondLst>
                                  <p:childTnLst>
                                    <p:animRot by="1800000">
                                      <p:cBhvr>
                                        <p:cTn id="780" dur="1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781" presetID="0" presetClass="path" presetSubtype="0" fill="hold" grpId="68" nodeType="withEffect">
                                  <p:stCondLst>
                                    <p:cond delay="3400"/>
                                  </p:stCondLst>
                                  <p:childTnLst>
                                    <p:animMotion origin="layout" path="M -0.018836 0.042505 L -0.010875 0.011629 E" pathEditMode="relative" rAng="0" ptsTypes="AA">
                                      <p:cBhvr>
                                        <p:cTn id="782" dur="1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783" presetID="8" presetClass="emph" presetSubtype="0" fill="hold" grpId="69" nodeType="withEffect">
                                  <p:stCondLst>
                                    <p:cond delay="3400"/>
                                  </p:stCondLst>
                                  <p:childTnLst>
                                    <p:animRot by="-334260">
                                      <p:cBhvr>
                                        <p:cTn id="784" dur="1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785" presetID="0" presetClass="path" presetSubtype="0" fill="hold" grpId="34" nodeType="withEffect">
                                  <p:stCondLst>
                                    <p:cond delay="3400"/>
                                  </p:stCondLst>
                                  <p:childTnLst>
                                    <p:animMotion origin="layout" path="M 0 0.046343 L 0 0.012897 E" pathEditMode="relative" rAng="0" ptsTypes="AA">
                                      <p:cBhvr>
                                        <p:cTn id="786" dur="1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787" presetID="0" presetClass="path" presetSubtype="0" fill="hold" grpId="34" nodeType="withEffect">
                                  <p:stCondLst>
                                    <p:cond delay="3400"/>
                                  </p:stCondLst>
                                  <p:childTnLst>
                                    <p:animMotion origin="layout" path="M 0 0.046343 L 0 0.012897 E" pathEditMode="relative" rAng="0" ptsTypes="AA">
                                      <p:cBhvr>
                                        <p:cTn id="788" dur="1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789" presetID="0" presetClass="path" presetSubtype="0" fill="hold" grpId="34" nodeType="withEffect">
                                  <p:stCondLst>
                                    <p:cond delay="3400"/>
                                  </p:stCondLst>
                                  <p:childTnLst>
                                    <p:animMotion origin="layout" path="M 0 0.046343 L 0 0.012897 E" pathEditMode="relative" rAng="0" ptsTypes="AA">
                                      <p:cBhvr>
                                        <p:cTn id="790" dur="1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791" presetID="0" presetClass="path" presetSubtype="0" fill="hold" grpId="34" nodeType="withEffect">
                                  <p:stCondLst>
                                    <p:cond delay="3400"/>
                                  </p:stCondLst>
                                  <p:childTnLst>
                                    <p:animMotion origin="layout" path="M 0 0.046343 L 0 0.012897 E" pathEditMode="relative" rAng="0" ptsTypes="AA">
                                      <p:cBhvr>
                                        <p:cTn id="792" dur="1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793" presetID="0" presetClass="path" presetSubtype="0" fill="hold" grpId="34" nodeType="withEffect">
                                  <p:stCondLst>
                                    <p:cond delay="3400"/>
                                  </p:stCondLst>
                                  <p:childTnLst>
                                    <p:animMotion origin="layout" path="M 0 0.046343 L 0 0.012897 E" pathEditMode="relative" rAng="0" ptsTypes="AA">
                                      <p:cBhvr>
                                        <p:cTn id="794" dur="1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795" presetID="0" presetClass="path" presetSubtype="0" fill="hold" grpId="34" nodeType="withEffect">
                                  <p:stCondLst>
                                    <p:cond delay="3400"/>
                                  </p:stCondLst>
                                  <p:childTnLst>
                                    <p:animMotion origin="layout" path="M -0.037672 0.038667 L -0.02175 0.010361 E" pathEditMode="relative" rAng="0" ptsTypes="AA">
                                      <p:cBhvr>
                                        <p:cTn id="796" dur="1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797" presetID="0" presetClass="path" presetSubtype="0" fill="hold" grpId="16" nodeType="withEffect">
                                  <p:stCondLst>
                                    <p:cond delay="3400"/>
                                  </p:stCondLst>
                                  <p:childTnLst>
                                    <p:animMotion origin="layout" path="M 0 0.017321 L 0 0.01 E" pathEditMode="relative" rAng="0" ptsTypes="AA">
                                      <p:cBhvr>
                                        <p:cTn id="798" dur="1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799" presetID="8" presetClass="emph" presetSubtype="0" fill="hold" grpId="35" nodeType="withEffect">
                                  <p:stCondLst>
                                    <p:cond delay="3500"/>
                                  </p:stCondLst>
                                  <p:childTnLst>
                                    <p:animRot by="1800000">
                                      <p:cBhvr>
                                        <p:cTn id="800" dur="1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801" presetID="8" presetClass="emph" presetSubtype="0" fill="hold" grpId="35" nodeType="withEffect">
                                  <p:stCondLst>
                                    <p:cond delay="3500"/>
                                  </p:stCondLst>
                                  <p:childTnLst>
                                    <p:animRot by="1800000">
                                      <p:cBhvr>
                                        <p:cTn id="802" dur="1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803" presetID="0" presetClass="path" presetSubtype="0" fill="hold" grpId="70" nodeType="withEffect">
                                  <p:stCondLst>
                                    <p:cond delay="3500"/>
                                  </p:stCondLst>
                                  <p:childTnLst>
                                    <p:animMotion origin="layout" path="M -0.010875 0.011629 L -0 0 E" pathEditMode="relative" rAng="0" ptsTypes="AA">
                                      <p:cBhvr>
                                        <p:cTn id="804" dur="1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805" presetID="8" presetClass="emph" presetSubtype="0" fill="hold" grpId="71" nodeType="withEffect">
                                  <p:stCondLst>
                                    <p:cond delay="3500"/>
                                  </p:stCondLst>
                                  <p:childTnLst>
                                    <p:animRot by="-450360">
                                      <p:cBhvr>
                                        <p:cTn id="806" dur="1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807" presetID="0" presetClass="path" presetSubtype="0" fill="hold" grpId="35" nodeType="withEffect">
                                  <p:stCondLst>
                                    <p:cond delay="3500"/>
                                  </p:stCondLst>
                                  <p:childTnLst>
                                    <p:animMotion origin="layout" path="M 0 0.012897 L 0 0 E" pathEditMode="relative" rAng="0" ptsTypes="AA">
                                      <p:cBhvr>
                                        <p:cTn id="808" dur="1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809" presetID="0" presetClass="path" presetSubtype="0" fill="hold" grpId="35" nodeType="withEffect">
                                  <p:stCondLst>
                                    <p:cond delay="3500"/>
                                  </p:stCondLst>
                                  <p:childTnLst>
                                    <p:animMotion origin="layout" path="M 0 0.012897 L 0 0 E" pathEditMode="relative" rAng="0" ptsTypes="AA">
                                      <p:cBhvr>
                                        <p:cTn id="810" dur="1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811" presetID="0" presetClass="path" presetSubtype="0" fill="hold" grpId="35" nodeType="withEffect">
                                  <p:stCondLst>
                                    <p:cond delay="3500"/>
                                  </p:stCondLst>
                                  <p:childTnLst>
                                    <p:animMotion origin="layout" path="M 0 0.012897 L 0 0 E" pathEditMode="relative" rAng="0" ptsTypes="AA">
                                      <p:cBhvr>
                                        <p:cTn id="812" dur="1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813" presetID="0" presetClass="path" presetSubtype="0" fill="hold" grpId="35" nodeType="withEffect">
                                  <p:stCondLst>
                                    <p:cond delay="3500"/>
                                  </p:stCondLst>
                                  <p:childTnLst>
                                    <p:animMotion origin="layout" path="M 0 0.012897 L 0 0 E" pathEditMode="relative" rAng="0" ptsTypes="AA">
                                      <p:cBhvr>
                                        <p:cTn id="814" dur="1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815" presetID="0" presetClass="path" presetSubtype="0" fill="hold" grpId="35" nodeType="withEffect">
                                  <p:stCondLst>
                                    <p:cond delay="3500"/>
                                  </p:stCondLst>
                                  <p:childTnLst>
                                    <p:animMotion origin="layout" path="M 0 0.012897 L 0 0 E" pathEditMode="relative" rAng="0" ptsTypes="AA">
                                      <p:cBhvr>
                                        <p:cTn id="816" dur="1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817" presetID="0" presetClass="path" presetSubtype="0" fill="hold" grpId="35" nodeType="withEffect">
                                  <p:stCondLst>
                                    <p:cond delay="3500"/>
                                  </p:stCondLst>
                                  <p:childTnLst>
                                    <p:animMotion origin="layout" path="M -0.02175 0.010361 L -0 0 E" pathEditMode="relative" rAng="0" ptsTypes="AA">
                                      <p:cBhvr>
                                        <p:cTn id="818" dur="1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819" presetID="0" presetClass="path" presetSubtype="0" fill="hold" grpId="17" nodeType="withEffect">
                                  <p:stCondLst>
                                    <p:cond delay="3500"/>
                                  </p:stCondLst>
                                  <p:childTnLst>
                                    <p:animMotion origin="layout" path="M 0 0.01 L 0 0 E" pathEditMode="relative" rAng="0" ptsTypes="AA">
                                      <p:cBhvr>
                                        <p:cTn id="820" dur="1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821" presetID="8" presetClass="emph" presetSubtype="0" fill="hold" grpId="36" nodeType="withEffect">
                                  <p:stCondLst>
                                    <p:cond delay="3600"/>
                                  </p:stCondLst>
                                  <p:childTnLst>
                                    <p:animRot by="1800000">
                                      <p:cBhvr>
                                        <p:cTn id="822" dur="1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823" presetID="8" presetClass="emph" presetSubtype="0" fill="hold" grpId="36" nodeType="withEffect">
                                  <p:stCondLst>
                                    <p:cond delay="3600"/>
                                  </p:stCondLst>
                                  <p:childTnLst>
                                    <p:animRot by="1800000">
                                      <p:cBhvr>
                                        <p:cTn id="824" dur="1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825" presetID="0" presetClass="path" presetSubtype="0" fill="hold" grpId="72" nodeType="withEffect">
                                  <p:stCondLst>
                                    <p:cond delay="3600"/>
                                  </p:stCondLst>
                                  <p:childTnLst>
                                    <p:animMotion origin="layout" path="M -0 0 L 0.010875 0.011629 E" pathEditMode="relative" rAng="0" ptsTypes="AA">
                                      <p:cBhvr>
                                        <p:cTn id="826" dur="1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827" presetID="8" presetClass="emph" presetSubtype="0" fill="hold" grpId="73" nodeType="withEffect">
                                  <p:stCondLst>
                                    <p:cond delay="3600"/>
                                  </p:stCondLst>
                                  <p:childTnLst>
                                    <p:animRot by="-450360">
                                      <p:cBhvr>
                                        <p:cTn id="828" dur="1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829" presetID="0" presetClass="path" presetSubtype="0" fill="hold" grpId="36" nodeType="withEffect">
                                  <p:stCondLst>
                                    <p:cond delay="3600"/>
                                  </p:stCondLst>
                                  <p:childTnLst>
                                    <p:animMotion origin="layout" path="M 0 0 L 0 0.012897 E" pathEditMode="relative" rAng="0" ptsTypes="AA">
                                      <p:cBhvr>
                                        <p:cTn id="830" dur="1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831" presetID="0" presetClass="path" presetSubtype="0" fill="hold" grpId="36" nodeType="withEffect">
                                  <p:stCondLst>
                                    <p:cond delay="3600"/>
                                  </p:stCondLst>
                                  <p:childTnLst>
                                    <p:animMotion origin="layout" path="M 0 0 L 0 0.012897 E" pathEditMode="relative" rAng="0" ptsTypes="AA">
                                      <p:cBhvr>
                                        <p:cTn id="832" dur="1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833" presetID="0" presetClass="path" presetSubtype="0" fill="hold" grpId="36" nodeType="withEffect">
                                  <p:stCondLst>
                                    <p:cond delay="3600"/>
                                  </p:stCondLst>
                                  <p:childTnLst>
                                    <p:animMotion origin="layout" path="M 0 0 L 0 0.012897 E" pathEditMode="relative" rAng="0" ptsTypes="AA">
                                      <p:cBhvr>
                                        <p:cTn id="834" dur="1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835" presetID="0" presetClass="path" presetSubtype="0" fill="hold" grpId="36" nodeType="withEffect">
                                  <p:stCondLst>
                                    <p:cond delay="3600"/>
                                  </p:stCondLst>
                                  <p:childTnLst>
                                    <p:animMotion origin="layout" path="M 0 0 L 0 0.012897 E" pathEditMode="relative" rAng="0" ptsTypes="AA">
                                      <p:cBhvr>
                                        <p:cTn id="836" dur="1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837" presetID="0" presetClass="path" presetSubtype="0" fill="hold" grpId="36" nodeType="withEffect">
                                  <p:stCondLst>
                                    <p:cond delay="3600"/>
                                  </p:stCondLst>
                                  <p:childTnLst>
                                    <p:animMotion origin="layout" path="M 0 0 L 0 0.012897 E" pathEditMode="relative" rAng="0" ptsTypes="AA">
                                      <p:cBhvr>
                                        <p:cTn id="838" dur="1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839" presetID="0" presetClass="path" presetSubtype="0" fill="hold" grpId="36" nodeType="withEffect">
                                  <p:stCondLst>
                                    <p:cond delay="3600"/>
                                  </p:stCondLst>
                                  <p:childTnLst>
                                    <p:animMotion origin="layout" path="M -0 0 L 0.02175 0.010361 E" pathEditMode="relative" rAng="0" ptsTypes="AA">
                                      <p:cBhvr>
                                        <p:cTn id="840" dur="1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841" presetID="0" presetClass="path" presetSubtype="0" fill="hold" grpId="18" nodeType="withEffect">
                                  <p:stCondLst>
                                    <p:cond delay="3600"/>
                                  </p:stCondLst>
                                  <p:childTnLst>
                                    <p:animMotion origin="layout" path="M 0 0 L 0 0.01 E" pathEditMode="relative" rAng="0" ptsTypes="AA">
                                      <p:cBhvr>
                                        <p:cTn id="842" dur="1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843" presetID="6" presetClass="emph" presetSubtype="0" fill="hold" grpId="0" nodeType="withEffect">
                                  <p:stCondLst>
                                    <p:cond delay="3636"/>
                                  </p:stCondLst>
                                  <p:childTnLst>
                                    <p:animScale>
                                      <p:cBhvr>
                                        <p:cTn id="844" dur="200" fill="hold" autoRev="1"/>
                                        <p:tgtEl>
                                          <p:spTgt spid="21"/>
                                        </p:tgtEl>
                                      </p:cBhvr>
                                      <p:by x="108000" y="108000"/>
                                    </p:animScale>
                                  </p:childTnLst>
                                </p:cTn>
                              </p:par>
                              <p:par>
                                <p:cTn id="845" presetID="7" presetClass="emph" presetSubtype="0" fill="hold" grpId="1" nodeType="withEffect">
                                  <p:stCondLst>
                                    <p:cond delay="3636"/>
                                  </p:stCondLst>
                                  <p:childTnLst>
                                    <p:animClr clrSpc="rgb">
                                      <p:cBhvr>
                                        <p:cTn id="846" dur="3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3D00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847" presetID="8" presetClass="emph" presetSubtype="0" fill="hold" grpId="37" nodeType="withEffect">
                                  <p:stCondLst>
                                    <p:cond delay="3700"/>
                                  </p:stCondLst>
                                  <p:childTnLst>
                                    <p:animRot by="1800000">
                                      <p:cBhvr>
                                        <p:cTn id="848" dur="1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849" presetID="8" presetClass="emph" presetSubtype="0" fill="hold" grpId="37" nodeType="withEffect">
                                  <p:stCondLst>
                                    <p:cond delay="3700"/>
                                  </p:stCondLst>
                                  <p:childTnLst>
                                    <p:animRot by="1800000">
                                      <p:cBhvr>
                                        <p:cTn id="850" dur="1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851" presetID="0" presetClass="path" presetSubtype="0" fill="hold" grpId="74" nodeType="withEffect">
                                  <p:stCondLst>
                                    <p:cond delay="3700"/>
                                  </p:stCondLst>
                                  <p:childTnLst>
                                    <p:animMotion origin="layout" path="M 0.010875 0.011629 L 0.018836 0.042505 E" pathEditMode="relative" rAng="0" ptsTypes="AA">
                                      <p:cBhvr>
                                        <p:cTn id="852" dur="1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853" presetID="8" presetClass="emph" presetSubtype="0" fill="hold" grpId="75" nodeType="withEffect">
                                  <p:stCondLst>
                                    <p:cond delay="3700"/>
                                  </p:stCondLst>
                                  <p:childTnLst>
                                    <p:animRot by="-334260">
                                      <p:cBhvr>
                                        <p:cTn id="854" dur="1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855" presetID="0" presetClass="path" presetSubtype="0" fill="hold" grpId="37" nodeType="withEffect">
                                  <p:stCondLst>
                                    <p:cond delay="3700"/>
                                  </p:stCondLst>
                                  <p:childTnLst>
                                    <p:animMotion origin="layout" path="M 0 0.012897 L 0 0.046343 E" pathEditMode="relative" rAng="0" ptsTypes="AA">
                                      <p:cBhvr>
                                        <p:cTn id="856" dur="1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857" presetID="0" presetClass="path" presetSubtype="0" fill="hold" grpId="37" nodeType="withEffect">
                                  <p:stCondLst>
                                    <p:cond delay="3700"/>
                                  </p:stCondLst>
                                  <p:childTnLst>
                                    <p:animMotion origin="layout" path="M 0 0.012897 L 0 0.046343 E" pathEditMode="relative" rAng="0" ptsTypes="AA">
                                      <p:cBhvr>
                                        <p:cTn id="858" dur="1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859" presetID="0" presetClass="path" presetSubtype="0" fill="hold" grpId="37" nodeType="withEffect">
                                  <p:stCondLst>
                                    <p:cond delay="3700"/>
                                  </p:stCondLst>
                                  <p:childTnLst>
                                    <p:animMotion origin="layout" path="M 0 0.012897 L 0 0.046343 E" pathEditMode="relative" rAng="0" ptsTypes="AA">
                                      <p:cBhvr>
                                        <p:cTn id="860" dur="1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861" presetID="0" presetClass="path" presetSubtype="0" fill="hold" grpId="37" nodeType="withEffect">
                                  <p:stCondLst>
                                    <p:cond delay="3700"/>
                                  </p:stCondLst>
                                  <p:childTnLst>
                                    <p:animMotion origin="layout" path="M 0 0.012897 L 0 0.046343 E" pathEditMode="relative" rAng="0" ptsTypes="AA">
                                      <p:cBhvr>
                                        <p:cTn id="862" dur="1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863" presetID="0" presetClass="path" presetSubtype="0" fill="hold" grpId="37" nodeType="withEffect">
                                  <p:stCondLst>
                                    <p:cond delay="3700"/>
                                  </p:stCondLst>
                                  <p:childTnLst>
                                    <p:animMotion origin="layout" path="M 0 0.012897 L 0 0.046343 E" pathEditMode="relative" rAng="0" ptsTypes="AA">
                                      <p:cBhvr>
                                        <p:cTn id="864" dur="1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865" presetID="0" presetClass="path" presetSubtype="0" fill="hold" grpId="37" nodeType="withEffect">
                                  <p:stCondLst>
                                    <p:cond delay="3700"/>
                                  </p:stCondLst>
                                  <p:childTnLst>
                                    <p:animMotion origin="layout" path="M 0.02175 0.010361 L 0.037672 0.038667 E" pathEditMode="relative" rAng="0" ptsTypes="AA">
                                      <p:cBhvr>
                                        <p:cTn id="866" dur="1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867" presetID="0" presetClass="path" presetSubtype="0" fill="hold" grpId="19" nodeType="withEffect">
                                  <p:stCondLst>
                                    <p:cond delay="3700"/>
                                  </p:stCondLst>
                                  <p:childTnLst>
                                    <p:animMotion origin="layout" path="M 0 0.01 L 0 0.017321 E" pathEditMode="relative" rAng="0" ptsTypes="AA">
                                      <p:cBhvr>
                                        <p:cTn id="868" dur="1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869" presetID="8" presetClass="emph" presetSubtype="0" fill="hold" grpId="38" nodeType="withEffect">
                                  <p:stCondLst>
                                    <p:cond delay="3800"/>
                                  </p:stCondLst>
                                  <p:childTnLst>
                                    <p:animRot by="1800000">
                                      <p:cBhvr>
                                        <p:cTn id="870" dur="1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871" presetID="8" presetClass="emph" presetSubtype="0" fill="hold" grpId="38" nodeType="withEffect">
                                  <p:stCondLst>
                                    <p:cond delay="3800"/>
                                  </p:stCondLst>
                                  <p:childTnLst>
                                    <p:animRot by="1800000">
                                      <p:cBhvr>
                                        <p:cTn id="872" dur="1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873" presetID="0" presetClass="path" presetSubtype="0" fill="hold" grpId="76" nodeType="withEffect">
                                  <p:stCondLst>
                                    <p:cond delay="3800"/>
                                  </p:stCondLst>
                                  <p:childTnLst>
                                    <p:animMotion origin="layout" path="M 0.018836 0.042505 L 0.02175 0.082474 E" pathEditMode="relative" rAng="0" ptsTypes="AA">
                                      <p:cBhvr>
                                        <p:cTn id="874" dur="1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875" presetID="8" presetClass="emph" presetSubtype="0" fill="hold" grpId="77" nodeType="withEffect">
                                  <p:stCondLst>
                                    <p:cond delay="3800"/>
                                  </p:stCondLst>
                                  <p:childTnLst>
                                    <p:animRot by="-124080">
                                      <p:cBhvr>
                                        <p:cTn id="876" dur="1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877" presetID="0" presetClass="path" presetSubtype="0" fill="hold" grpId="38" nodeType="withEffect">
                                  <p:stCondLst>
                                    <p:cond delay="3800"/>
                                  </p:stCondLst>
                                  <p:childTnLst>
                                    <p:animMotion origin="layout" path="M 0 0.046343 L 0 0.087614 E" pathEditMode="relative" rAng="0" ptsTypes="AA">
                                      <p:cBhvr>
                                        <p:cTn id="878" dur="1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879" presetID="0" presetClass="path" presetSubtype="0" fill="hold" grpId="38" nodeType="withEffect">
                                  <p:stCondLst>
                                    <p:cond delay="3800"/>
                                  </p:stCondLst>
                                  <p:childTnLst>
                                    <p:animMotion origin="layout" path="M 0 0.046343 L 0 0.087614 E" pathEditMode="relative" rAng="0" ptsTypes="AA">
                                      <p:cBhvr>
                                        <p:cTn id="880" dur="1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881" presetID="0" presetClass="path" presetSubtype="0" fill="hold" grpId="38" nodeType="withEffect">
                                  <p:stCondLst>
                                    <p:cond delay="3800"/>
                                  </p:stCondLst>
                                  <p:childTnLst>
                                    <p:animMotion origin="layout" path="M 0 0.046343 L 0 0.087614 E" pathEditMode="relative" rAng="0" ptsTypes="AA">
                                      <p:cBhvr>
                                        <p:cTn id="882" dur="1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883" presetID="0" presetClass="path" presetSubtype="0" fill="hold" grpId="38" nodeType="withEffect">
                                  <p:stCondLst>
                                    <p:cond delay="3800"/>
                                  </p:stCondLst>
                                  <p:childTnLst>
                                    <p:animMotion origin="layout" path="M 0 0.046343 L 0 0.087614 E" pathEditMode="relative" rAng="0" ptsTypes="AA">
                                      <p:cBhvr>
                                        <p:cTn id="884" dur="1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885" presetID="0" presetClass="path" presetSubtype="0" fill="hold" grpId="38" nodeType="withEffect">
                                  <p:stCondLst>
                                    <p:cond delay="3800"/>
                                  </p:stCondLst>
                                  <p:childTnLst>
                                    <p:animMotion origin="layout" path="M 0 0.046343 L 0 0.087614 E" pathEditMode="relative" rAng="0" ptsTypes="AA">
                                      <p:cBhvr>
                                        <p:cTn id="886" dur="1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887" presetID="0" presetClass="path" presetSubtype="0" fill="hold" grpId="38" nodeType="withEffect">
                                  <p:stCondLst>
                                    <p:cond delay="3800"/>
                                  </p:stCondLst>
                                  <p:childTnLst>
                                    <p:animMotion origin="layout" path="M 0.037672 0.038667 L 0.0435 0.077333 E" pathEditMode="relative" rAng="0" ptsTypes="AA">
                                      <p:cBhvr>
                                        <p:cTn id="888" dur="1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889" presetID="0" presetClass="path" presetSubtype="0" fill="hold" grpId="20" nodeType="withEffect">
                                  <p:stCondLst>
                                    <p:cond delay="3800"/>
                                  </p:stCondLst>
                                  <p:childTnLst>
                                    <p:animMotion origin="layout" path="M 0 0.017321 L 0 0.02 E" pathEditMode="relative" rAng="0" ptsTypes="AA">
                                      <p:cBhvr>
                                        <p:cTn id="890" dur="1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891" presetID="8" presetClass="emph" presetSubtype="0" fill="hold" grpId="39" nodeType="withEffect">
                                  <p:stCondLst>
                                    <p:cond delay="3900"/>
                                  </p:stCondLst>
                                  <p:childTnLst>
                                    <p:animRot by="1800000">
                                      <p:cBhvr>
                                        <p:cTn id="892" dur="1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893" presetID="8" presetClass="emph" presetSubtype="0" fill="hold" grpId="39" nodeType="withEffect">
                                  <p:stCondLst>
                                    <p:cond delay="3900"/>
                                  </p:stCondLst>
                                  <p:childTnLst>
                                    <p:animRot by="1800000">
                                      <p:cBhvr>
                                        <p:cTn id="894" dur="1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895" presetID="0" presetClass="path" presetSubtype="0" fill="hold" grpId="78" nodeType="withEffect">
                                  <p:stCondLst>
                                    <p:cond delay="3900"/>
                                  </p:stCondLst>
                                  <p:childTnLst>
                                    <p:animMotion origin="layout" path="M 0.02175 0.082474 L 0.018836 0.119838 E" pathEditMode="relative" rAng="0" ptsTypes="AA">
                                      <p:cBhvr>
                                        <p:cTn id="896" dur="1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897" presetID="8" presetClass="emph" presetSubtype="0" fill="hold" grpId="79" nodeType="withEffect">
                                  <p:stCondLst>
                                    <p:cond delay="3900"/>
                                  </p:stCondLst>
                                  <p:childTnLst>
                                    <p:animRot by="124080">
                                      <p:cBhvr>
                                        <p:cTn id="898" dur="1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899" presetID="0" presetClass="path" presetSubtype="0" fill="hold" grpId="39" nodeType="withEffect">
                                  <p:stCondLst>
                                    <p:cond delay="3900"/>
                                  </p:stCondLst>
                                  <p:childTnLst>
                                    <p:animMotion origin="layout" path="M 0 0.087614 L 0 0.123676 E" pathEditMode="relative" rAng="0" ptsTypes="AA">
                                      <p:cBhvr>
                                        <p:cTn id="900" dur="1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901" presetID="0" presetClass="path" presetSubtype="0" fill="hold" grpId="39" nodeType="withEffect">
                                  <p:stCondLst>
                                    <p:cond delay="3900"/>
                                  </p:stCondLst>
                                  <p:childTnLst>
                                    <p:animMotion origin="layout" path="M 0 0.087614 L 0 0.123676 E" pathEditMode="relative" rAng="0" ptsTypes="AA">
                                      <p:cBhvr>
                                        <p:cTn id="902" dur="1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903" presetID="0" presetClass="path" presetSubtype="0" fill="hold" grpId="39" nodeType="withEffect">
                                  <p:stCondLst>
                                    <p:cond delay="3900"/>
                                  </p:stCondLst>
                                  <p:childTnLst>
                                    <p:animMotion origin="layout" path="M 0 0.087614 L 0 0.123676 E" pathEditMode="relative" rAng="0" ptsTypes="AA">
                                      <p:cBhvr>
                                        <p:cTn id="904" dur="1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905" presetID="0" presetClass="path" presetSubtype="0" fill="hold" grpId="39" nodeType="withEffect">
                                  <p:stCondLst>
                                    <p:cond delay="3900"/>
                                  </p:stCondLst>
                                  <p:childTnLst>
                                    <p:animMotion origin="layout" path="M 0 0.087614 L 0 0.123676 E" pathEditMode="relative" rAng="0" ptsTypes="AA">
                                      <p:cBhvr>
                                        <p:cTn id="906" dur="1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907" presetID="0" presetClass="path" presetSubtype="0" fill="hold" grpId="39" nodeType="withEffect">
                                  <p:stCondLst>
                                    <p:cond delay="3900"/>
                                  </p:stCondLst>
                                  <p:childTnLst>
                                    <p:animMotion origin="layout" path="M 0 0.087614 L 0 0.123676 E" pathEditMode="relative" rAng="0" ptsTypes="AA">
                                      <p:cBhvr>
                                        <p:cTn id="908" dur="1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909" presetID="0" presetClass="path" presetSubtype="0" fill="hold" grpId="39" nodeType="withEffect">
                                  <p:stCondLst>
                                    <p:cond delay="3900"/>
                                  </p:stCondLst>
                                  <p:childTnLst>
                                    <p:animMotion origin="layout" path="M 0.0435 0.077333 L 0.037672 0.116 E" pathEditMode="relative" rAng="0" ptsTypes="AA">
                                      <p:cBhvr>
                                        <p:cTn id="910" dur="1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911" presetID="0" presetClass="path" presetSubtype="0" fill="hold" grpId="21" nodeType="withEffect">
                                  <p:stCondLst>
                                    <p:cond delay="3900"/>
                                  </p:stCondLst>
                                  <p:childTnLst>
                                    <p:animMotion origin="layout" path="M 0 0.02 L 0 0.017321 E" pathEditMode="relative" rAng="0" ptsTypes="AA">
                                      <p:cBhvr>
                                        <p:cTn id="912" dur="1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913" presetID="7" presetClass="emph" presetSubtype="0" fill="hold" grpId="1" nodeType="withEffect">
                                  <p:stCondLst>
                                    <p:cond delay="3984"/>
                                  </p:stCondLst>
                                  <p:childTnLst>
                                    <p:animClr clrSpc="rgb">
                                      <p:cBhvr>
                                        <p:cTn id="914" dur="3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38BDF8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915" presetID="8" presetClass="emph" presetSubtype="0" fill="hold" grpId="40" nodeType="withEffect">
                                  <p:stCondLst>
                                    <p:cond delay="4000"/>
                                  </p:stCondLst>
                                  <p:childTnLst>
                                    <p:animRot by="1800000">
                                      <p:cBhvr>
                                        <p:cTn id="916" dur="1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917" presetID="8" presetClass="emph" presetSubtype="0" fill="hold" grpId="40" nodeType="withEffect">
                                  <p:stCondLst>
                                    <p:cond delay="4000"/>
                                  </p:stCondLst>
                                  <p:childTnLst>
                                    <p:animRot by="1800000">
                                      <p:cBhvr>
                                        <p:cTn id="918" dur="1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919" presetID="0" presetClass="path" presetSubtype="0" fill="hold" grpId="80" nodeType="withEffect">
                                  <p:stCondLst>
                                    <p:cond delay="4000"/>
                                  </p:stCondLst>
                                  <p:childTnLst>
                                    <p:animMotion origin="layout" path="M 0.018836 0.119838 L 0.010875 0.145574 E" pathEditMode="relative" rAng="0" ptsTypes="AA">
                                      <p:cBhvr>
                                        <p:cTn id="920" dur="1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921" presetID="8" presetClass="emph" presetSubtype="0" fill="hold" grpId="81" nodeType="withEffect">
                                  <p:stCondLst>
                                    <p:cond delay="4000"/>
                                  </p:stCondLst>
                                  <p:childTnLst>
                                    <p:animRot by="334260">
                                      <p:cBhvr>
                                        <p:cTn id="922" dur="1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923" presetID="0" presetClass="path" presetSubtype="0" fill="hold" grpId="40" nodeType="withEffect">
                                  <p:stCondLst>
                                    <p:cond delay="4000"/>
                                  </p:stCondLst>
                                  <p:childTnLst>
                                    <p:animMotion origin="layout" path="M 0 0.123676 L 0 0.146842 E" pathEditMode="relative" rAng="0" ptsTypes="AA">
                                      <p:cBhvr>
                                        <p:cTn id="924" dur="1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925" presetID="0" presetClass="path" presetSubtype="0" fill="hold" grpId="40" nodeType="withEffect">
                                  <p:stCondLst>
                                    <p:cond delay="4000"/>
                                  </p:stCondLst>
                                  <p:childTnLst>
                                    <p:animMotion origin="layout" path="M 0 0.123676 L 0 0.146842 E" pathEditMode="relative" rAng="0" ptsTypes="AA">
                                      <p:cBhvr>
                                        <p:cTn id="926" dur="1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927" presetID="0" presetClass="path" presetSubtype="0" fill="hold" grpId="40" nodeType="withEffect">
                                  <p:stCondLst>
                                    <p:cond delay="4000"/>
                                  </p:stCondLst>
                                  <p:childTnLst>
                                    <p:animMotion origin="layout" path="M 0 0.123676 L 0 0.146842 E" pathEditMode="relative" rAng="0" ptsTypes="AA">
                                      <p:cBhvr>
                                        <p:cTn id="928" dur="1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929" presetID="0" presetClass="path" presetSubtype="0" fill="hold" grpId="40" nodeType="withEffect">
                                  <p:stCondLst>
                                    <p:cond delay="4000"/>
                                  </p:stCondLst>
                                  <p:childTnLst>
                                    <p:animMotion origin="layout" path="M 0 0.123676 L 0 0.146842 E" pathEditMode="relative" rAng="0" ptsTypes="AA">
                                      <p:cBhvr>
                                        <p:cTn id="930" dur="1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931" presetID="0" presetClass="path" presetSubtype="0" fill="hold" grpId="40" nodeType="withEffect">
                                  <p:stCondLst>
                                    <p:cond delay="4000"/>
                                  </p:stCondLst>
                                  <p:childTnLst>
                                    <p:animMotion origin="layout" path="M 0 0.123676 L 0 0.146842 E" pathEditMode="relative" rAng="0" ptsTypes="AA">
                                      <p:cBhvr>
                                        <p:cTn id="932" dur="1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933" presetID="0" presetClass="path" presetSubtype="0" fill="hold" grpId="40" nodeType="withEffect">
                                  <p:stCondLst>
                                    <p:cond delay="4000"/>
                                  </p:stCondLst>
                                  <p:childTnLst>
                                    <p:animMotion origin="layout" path="M 0.037672 0.116 L 0.02175 0.144306 E" pathEditMode="relative" rAng="0" ptsTypes="AA">
                                      <p:cBhvr>
                                        <p:cTn id="934" dur="1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935" presetID="0" presetClass="path" presetSubtype="0" fill="hold" grpId="22" nodeType="withEffect">
                                  <p:stCondLst>
                                    <p:cond delay="4000"/>
                                  </p:stCondLst>
                                  <p:childTnLst>
                                    <p:animMotion origin="layout" path="M 0 0.017321 L 0 0.01 E" pathEditMode="relative" rAng="0" ptsTypes="AA">
                                      <p:cBhvr>
                                        <p:cTn id="936" dur="1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937" presetID="8" presetClass="emph" presetSubtype="0" fill="hold" grpId="41" nodeType="withEffect">
                                  <p:stCondLst>
                                    <p:cond delay="4100"/>
                                  </p:stCondLst>
                                  <p:childTnLst>
                                    <p:animRot by="1800000">
                                      <p:cBhvr>
                                        <p:cTn id="938" dur="1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939" presetID="8" presetClass="emph" presetSubtype="0" fill="hold" grpId="41" nodeType="withEffect">
                                  <p:stCondLst>
                                    <p:cond delay="4100"/>
                                  </p:stCondLst>
                                  <p:childTnLst>
                                    <p:animRot by="1800000">
                                      <p:cBhvr>
                                        <p:cTn id="940" dur="1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941" presetID="0" presetClass="path" presetSubtype="0" fill="hold" grpId="82" nodeType="withEffect">
                                  <p:stCondLst>
                                    <p:cond delay="4100"/>
                                  </p:stCondLst>
                                  <p:childTnLst>
                                    <p:animMotion origin="layout" path="M 0.010875 0.145574 L 0 0.154667 E" pathEditMode="relative" rAng="0" ptsTypes="AA">
                                      <p:cBhvr>
                                        <p:cTn id="942" dur="1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943" presetID="8" presetClass="emph" presetSubtype="0" fill="hold" grpId="83" nodeType="withEffect">
                                  <p:stCondLst>
                                    <p:cond delay="4100"/>
                                  </p:stCondLst>
                                  <p:childTnLst>
                                    <p:animRot by="450360">
                                      <p:cBhvr>
                                        <p:cTn id="944" dur="1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945" presetID="0" presetClass="path" presetSubtype="0" fill="hold" grpId="41" nodeType="withEffect">
                                  <p:stCondLst>
                                    <p:cond delay="4100"/>
                                  </p:stCondLst>
                                  <p:childTnLst>
                                    <p:animMotion origin="layout" path="M 0 0.146842 L 0 0.154667 E" pathEditMode="relative" rAng="0" ptsTypes="AA">
                                      <p:cBhvr>
                                        <p:cTn id="946" dur="1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947" presetID="0" presetClass="path" presetSubtype="0" fill="hold" grpId="41" nodeType="withEffect">
                                  <p:stCondLst>
                                    <p:cond delay="4100"/>
                                  </p:stCondLst>
                                  <p:childTnLst>
                                    <p:animMotion origin="layout" path="M 0 0.146842 L 0 0.154667 E" pathEditMode="relative" rAng="0" ptsTypes="AA">
                                      <p:cBhvr>
                                        <p:cTn id="948" dur="1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949" presetID="0" presetClass="path" presetSubtype="0" fill="hold" grpId="41" nodeType="withEffect">
                                  <p:stCondLst>
                                    <p:cond delay="4100"/>
                                  </p:stCondLst>
                                  <p:childTnLst>
                                    <p:animMotion origin="layout" path="M 0 0.146842 L 0 0.154667 E" pathEditMode="relative" rAng="0" ptsTypes="AA">
                                      <p:cBhvr>
                                        <p:cTn id="950" dur="1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951" presetID="0" presetClass="path" presetSubtype="0" fill="hold" grpId="41" nodeType="withEffect">
                                  <p:stCondLst>
                                    <p:cond delay="4100"/>
                                  </p:stCondLst>
                                  <p:childTnLst>
                                    <p:animMotion origin="layout" path="M 0 0.146842 L 0 0.154667 E" pathEditMode="relative" rAng="0" ptsTypes="AA">
                                      <p:cBhvr>
                                        <p:cTn id="952" dur="1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953" presetID="0" presetClass="path" presetSubtype="0" fill="hold" grpId="41" nodeType="withEffect">
                                  <p:stCondLst>
                                    <p:cond delay="4100"/>
                                  </p:stCondLst>
                                  <p:childTnLst>
                                    <p:animMotion origin="layout" path="M 0 0.146842 L 0 0.154667 E" pathEditMode="relative" rAng="0" ptsTypes="AA">
                                      <p:cBhvr>
                                        <p:cTn id="954" dur="1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955" presetID="0" presetClass="path" presetSubtype="0" fill="hold" grpId="41" nodeType="withEffect">
                                  <p:stCondLst>
                                    <p:cond delay="4100"/>
                                  </p:stCondLst>
                                  <p:childTnLst>
                                    <p:animMotion origin="layout" path="M 0.02175 0.144306 L 0 0.154667 E" pathEditMode="relative" rAng="0" ptsTypes="AA">
                                      <p:cBhvr>
                                        <p:cTn id="956" dur="1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957" presetID="0" presetClass="path" presetSubtype="0" fill="hold" grpId="23" nodeType="withEffect">
                                  <p:stCondLst>
                                    <p:cond delay="4100"/>
                                  </p:stCondLst>
                                  <p:childTnLst>
                                    <p:animMotion origin="layout" path="M 0 0.01 L 0 0 E" pathEditMode="relative" rAng="0" ptsTypes="AA">
                                      <p:cBhvr>
                                        <p:cTn id="958" dur="1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959" presetID="8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Rot by="48600000">
                                      <p:cBhvr>
                                        <p:cTn id="960" dur="42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961" presetID="8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Rot by="48600000">
                                      <p:cBhvr>
                                        <p:cTn id="962" dur="42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963" presetID="8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Rot by="-30927000">
                                      <p:cBhvr>
                                        <p:cTn id="964" dur="42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965" presetID="0" presetClass="pat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 -0 E" pathEditMode="relative" rAng="0" ptsTypes="AA">
                                      <p:cBhvr>
                                        <p:cTn id="966" dur="42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967" presetID="8" presetClass="emph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Rot by="-30927000">
                                      <p:cBhvr>
                                        <p:cTn id="968" dur="42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969" presetID="8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Rot by="56700000">
                                      <p:cBhvr>
                                        <p:cTn id="970" dur="42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971" presetID="0" presetClass="pat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 -0 E" pathEditMode="relative" rAng="0" ptsTypes="AA">
                                      <p:cBhvr>
                                        <p:cTn id="972" dur="42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973" presetID="8" presetClass="emph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Rot by="56700000">
                                      <p:cBhvr>
                                        <p:cTn id="974" dur="42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975" presetID="8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Rot by="37800000">
                                      <p:cBhvr>
                                        <p:cTn id="976" dur="42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977" presetID="0" presetClass="pat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 0 E" pathEditMode="relative" rAng="0" ptsTypes="AA">
                                      <p:cBhvr>
                                        <p:cTn id="978" dur="42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979" presetID="8" presetClass="emph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Rot by="37800000">
                                      <p:cBhvr>
                                        <p:cTn id="980" dur="42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981" presetID="8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Rot by="-42525000">
                                      <p:cBhvr>
                                        <p:cTn id="982" dur="42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983" presetID="0" presetClass="pat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 0 E" pathEditMode="relative" rAng="0" ptsTypes="AA">
                                      <p:cBhvr>
                                        <p:cTn id="984" dur="42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985" presetID="8" presetClass="emph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Rot by="-42525000">
                                      <p:cBhvr>
                                        <p:cTn id="986" dur="42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987" presetID="0" presetClass="pat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85 0 E" pathEditMode="relative" rAng="0" ptsTypes="AA">
                                      <p:cBhvr>
                                        <p:cTn id="988" dur="42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/>
      <p:bldP spid="21" grpId="1" animBg="1"/>
      <p:bldP spid="22" grpId="0" animBg="1"/>
      <p:bldP spid="22" grpId="1" animBg="1"/>
      <p:bldP spid="22" grpId="2" animBg="1"/>
      <p:bldP spid="22" grpId="3" animBg="1"/>
      <p:bldP spid="22" grpId="4" animBg="1"/>
      <p:bldP spid="22" grpId="5" animBg="1"/>
      <p:bldP spid="22" grpId="6" animBg="1"/>
      <p:bldP spid="22" grpId="7" animBg="1"/>
      <p:bldP spid="22" grpId="8" animBg="1"/>
      <p:bldP spid="22" grpId="9" animBg="1"/>
      <p:bldP spid="22" grpId="10" animBg="1"/>
      <p:bldP spid="22" grpId="11" animBg="1"/>
      <p:bldP spid="22" grpId="12" animBg="1"/>
      <p:bldP spid="22" grpId="13" animBg="1"/>
      <p:bldP spid="22" grpId="14" animBg="1"/>
      <p:bldP spid="22" grpId="15" animBg="1"/>
      <p:bldP spid="22" grpId="16" animBg="1"/>
      <p:bldP spid="22" grpId="17" animBg="1"/>
      <p:bldP spid="22" grpId="18" animBg="1"/>
      <p:bldP spid="22" grpId="19" animBg="1"/>
      <p:bldP spid="22" grpId="20" animBg="1"/>
      <p:bldP spid="22" grpId="21" animBg="1"/>
      <p:bldP spid="22" grpId="22" animBg="1"/>
      <p:bldP spid="22" grpId="23" animBg="1"/>
      <p:bldP spid="23" grpId="0" animBg="1"/>
      <p:bldP spid="23" grpId="1" animBg="1"/>
      <p:bldP spid="23" grpId="2" animBg="1"/>
      <p:bldP spid="23" grpId="3" animBg="1"/>
      <p:bldP spid="23" grpId="4" animBg="1"/>
      <p:bldP spid="23" grpId="5" animBg="1"/>
      <p:bldP spid="23" grpId="6" animBg="1"/>
      <p:bldP spid="23" grpId="7" animBg="1"/>
      <p:bldP spid="23" grpId="8" animBg="1"/>
      <p:bldP spid="23" grpId="9" animBg="1"/>
      <p:bldP spid="23" grpId="10" animBg="1"/>
      <p:bldP spid="23" grpId="11" animBg="1"/>
      <p:bldP spid="23" grpId="12" animBg="1"/>
      <p:bldP spid="23" grpId="13" animBg="1"/>
      <p:bldP spid="23" grpId="14" animBg="1"/>
      <p:bldP spid="23" grpId="15" animBg="1"/>
      <p:bldP spid="23" grpId="16" animBg="1"/>
      <p:bldP spid="23" grpId="17" animBg="1"/>
      <p:bldP spid="24" grpId="0" animBg="1"/>
      <p:bldP spid="24" grpId="1" animBg="1"/>
      <p:bldP spid="24" grpId="2" animBg="1"/>
      <p:bldP spid="24" grpId="3" animBg="1"/>
      <p:bldP spid="24" grpId="4" animBg="1"/>
      <p:bldP spid="24" grpId="5" animBg="1"/>
      <p:bldP spid="24" grpId="6" animBg="1"/>
      <p:bldP spid="24" grpId="7" animBg="1"/>
      <p:bldP spid="24" grpId="8" animBg="1"/>
      <p:bldP spid="24" grpId="9" animBg="1"/>
      <p:bldP spid="24" grpId="10" animBg="1"/>
      <p:bldP spid="24" grpId="11" animBg="1"/>
      <p:bldP spid="24" grpId="12" animBg="1"/>
      <p:bldP spid="24" grpId="13" animBg="1"/>
      <p:bldP spid="24" grpId="14" animBg="1"/>
      <p:bldP spid="24" grpId="15" animBg="1"/>
      <p:bldP spid="24" grpId="16" animBg="1"/>
      <p:bldP spid="24" grpId="17" animBg="1"/>
      <p:bldP spid="24" grpId="18" animBg="1"/>
      <p:bldP spid="24" grpId="19" animBg="1"/>
      <p:bldP spid="24" grpId="20" animBg="1"/>
      <p:bldP spid="24" grpId="21" animBg="1"/>
      <p:bldP spid="24" grpId="22" animBg="1"/>
      <p:bldP spid="24" grpId="23" animBg="1"/>
      <p:bldP spid="24" grpId="24" animBg="1"/>
      <p:bldP spid="24" grpId="25" animBg="1"/>
      <p:bldP spid="24" grpId="26" animBg="1"/>
      <p:bldP spid="24" grpId="27" animBg="1"/>
      <p:bldP spid="24" grpId="28" animBg="1"/>
      <p:bldP spid="24" grpId="29" animBg="1"/>
      <p:bldP spid="24" grpId="30" animBg="1"/>
      <p:bldP spid="24" grpId="31" animBg="1"/>
      <p:bldP spid="24" grpId="32" animBg="1"/>
      <p:bldP spid="24" grpId="33" animBg="1"/>
      <p:bldP spid="24" grpId="34" animBg="1"/>
      <p:bldP spid="24" grpId="35" animBg="1"/>
      <p:bldP spid="24" grpId="36" animBg="1"/>
      <p:bldP spid="24" grpId="37" animBg="1"/>
      <p:bldP spid="24" grpId="38" animBg="1"/>
      <p:bldP spid="24" grpId="39" animBg="1"/>
      <p:bldP spid="24" grpId="40" animBg="1"/>
      <p:bldP spid="24" grpId="41" animBg="1"/>
      <p:bldP spid="25" grpId="0" animBg="1"/>
      <p:bldP spid="25" grpId="1" animBg="1"/>
      <p:bldP spid="25" grpId="2" animBg="1"/>
      <p:bldP spid="25" grpId="3" animBg="1"/>
      <p:bldP spid="25" grpId="4" animBg="1"/>
      <p:bldP spid="25" grpId="5" animBg="1"/>
      <p:bldP spid="25" grpId="6" animBg="1"/>
      <p:bldP spid="25" grpId="7" animBg="1"/>
      <p:bldP spid="25" grpId="8" animBg="1"/>
      <p:bldP spid="25" grpId="9" animBg="1"/>
      <p:bldP spid="25" grpId="10" animBg="1"/>
      <p:bldP spid="25" grpId="11" animBg="1"/>
      <p:bldP spid="25" grpId="12" animBg="1"/>
      <p:bldP spid="25" grpId="13" animBg="1"/>
      <p:bldP spid="25" grpId="14" animBg="1"/>
      <p:bldP spid="25" grpId="15" animBg="1"/>
      <p:bldP spid="25" grpId="16" animBg="1"/>
      <p:bldP spid="25" grpId="17" animBg="1"/>
      <p:bldP spid="25" grpId="18" animBg="1"/>
      <p:bldP spid="25" grpId="19" animBg="1"/>
      <p:bldP spid="25" grpId="20" animBg="1"/>
      <p:bldP spid="25" grpId="21" animBg="1"/>
      <p:bldP spid="25" grpId="22" animBg="1"/>
      <p:bldP spid="25" grpId="23" animBg="1"/>
      <p:bldP spid="25" grpId="24" animBg="1"/>
      <p:bldP spid="25" grpId="25" animBg="1"/>
      <p:bldP spid="25" grpId="26" animBg="1"/>
      <p:bldP spid="25" grpId="27" animBg="1"/>
      <p:bldP spid="25" grpId="28" animBg="1"/>
      <p:bldP spid="25" grpId="29" animBg="1"/>
      <p:bldP spid="25" grpId="30" animBg="1"/>
      <p:bldP spid="25" grpId="31" animBg="1"/>
      <p:bldP spid="25" grpId="32" animBg="1"/>
      <p:bldP spid="25" grpId="33" animBg="1"/>
      <p:bldP spid="25" grpId="34" animBg="1"/>
      <p:bldP spid="25" grpId="35" animBg="1"/>
      <p:bldP spid="25" grpId="36" animBg="1"/>
      <p:bldP spid="25" grpId="37" animBg="1"/>
      <p:bldP spid="25" grpId="38" animBg="1"/>
      <p:bldP spid="25" grpId="39" animBg="1"/>
      <p:bldP spid="25" grpId="40" animBg="1"/>
      <p:bldP spid="25" grpId="41" animBg="1"/>
      <p:bldP spid="26" grpId="0" animBg="1"/>
      <p:bldP spid="26" grpId="1" animBg="1"/>
      <p:bldP spid="26" grpId="2" animBg="1"/>
      <p:bldP spid="26" grpId="3" animBg="1"/>
      <p:bldP spid="26" grpId="4" animBg="1"/>
      <p:bldP spid="26" grpId="5" animBg="1"/>
      <p:bldP spid="26" grpId="6" animBg="1"/>
      <p:bldP spid="26" grpId="7" animBg="1"/>
      <p:bldP spid="26" grpId="8" animBg="1"/>
      <p:bldP spid="26" grpId="9" animBg="1"/>
      <p:bldP spid="26" grpId="10" animBg="1"/>
      <p:bldP spid="26" grpId="11" animBg="1"/>
      <p:bldP spid="26" grpId="12" animBg="1"/>
      <p:bldP spid="26" grpId="13" animBg="1"/>
      <p:bldP spid="26" grpId="14" animBg="1"/>
      <p:bldP spid="26" grpId="15" animBg="1"/>
      <p:bldP spid="26" grpId="16" animBg="1"/>
      <p:bldP spid="26" grpId="17" animBg="1"/>
      <p:bldP spid="26" grpId="18" animBg="1"/>
      <p:bldP spid="26" grpId="19" animBg="1"/>
      <p:bldP spid="26" grpId="20" animBg="1"/>
      <p:bldP spid="26" grpId="21" animBg="1"/>
      <p:bldP spid="26" grpId="22" animBg="1"/>
      <p:bldP spid="26" grpId="23" animBg="1"/>
      <p:bldP spid="26" grpId="24" animBg="1"/>
      <p:bldP spid="26" grpId="25" animBg="1"/>
      <p:bldP spid="26" grpId="26" animBg="1"/>
      <p:bldP spid="26" grpId="27" animBg="1"/>
      <p:bldP spid="26" grpId="28" animBg="1"/>
      <p:bldP spid="26" grpId="29" animBg="1"/>
      <p:bldP spid="26" grpId="30" animBg="1"/>
      <p:bldP spid="26" grpId="31" animBg="1"/>
      <p:bldP spid="26" grpId="32" animBg="1"/>
      <p:bldP spid="26" grpId="33" animBg="1"/>
      <p:bldP spid="26" grpId="34" animBg="1"/>
      <p:bldP spid="26" grpId="35" animBg="1"/>
      <p:bldP spid="26" grpId="36" animBg="1"/>
      <p:bldP spid="26" grpId="37" animBg="1"/>
      <p:bldP spid="26" grpId="38" animBg="1"/>
      <p:bldP spid="26" grpId="39" animBg="1"/>
      <p:bldP spid="26" grpId="40" animBg="1"/>
      <p:bldP spid="26" grpId="41" animBg="1"/>
      <p:bldP spid="26" grpId="42" animBg="1"/>
      <p:bldP spid="26" grpId="43" animBg="1"/>
      <p:bldP spid="26" grpId="44" animBg="1"/>
      <p:bldP spid="26" grpId="45" animBg="1"/>
      <p:bldP spid="26" grpId="46" animBg="1"/>
      <p:bldP spid="26" grpId="47" animBg="1"/>
      <p:bldP spid="26" grpId="48" animBg="1"/>
      <p:bldP spid="26" grpId="49" animBg="1"/>
      <p:bldP spid="26" grpId="50" animBg="1"/>
      <p:bldP spid="26" grpId="51" animBg="1"/>
      <p:bldP spid="26" grpId="52" animBg="1"/>
      <p:bldP spid="26" grpId="53" animBg="1"/>
      <p:bldP spid="26" grpId="54" animBg="1"/>
      <p:bldP spid="26" grpId="55" animBg="1"/>
      <p:bldP spid="26" grpId="56" animBg="1"/>
      <p:bldP spid="26" grpId="57" animBg="1"/>
      <p:bldP spid="26" grpId="58" animBg="1"/>
      <p:bldP spid="26" grpId="59" animBg="1"/>
      <p:bldP spid="26" grpId="60" animBg="1"/>
      <p:bldP spid="26" grpId="61" animBg="1"/>
      <p:bldP spid="26" grpId="62" animBg="1"/>
      <p:bldP spid="26" grpId="63" animBg="1"/>
      <p:bldP spid="26" grpId="64" animBg="1"/>
      <p:bldP spid="26" grpId="65" animBg="1"/>
      <p:bldP spid="26" grpId="66" animBg="1"/>
      <p:bldP spid="26" grpId="67" animBg="1"/>
      <p:bldP spid="26" grpId="68" animBg="1"/>
      <p:bldP spid="26" grpId="69" animBg="1"/>
      <p:bldP spid="26" grpId="70" animBg="1"/>
      <p:bldP spid="26" grpId="71" animBg="1"/>
      <p:bldP spid="26" grpId="72" animBg="1"/>
      <p:bldP spid="26" grpId="73" animBg="1"/>
      <p:bldP spid="26" grpId="74" animBg="1"/>
      <p:bldP spid="26" grpId="75" animBg="1"/>
      <p:bldP spid="26" grpId="76" animBg="1"/>
      <p:bldP spid="26" grpId="77" animBg="1"/>
      <p:bldP spid="26" grpId="78" animBg="1"/>
      <p:bldP spid="26" grpId="79" animBg="1"/>
      <p:bldP spid="26" grpId="80" animBg="1"/>
      <p:bldP spid="26" grpId="81" animBg="1"/>
      <p:bldP spid="26" grpId="82" animBg="1"/>
      <p:bldP spid="26" grpId="83" animBg="1"/>
      <p:bldP spid="27" grpId="0" animBg="1"/>
      <p:bldP spid="27" grpId="1" animBg="1"/>
      <p:bldP spid="27" grpId="2" animBg="1"/>
      <p:bldP spid="27" grpId="3" animBg="1"/>
      <p:bldP spid="27" grpId="4" animBg="1"/>
      <p:bldP spid="27" grpId="5" animBg="1"/>
      <p:bldP spid="27" grpId="6" animBg="1"/>
      <p:bldP spid="27" grpId="7" animBg="1"/>
      <p:bldP spid="27" grpId="8" animBg="1"/>
      <p:bldP spid="27" grpId="9" animBg="1"/>
      <p:bldP spid="27" grpId="10" animBg="1"/>
      <p:bldP spid="27" grpId="11" animBg="1"/>
      <p:bldP spid="27" grpId="12" animBg="1"/>
      <p:bldP spid="27" grpId="13" animBg="1"/>
      <p:bldP spid="27" grpId="14" animBg="1"/>
      <p:bldP spid="27" grpId="15" animBg="1"/>
      <p:bldP spid="27" grpId="16" animBg="1"/>
      <p:bldP spid="27" grpId="17" animBg="1"/>
      <p:bldP spid="27" grpId="18" animBg="1"/>
      <p:bldP spid="27" grpId="19" animBg="1"/>
      <p:bldP spid="27" grpId="20" animBg="1"/>
      <p:bldP spid="27" grpId="21" animBg="1"/>
      <p:bldP spid="27" grpId="22" animBg="1"/>
      <p:bldP spid="27" grpId="23" animBg="1"/>
      <p:bldP spid="27" grpId="24" animBg="1"/>
      <p:bldP spid="27" grpId="25" animBg="1"/>
      <p:bldP spid="27" grpId="26" animBg="1"/>
      <p:bldP spid="27" grpId="27" animBg="1"/>
      <p:bldP spid="27" grpId="28" animBg="1"/>
      <p:bldP spid="27" grpId="29" animBg="1"/>
      <p:bldP spid="27" grpId="30" animBg="1"/>
      <p:bldP spid="27" grpId="31" animBg="1"/>
      <p:bldP spid="27" grpId="32" animBg="1"/>
      <p:bldP spid="27" grpId="33" animBg="1"/>
      <p:bldP spid="27" grpId="34" animBg="1"/>
      <p:bldP spid="27" grpId="35" animBg="1"/>
      <p:bldP spid="27" grpId="36" animBg="1"/>
      <p:bldP spid="27" grpId="37" animBg="1"/>
      <p:bldP spid="27" grpId="38" animBg="1"/>
      <p:bldP spid="27" grpId="39" animBg="1"/>
      <p:bldP spid="27" grpId="40" animBg="1"/>
      <p:bldP spid="27" grpId="41" animBg="1"/>
      <p:bldP spid="28" grpId="0" animBg="1"/>
      <p:bldP spid="28" grpId="1" animBg="1"/>
      <p:bldP spid="28" grpId="2" animBg="1"/>
      <p:bldP spid="28" grpId="3" animBg="1"/>
      <p:bldP spid="28" grpId="4" animBg="1"/>
      <p:bldP spid="28" grpId="5" animBg="1"/>
      <p:bldP spid="28" grpId="6" animBg="1"/>
      <p:bldP spid="28" grpId="7" animBg="1"/>
      <p:bldP spid="28" grpId="8" animBg="1"/>
      <p:bldP spid="28" grpId="9" animBg="1"/>
      <p:bldP spid="28" grpId="10" animBg="1"/>
      <p:bldP spid="28" grpId="11" animBg="1"/>
      <p:bldP spid="28" grpId="12" animBg="1"/>
      <p:bldP spid="28" grpId="13" animBg="1"/>
      <p:bldP spid="28" grpId="14" animBg="1"/>
      <p:bldP spid="28" grpId="15" animBg="1"/>
      <p:bldP spid="28" grpId="16" animBg="1"/>
      <p:bldP spid="28" grpId="17" animBg="1"/>
      <p:bldP spid="28" grpId="18" animBg="1"/>
      <p:bldP spid="28" grpId="19" animBg="1"/>
      <p:bldP spid="28" grpId="20" animBg="1"/>
      <p:bldP spid="28" grpId="21" animBg="1"/>
      <p:bldP spid="28" grpId="22" animBg="1"/>
      <p:bldP spid="28" grpId="23" animBg="1"/>
      <p:bldP spid="28" grpId="24" animBg="1"/>
      <p:bldP spid="28" grpId="25" animBg="1"/>
      <p:bldP spid="28" grpId="26" animBg="1"/>
      <p:bldP spid="28" grpId="27" animBg="1"/>
      <p:bldP spid="28" grpId="28" animBg="1"/>
      <p:bldP spid="28" grpId="29" animBg="1"/>
      <p:bldP spid="28" grpId="30" animBg="1"/>
      <p:bldP spid="28" grpId="31" animBg="1"/>
      <p:bldP spid="28" grpId="32" animBg="1"/>
      <p:bldP spid="28" grpId="33" animBg="1"/>
      <p:bldP spid="28" grpId="34" animBg="1"/>
      <p:bldP spid="28" grpId="35" animBg="1"/>
      <p:bldP spid="28" grpId="36" animBg="1"/>
      <p:bldP spid="28" grpId="37" animBg="1"/>
      <p:bldP spid="28" grpId="38" animBg="1"/>
      <p:bldP spid="28" grpId="39" animBg="1"/>
      <p:bldP spid="28" grpId="40" animBg="1"/>
      <p:bldP spid="28" grpId="41" animBg="1"/>
      <p:bldP spid="29" grpId="0" animBg="1"/>
      <p:bldP spid="29" grpId="1" animBg="1"/>
      <p:bldP spid="29" grpId="2" animBg="1"/>
      <p:bldP spid="29" grpId="3" animBg="1"/>
      <p:bldP spid="29" grpId="4" animBg="1"/>
      <p:bldP spid="29" grpId="5" animBg="1"/>
      <p:bldP spid="29" grpId="6" animBg="1"/>
      <p:bldP spid="29" grpId="7" animBg="1"/>
      <p:bldP spid="29" grpId="8" animBg="1"/>
      <p:bldP spid="29" grpId="9" animBg="1"/>
      <p:bldP spid="29" grpId="10" animBg="1"/>
      <p:bldP spid="29" grpId="11" animBg="1"/>
      <p:bldP spid="29" grpId="12" animBg="1"/>
      <p:bldP spid="29" grpId="13" animBg="1"/>
      <p:bldP spid="29" grpId="14" animBg="1"/>
      <p:bldP spid="29" grpId="15" animBg="1"/>
      <p:bldP spid="29" grpId="16" animBg="1"/>
      <p:bldP spid="29" grpId="17" animBg="1"/>
      <p:bldP spid="29" grpId="18" animBg="1"/>
      <p:bldP spid="29" grpId="19" animBg="1"/>
      <p:bldP spid="29" grpId="20" animBg="1"/>
      <p:bldP spid="29" grpId="21" animBg="1"/>
      <p:bldP spid="29" grpId="22" animBg="1"/>
      <p:bldP spid="29" grpId="23" animBg="1"/>
      <p:bldP spid="29" grpId="24" animBg="1"/>
      <p:bldP spid="29" grpId="25" animBg="1"/>
      <p:bldP spid="29" grpId="26" animBg="1"/>
      <p:bldP spid="29" grpId="27" animBg="1"/>
      <p:bldP spid="29" grpId="28" animBg="1"/>
      <p:bldP spid="29" grpId="29" animBg="1"/>
      <p:bldP spid="29" grpId="30" animBg="1"/>
      <p:bldP spid="29" grpId="31" animBg="1"/>
      <p:bldP spid="29" grpId="32" animBg="1"/>
      <p:bldP spid="29" grpId="33" animBg="1"/>
      <p:bldP spid="29" grpId="34" animBg="1"/>
      <p:bldP spid="29" grpId="35" animBg="1"/>
      <p:bldP spid="29" grpId="36" animBg="1"/>
      <p:bldP spid="29" grpId="37" animBg="1"/>
      <p:bldP spid="29" grpId="38" animBg="1"/>
      <p:bldP spid="29" grpId="39" animBg="1"/>
      <p:bldP spid="29" grpId="40" animBg="1"/>
      <p:bldP spid="29" grpId="41" animBg="1"/>
      <p:bldP spid="30" grpId="0" animBg="1"/>
      <p:bldP spid="30" grpId="1" animBg="1"/>
      <p:bldP spid="30" grpId="2" animBg="1"/>
      <p:bldP spid="30" grpId="3" animBg="1"/>
      <p:bldP spid="30" grpId="4" animBg="1"/>
      <p:bldP spid="30" grpId="5" animBg="1"/>
      <p:bldP spid="30" grpId="6" animBg="1"/>
      <p:bldP spid="30" grpId="7" animBg="1"/>
      <p:bldP spid="30" grpId="8" animBg="1"/>
      <p:bldP spid="30" grpId="9" animBg="1"/>
      <p:bldP spid="30" grpId="10" animBg="1"/>
      <p:bldP spid="30" grpId="11" animBg="1"/>
      <p:bldP spid="30" grpId="12" animBg="1"/>
      <p:bldP spid="30" grpId="13" animBg="1"/>
      <p:bldP spid="30" grpId="14" animBg="1"/>
      <p:bldP spid="30" grpId="15" animBg="1"/>
      <p:bldP spid="30" grpId="16" animBg="1"/>
      <p:bldP spid="30" grpId="17" animBg="1"/>
      <p:bldP spid="30" grpId="18" animBg="1"/>
      <p:bldP spid="30" grpId="19" animBg="1"/>
      <p:bldP spid="30" grpId="20" animBg="1"/>
      <p:bldP spid="30" grpId="21" animBg="1"/>
      <p:bldP spid="30" grpId="22" animBg="1"/>
      <p:bldP spid="30" grpId="23" animBg="1"/>
      <p:bldP spid="30" grpId="24" animBg="1"/>
      <p:bldP spid="30" grpId="25" animBg="1"/>
      <p:bldP spid="30" grpId="26" animBg="1"/>
      <p:bldP spid="30" grpId="27" animBg="1"/>
      <p:bldP spid="30" grpId="28" animBg="1"/>
      <p:bldP spid="30" grpId="29" animBg="1"/>
      <p:bldP spid="30" grpId="30" animBg="1"/>
      <p:bldP spid="30" grpId="31" animBg="1"/>
      <p:bldP spid="30" grpId="32" animBg="1"/>
      <p:bldP spid="30" grpId="33" animBg="1"/>
      <p:bldP spid="30" grpId="34" animBg="1"/>
      <p:bldP spid="30" grpId="35" animBg="1"/>
      <p:bldP spid="30" grpId="36" animBg="1"/>
      <p:bldP spid="30" grpId="37" animBg="1"/>
      <p:bldP spid="30" grpId="38" animBg="1"/>
      <p:bldP spid="30" grpId="39" animBg="1"/>
      <p:bldP spid="30" grpId="40" animBg="1"/>
      <p:bldP spid="30" grpId="41" animBg="1"/>
      <p:bldP spid="31" grpId="0" animBg="1"/>
      <p:bldP spid="31" grpId="1" animBg="1"/>
      <p:bldP spid="31" grpId="2" animBg="1"/>
      <p:bldP spid="31" grpId="3" animBg="1"/>
      <p:bldP spid="31" grpId="4" animBg="1"/>
      <p:bldP spid="31" grpId="5" animBg="1"/>
      <p:bldP spid="31" grpId="6" animBg="1"/>
      <p:bldP spid="31" grpId="7" animBg="1"/>
      <p:bldP spid="31" grpId="8" animBg="1"/>
      <p:bldP spid="31" grpId="9" animBg="1"/>
      <p:bldP spid="31" grpId="10" animBg="1"/>
      <p:bldP spid="31" grpId="11" animBg="1"/>
      <p:bldP spid="31" grpId="12" animBg="1"/>
      <p:bldP spid="31" grpId="13" animBg="1"/>
      <p:bldP spid="31" grpId="14" animBg="1"/>
      <p:bldP spid="31" grpId="15" animBg="1"/>
      <p:bldP spid="31" grpId="16" animBg="1"/>
      <p:bldP spid="31" grpId="17" animBg="1"/>
      <p:bldP spid="31" grpId="18" animBg="1"/>
      <p:bldP spid="31" grpId="19" animBg="1"/>
      <p:bldP spid="31" grpId="20" animBg="1"/>
      <p:bldP spid="31" grpId="21" animBg="1"/>
      <p:bldP spid="31" grpId="22" animBg="1"/>
      <p:bldP spid="31" grpId="23" animBg="1"/>
      <p:bldP spid="31" grpId="24" animBg="1"/>
      <p:bldP spid="31" grpId="25" animBg="1"/>
      <p:bldP spid="31" grpId="26" animBg="1"/>
      <p:bldP spid="31" grpId="27" animBg="1"/>
      <p:bldP spid="31" grpId="28" animBg="1"/>
      <p:bldP spid="31" grpId="29" animBg="1"/>
      <p:bldP spid="31" grpId="30" animBg="1"/>
      <p:bldP spid="31" grpId="31" animBg="1"/>
      <p:bldP spid="31" grpId="32" animBg="1"/>
      <p:bldP spid="31" grpId="33" animBg="1"/>
      <p:bldP spid="31" grpId="34" animBg="1"/>
      <p:bldP spid="31" grpId="35" animBg="1"/>
      <p:bldP spid="31" grpId="36" animBg="1"/>
      <p:bldP spid="31" grpId="37" animBg="1"/>
      <p:bldP spid="31" grpId="38" animBg="1"/>
      <p:bldP spid="31" grpId="39" animBg="1"/>
      <p:bldP spid="31" grpId="40" animBg="1"/>
      <p:bldP spid="31" grpId="41" animBg="1"/>
      <p:bldP spid="32" grpId="0" animBg="1"/>
      <p:bldP spid="32" grpId="1" animBg="1"/>
      <p:bldP spid="32" grpId="2" animBg="1"/>
      <p:bldP spid="32" grpId="3" animBg="1"/>
      <p:bldP spid="32" grpId="4" animBg="1"/>
      <p:bldP spid="32" grpId="5" animBg="1"/>
      <p:bldP spid="32" grpId="6" animBg="1"/>
      <p:bldP spid="32" grpId="7" animBg="1"/>
      <p:bldP spid="32" grpId="8" animBg="1"/>
      <p:bldP spid="32" grpId="9" animBg="1"/>
      <p:bldP spid="32" grpId="10" animBg="1"/>
      <p:bldP spid="32" grpId="11" animBg="1"/>
      <p:bldP spid="32" grpId="12" animBg="1"/>
      <p:bldP spid="32" grpId="13" animBg="1"/>
      <p:bldP spid="32" grpId="14" animBg="1"/>
      <p:bldP spid="32" grpId="15" animBg="1"/>
      <p:bldP spid="32" grpId="16" animBg="1"/>
      <p:bldP spid="32" grpId="17" animBg="1"/>
      <p:bldP spid="32" grpId="18" animBg="1"/>
      <p:bldP spid="32" grpId="19" animBg="1"/>
      <p:bldP spid="32" grpId="20" animBg="1"/>
      <p:bldP spid="32" grpId="21" animBg="1"/>
      <p:bldP spid="32" grpId="22" animBg="1"/>
      <p:bldP spid="32" grpId="23" animBg="1"/>
      <p:bldP spid="32" grpId="24" animBg="1"/>
      <p:bldP spid="32" grpId="25" animBg="1"/>
      <p:bldP spid="32" grpId="26" animBg="1"/>
      <p:bldP spid="32" grpId="27" animBg="1"/>
      <p:bldP spid="32" grpId="28" animBg="1"/>
      <p:bldP spid="32" grpId="29" animBg="1"/>
      <p:bldP spid="32" grpId="30" animBg="1"/>
      <p:bldP spid="32" grpId="31" animBg="1"/>
      <p:bldP spid="32" grpId="32" animBg="1"/>
      <p:bldP spid="32" grpId="33" animBg="1"/>
      <p:bldP spid="32" grpId="34" animBg="1"/>
      <p:bldP spid="32" grpId="35" animBg="1"/>
      <p:bldP spid="32" grpId="36" animBg="1"/>
      <p:bldP spid="32" grpId="37" animBg="1"/>
      <p:bldP spid="32" grpId="38" animBg="1"/>
      <p:bldP spid="32" grpId="39" animBg="1"/>
      <p:bldP spid="32" grpId="40" animBg="1"/>
      <p:bldP spid="32" grpId="41" animBg="1"/>
      <p:bldP spid="35" grpId="0" animBg="1"/>
      <p:bldP spid="36" grpId="0" animBg="1"/>
      <p:bldP spid="37" grpId="0" animBg="1"/>
      <p:bldP spid="38" grpId="0" animBg="1"/>
      <p:bldP spid="38" grpId="1" animBg="1"/>
      <p:bldP spid="39" grpId="0" animBg="1"/>
      <p:bldP spid="40" grpId="0" animBg="1"/>
      <p:bldP spid="40" grpId="1" animBg="1"/>
      <p:bldP spid="41" grpId="0" animBg="1"/>
      <p:bldP spid="42" grpId="0" animBg="1"/>
      <p:bldP spid="42" grpId="1" animBg="1"/>
      <p:bldP spid="43" grpId="0" animBg="1"/>
      <p:bldP spid="44" grpId="0" animBg="1"/>
      <p:bldP spid="44" grpId="1" animBg="1"/>
      <p:bldP spid="45" grpId="0" animBg="1"/>
    </p:bldLst>
  </p:timing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Bg:Automaton_Sky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>
            <a:gsLst>
              <a:gs pos="0">
                <a:srgbClr val="070B19"/>
              </a:gs>
              <a:gs pos="45000">
                <a:srgbClr val="141E38"/>
              </a:gs>
              <a:gs pos="78000">
                <a:srgbClr val="2C224E"/>
              </a:gs>
              <a:gs pos="100000">
                <a:srgbClr val="0F172A"/>
              </a:gs>
            </a:gsLst>
            <a:lin ang="5400000" scaled="1"/>
          </a:gradFill>
          <a:ln w="0">
            <a:noFill/>
          </a:ln>
        </p:spPr>
        <p:style>
          <a:lnRef idx="0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itle:S4_Main"/>
          <p:cNvSpPr txBox="1"/>
          <p:nvPr/>
        </p:nvSpPr>
        <p:spPr>
          <a:xfrm>
            <a:off x="457200" y="237744"/>
            <a:ext cx="11247120" cy="40233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480" b="1">
                <a:solidFill>
                  <a:srgbClr val="FEF08A"/>
                </a:solidFill>
                <a:latin typeface="DejaVu Sans"/>
              </a:rPr>
              <a:t>GIAO THOA NGHỆ THUẬT &amp; CƠ KHÍ · ĐỒNG HỒ THIÊN VĂN CƠ KHÍ (CELESTIAL AUTOMATON)</a:t>
            </a:r>
          </a:p>
        </p:txBody>
      </p:sp>
      <p:sp>
        <p:nvSpPr>
          <p:cNvPr id="4" name="Title:S4_Sub"/>
          <p:cNvSpPr txBox="1"/>
          <p:nvPr/>
        </p:nvSpPr>
        <p:spPr>
          <a:xfrm>
            <a:off x="457200" y="640080"/>
            <a:ext cx="11247120" cy="31089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960" b="0">
                <a:solidFill>
                  <a:srgbClr val="CBD5E1"/>
                </a:solidFill>
                <a:latin typeface="DejaVu Sans"/>
              </a:rPr>
              <a:t>Đồng bộ 4 bánh răng đồng hồ ăn khớp (m = 0.076 in) · Quỹ đạo thiên thể 3D (3.2s) · Nhân vật cơ khí 20 khớp bước đi giữa mây trôi sóng gợn (3.6s) &amp; Hộp thoại tương tác</a:t>
            </a:r>
          </a:p>
        </p:txBody>
      </p:sp>
      <p:sp>
        <p:nvSpPr>
          <p:cNvPr id="5" name="Clock:Gear1_GrandWheel"/>
          <p:cNvSpPr/>
          <p:nvPr/>
        </p:nvSpPr>
        <p:spPr>
          <a:xfrm>
            <a:off x="5023347" y="1822947"/>
            <a:ext cx="1931944" cy="1931944"/>
          </a:xfrm>
          <a:custGeom>
            <a:avLst/>
            <a:gdLst/>
            <a:ahLst/>
            <a:cxnLst/>
            <a:rect l="0" t="0" r="r" b="b"/>
            <a:pathLst>
              <a:path w="1000" h="1000">
                <a:moveTo>
                  <a:pt x="918" y="449"/>
                </a:moveTo>
                <a:lnTo>
                  <a:pt x="920" y="466"/>
                </a:lnTo>
                <a:lnTo>
                  <a:pt x="959" y="476"/>
                </a:lnTo>
                <a:lnTo>
                  <a:pt x="992" y="487"/>
                </a:lnTo>
                <a:lnTo>
                  <a:pt x="992" y="513"/>
                </a:lnTo>
                <a:lnTo>
                  <a:pt x="959" y="524"/>
                </a:lnTo>
                <a:lnTo>
                  <a:pt x="920" y="534"/>
                </a:lnTo>
                <a:lnTo>
                  <a:pt x="918" y="551"/>
                </a:lnTo>
                <a:lnTo>
                  <a:pt x="916" y="568"/>
                </a:lnTo>
                <a:lnTo>
                  <a:pt x="952" y="586"/>
                </a:lnTo>
                <a:lnTo>
                  <a:pt x="981" y="605"/>
                </a:lnTo>
                <a:lnTo>
                  <a:pt x="974" y="630"/>
                </a:lnTo>
                <a:lnTo>
                  <a:pt x="940" y="634"/>
                </a:lnTo>
                <a:lnTo>
                  <a:pt x="900" y="633"/>
                </a:lnTo>
                <a:lnTo>
                  <a:pt x="894" y="649"/>
                </a:lnTo>
                <a:lnTo>
                  <a:pt x="887" y="665"/>
                </a:lnTo>
                <a:lnTo>
                  <a:pt x="918" y="692"/>
                </a:lnTo>
                <a:lnTo>
                  <a:pt x="942" y="717"/>
                </a:lnTo>
                <a:lnTo>
                  <a:pt x="929" y="740"/>
                </a:lnTo>
                <a:lnTo>
                  <a:pt x="895" y="735"/>
                </a:lnTo>
                <a:lnTo>
                  <a:pt x="856" y="725"/>
                </a:lnTo>
                <a:lnTo>
                  <a:pt x="847" y="739"/>
                </a:lnTo>
                <a:lnTo>
                  <a:pt x="837" y="753"/>
                </a:lnTo>
                <a:lnTo>
                  <a:pt x="860" y="786"/>
                </a:lnTo>
                <a:lnTo>
                  <a:pt x="877" y="816"/>
                </a:lnTo>
                <a:lnTo>
                  <a:pt x="859" y="836"/>
                </a:lnTo>
                <a:lnTo>
                  <a:pt x="828" y="823"/>
                </a:lnTo>
                <a:lnTo>
                  <a:pt x="792" y="804"/>
                </a:lnTo>
                <a:lnTo>
                  <a:pt x="779" y="815"/>
                </a:lnTo>
                <a:lnTo>
                  <a:pt x="766" y="826"/>
                </a:lnTo>
                <a:lnTo>
                  <a:pt x="781" y="864"/>
                </a:lnTo>
                <a:lnTo>
                  <a:pt x="790" y="897"/>
                </a:lnTo>
                <a:lnTo>
                  <a:pt x="769" y="912"/>
                </a:lnTo>
                <a:lnTo>
                  <a:pt x="741" y="892"/>
                </a:lnTo>
                <a:lnTo>
                  <a:pt x="711" y="865"/>
                </a:lnTo>
                <a:lnTo>
                  <a:pt x="696" y="873"/>
                </a:lnTo>
                <a:lnTo>
                  <a:pt x="680" y="881"/>
                </a:lnTo>
                <a:lnTo>
                  <a:pt x="686" y="921"/>
                </a:lnTo>
                <a:lnTo>
                  <a:pt x="687" y="955"/>
                </a:lnTo>
                <a:lnTo>
                  <a:pt x="662" y="965"/>
                </a:lnTo>
                <a:lnTo>
                  <a:pt x="640" y="938"/>
                </a:lnTo>
                <a:lnTo>
                  <a:pt x="618" y="904"/>
                </a:lnTo>
                <a:lnTo>
                  <a:pt x="601" y="909"/>
                </a:lnTo>
                <a:lnTo>
                  <a:pt x="584" y="913"/>
                </a:lnTo>
                <a:lnTo>
                  <a:pt x="580" y="953"/>
                </a:lnTo>
                <a:lnTo>
                  <a:pt x="572" y="987"/>
                </a:lnTo>
                <a:lnTo>
                  <a:pt x="546" y="990"/>
                </a:lnTo>
                <a:lnTo>
                  <a:pt x="531" y="959"/>
                </a:lnTo>
                <a:lnTo>
                  <a:pt x="517" y="921"/>
                </a:lnTo>
                <a:lnTo>
                  <a:pt x="500" y="921"/>
                </a:lnTo>
                <a:lnTo>
                  <a:pt x="483" y="921"/>
                </a:lnTo>
                <a:lnTo>
                  <a:pt x="469" y="959"/>
                </a:lnTo>
                <a:lnTo>
                  <a:pt x="454" y="990"/>
                </a:lnTo>
                <a:lnTo>
                  <a:pt x="428" y="987"/>
                </a:lnTo>
                <a:lnTo>
                  <a:pt x="420" y="953"/>
                </a:lnTo>
                <a:lnTo>
                  <a:pt x="416" y="913"/>
                </a:lnTo>
                <a:lnTo>
                  <a:pt x="399" y="909"/>
                </a:lnTo>
                <a:lnTo>
                  <a:pt x="382" y="904"/>
                </a:lnTo>
                <a:lnTo>
                  <a:pt x="360" y="938"/>
                </a:lnTo>
                <a:lnTo>
                  <a:pt x="338" y="965"/>
                </a:lnTo>
                <a:lnTo>
                  <a:pt x="313" y="955"/>
                </a:lnTo>
                <a:lnTo>
                  <a:pt x="314" y="921"/>
                </a:lnTo>
                <a:lnTo>
                  <a:pt x="320" y="881"/>
                </a:lnTo>
                <a:lnTo>
                  <a:pt x="304" y="873"/>
                </a:lnTo>
                <a:lnTo>
                  <a:pt x="289" y="865"/>
                </a:lnTo>
                <a:lnTo>
                  <a:pt x="259" y="892"/>
                </a:lnTo>
                <a:lnTo>
                  <a:pt x="231" y="912"/>
                </a:lnTo>
                <a:lnTo>
                  <a:pt x="210" y="897"/>
                </a:lnTo>
                <a:lnTo>
                  <a:pt x="219" y="864"/>
                </a:lnTo>
                <a:lnTo>
                  <a:pt x="234" y="826"/>
                </a:lnTo>
                <a:lnTo>
                  <a:pt x="221" y="815"/>
                </a:lnTo>
                <a:lnTo>
                  <a:pt x="208" y="804"/>
                </a:lnTo>
                <a:lnTo>
                  <a:pt x="172" y="823"/>
                </a:lnTo>
                <a:lnTo>
                  <a:pt x="141" y="836"/>
                </a:lnTo>
                <a:lnTo>
                  <a:pt x="123" y="816"/>
                </a:lnTo>
                <a:lnTo>
                  <a:pt x="140" y="786"/>
                </a:lnTo>
                <a:lnTo>
                  <a:pt x="163" y="753"/>
                </a:lnTo>
                <a:lnTo>
                  <a:pt x="153" y="739"/>
                </a:lnTo>
                <a:lnTo>
                  <a:pt x="144" y="725"/>
                </a:lnTo>
                <a:lnTo>
                  <a:pt x="105" y="735"/>
                </a:lnTo>
                <a:lnTo>
                  <a:pt x="71" y="740"/>
                </a:lnTo>
                <a:lnTo>
                  <a:pt x="58" y="717"/>
                </a:lnTo>
                <a:lnTo>
                  <a:pt x="82" y="692"/>
                </a:lnTo>
                <a:lnTo>
                  <a:pt x="113" y="665"/>
                </a:lnTo>
                <a:lnTo>
                  <a:pt x="106" y="649"/>
                </a:lnTo>
                <a:lnTo>
                  <a:pt x="100" y="633"/>
                </a:lnTo>
                <a:lnTo>
                  <a:pt x="60" y="634"/>
                </a:lnTo>
                <a:lnTo>
                  <a:pt x="26" y="630"/>
                </a:lnTo>
                <a:lnTo>
                  <a:pt x="19" y="605"/>
                </a:lnTo>
                <a:lnTo>
                  <a:pt x="48" y="586"/>
                </a:lnTo>
                <a:lnTo>
                  <a:pt x="84" y="568"/>
                </a:lnTo>
                <a:lnTo>
                  <a:pt x="82" y="551"/>
                </a:lnTo>
                <a:lnTo>
                  <a:pt x="80" y="534"/>
                </a:lnTo>
                <a:lnTo>
                  <a:pt x="41" y="524"/>
                </a:lnTo>
                <a:lnTo>
                  <a:pt x="8" y="513"/>
                </a:lnTo>
                <a:lnTo>
                  <a:pt x="8" y="487"/>
                </a:lnTo>
                <a:lnTo>
                  <a:pt x="41" y="476"/>
                </a:lnTo>
                <a:lnTo>
                  <a:pt x="80" y="466"/>
                </a:lnTo>
                <a:lnTo>
                  <a:pt x="82" y="449"/>
                </a:lnTo>
                <a:lnTo>
                  <a:pt x="84" y="432"/>
                </a:lnTo>
                <a:lnTo>
                  <a:pt x="48" y="414"/>
                </a:lnTo>
                <a:lnTo>
                  <a:pt x="19" y="395"/>
                </a:lnTo>
                <a:lnTo>
                  <a:pt x="26" y="370"/>
                </a:lnTo>
                <a:lnTo>
                  <a:pt x="60" y="366"/>
                </a:lnTo>
                <a:lnTo>
                  <a:pt x="100" y="367"/>
                </a:lnTo>
                <a:lnTo>
                  <a:pt x="106" y="351"/>
                </a:lnTo>
                <a:lnTo>
                  <a:pt x="113" y="335"/>
                </a:lnTo>
                <a:lnTo>
                  <a:pt x="82" y="308"/>
                </a:lnTo>
                <a:lnTo>
                  <a:pt x="58" y="283"/>
                </a:lnTo>
                <a:lnTo>
                  <a:pt x="71" y="260"/>
                </a:lnTo>
                <a:lnTo>
                  <a:pt x="105" y="265"/>
                </a:lnTo>
                <a:lnTo>
                  <a:pt x="144" y="275"/>
                </a:lnTo>
                <a:lnTo>
                  <a:pt x="153" y="261"/>
                </a:lnTo>
                <a:lnTo>
                  <a:pt x="163" y="247"/>
                </a:lnTo>
                <a:lnTo>
                  <a:pt x="140" y="214"/>
                </a:lnTo>
                <a:lnTo>
                  <a:pt x="123" y="184"/>
                </a:lnTo>
                <a:lnTo>
                  <a:pt x="141" y="164"/>
                </a:lnTo>
                <a:lnTo>
                  <a:pt x="172" y="177"/>
                </a:lnTo>
                <a:lnTo>
                  <a:pt x="208" y="196"/>
                </a:lnTo>
                <a:lnTo>
                  <a:pt x="221" y="185"/>
                </a:lnTo>
                <a:lnTo>
                  <a:pt x="234" y="174"/>
                </a:lnTo>
                <a:lnTo>
                  <a:pt x="219" y="136"/>
                </a:lnTo>
                <a:lnTo>
                  <a:pt x="210" y="103"/>
                </a:lnTo>
                <a:lnTo>
                  <a:pt x="231" y="88"/>
                </a:lnTo>
                <a:lnTo>
                  <a:pt x="259" y="108"/>
                </a:lnTo>
                <a:lnTo>
                  <a:pt x="289" y="135"/>
                </a:lnTo>
                <a:lnTo>
                  <a:pt x="304" y="127"/>
                </a:lnTo>
                <a:lnTo>
                  <a:pt x="320" y="119"/>
                </a:lnTo>
                <a:lnTo>
                  <a:pt x="314" y="79"/>
                </a:lnTo>
                <a:lnTo>
                  <a:pt x="313" y="45"/>
                </a:lnTo>
                <a:lnTo>
                  <a:pt x="338" y="35"/>
                </a:lnTo>
                <a:lnTo>
                  <a:pt x="360" y="62"/>
                </a:lnTo>
                <a:lnTo>
                  <a:pt x="382" y="96"/>
                </a:lnTo>
                <a:lnTo>
                  <a:pt x="399" y="91"/>
                </a:lnTo>
                <a:lnTo>
                  <a:pt x="416" y="87"/>
                </a:lnTo>
                <a:lnTo>
                  <a:pt x="420" y="47"/>
                </a:lnTo>
                <a:lnTo>
                  <a:pt x="428" y="13"/>
                </a:lnTo>
                <a:lnTo>
                  <a:pt x="454" y="10"/>
                </a:lnTo>
                <a:lnTo>
                  <a:pt x="469" y="41"/>
                </a:lnTo>
                <a:lnTo>
                  <a:pt x="483" y="79"/>
                </a:lnTo>
                <a:lnTo>
                  <a:pt x="500" y="79"/>
                </a:lnTo>
                <a:lnTo>
                  <a:pt x="517" y="79"/>
                </a:lnTo>
                <a:lnTo>
                  <a:pt x="531" y="41"/>
                </a:lnTo>
                <a:lnTo>
                  <a:pt x="546" y="10"/>
                </a:lnTo>
                <a:lnTo>
                  <a:pt x="572" y="13"/>
                </a:lnTo>
                <a:lnTo>
                  <a:pt x="580" y="47"/>
                </a:lnTo>
                <a:lnTo>
                  <a:pt x="584" y="87"/>
                </a:lnTo>
                <a:lnTo>
                  <a:pt x="601" y="91"/>
                </a:lnTo>
                <a:lnTo>
                  <a:pt x="618" y="96"/>
                </a:lnTo>
                <a:lnTo>
                  <a:pt x="640" y="62"/>
                </a:lnTo>
                <a:lnTo>
                  <a:pt x="662" y="35"/>
                </a:lnTo>
                <a:lnTo>
                  <a:pt x="687" y="45"/>
                </a:lnTo>
                <a:lnTo>
                  <a:pt x="686" y="79"/>
                </a:lnTo>
                <a:lnTo>
                  <a:pt x="680" y="119"/>
                </a:lnTo>
                <a:lnTo>
                  <a:pt x="696" y="127"/>
                </a:lnTo>
                <a:lnTo>
                  <a:pt x="711" y="135"/>
                </a:lnTo>
                <a:lnTo>
                  <a:pt x="741" y="108"/>
                </a:lnTo>
                <a:lnTo>
                  <a:pt x="769" y="88"/>
                </a:lnTo>
                <a:lnTo>
                  <a:pt x="790" y="103"/>
                </a:lnTo>
                <a:lnTo>
                  <a:pt x="781" y="136"/>
                </a:lnTo>
                <a:lnTo>
                  <a:pt x="766" y="174"/>
                </a:lnTo>
                <a:lnTo>
                  <a:pt x="779" y="185"/>
                </a:lnTo>
                <a:lnTo>
                  <a:pt x="792" y="196"/>
                </a:lnTo>
                <a:lnTo>
                  <a:pt x="828" y="177"/>
                </a:lnTo>
                <a:lnTo>
                  <a:pt x="859" y="164"/>
                </a:lnTo>
                <a:lnTo>
                  <a:pt x="877" y="184"/>
                </a:lnTo>
                <a:lnTo>
                  <a:pt x="860" y="214"/>
                </a:lnTo>
                <a:lnTo>
                  <a:pt x="837" y="247"/>
                </a:lnTo>
                <a:lnTo>
                  <a:pt x="847" y="261"/>
                </a:lnTo>
                <a:lnTo>
                  <a:pt x="856" y="275"/>
                </a:lnTo>
                <a:lnTo>
                  <a:pt x="895" y="265"/>
                </a:lnTo>
                <a:lnTo>
                  <a:pt x="929" y="260"/>
                </a:lnTo>
                <a:lnTo>
                  <a:pt x="942" y="283"/>
                </a:lnTo>
                <a:lnTo>
                  <a:pt x="918" y="308"/>
                </a:lnTo>
                <a:lnTo>
                  <a:pt x="887" y="335"/>
                </a:lnTo>
                <a:lnTo>
                  <a:pt x="894" y="351"/>
                </a:lnTo>
                <a:lnTo>
                  <a:pt x="900" y="367"/>
                </a:lnTo>
                <a:lnTo>
                  <a:pt x="940" y="366"/>
                </a:lnTo>
                <a:lnTo>
                  <a:pt x="974" y="370"/>
                </a:lnTo>
                <a:lnTo>
                  <a:pt x="981" y="395"/>
                </a:lnTo>
                <a:lnTo>
                  <a:pt x="952" y="414"/>
                </a:lnTo>
                <a:lnTo>
                  <a:pt x="916" y="432"/>
                </a:lnTo>
                <a:close/>
                <a:moveTo>
                  <a:pt x="685" y="761"/>
                </a:moveTo>
                <a:lnTo>
                  <a:pt x="712" y="740"/>
                </a:lnTo>
                <a:lnTo>
                  <a:pt x="737" y="715"/>
                </a:lnTo>
                <a:lnTo>
                  <a:pt x="759" y="688"/>
                </a:lnTo>
                <a:lnTo>
                  <a:pt x="778" y="659"/>
                </a:lnTo>
                <a:lnTo>
                  <a:pt x="794" y="628"/>
                </a:lnTo>
                <a:lnTo>
                  <a:pt x="806" y="595"/>
                </a:lnTo>
                <a:lnTo>
                  <a:pt x="637" y="543"/>
                </a:lnTo>
                <a:lnTo>
                  <a:pt x="631" y="557"/>
                </a:lnTo>
                <a:lnTo>
                  <a:pt x="624" y="571"/>
                </a:lnTo>
                <a:lnTo>
                  <a:pt x="616" y="584"/>
                </a:lnTo>
                <a:lnTo>
                  <a:pt x="606" y="596"/>
                </a:lnTo>
                <a:lnTo>
                  <a:pt x="595" y="607"/>
                </a:lnTo>
                <a:lnTo>
                  <a:pt x="583" y="617"/>
                </a:lnTo>
                <a:close/>
                <a:moveTo>
                  <a:pt x="284" y="736"/>
                </a:moveTo>
                <a:lnTo>
                  <a:pt x="320" y="764"/>
                </a:lnTo>
                <a:lnTo>
                  <a:pt x="359" y="787"/>
                </a:lnTo>
                <a:lnTo>
                  <a:pt x="401" y="804"/>
                </a:lnTo>
                <a:lnTo>
                  <a:pt x="445" y="815"/>
                </a:lnTo>
                <a:lnTo>
                  <a:pt x="491" y="820"/>
                </a:lnTo>
                <a:lnTo>
                  <a:pt x="536" y="818"/>
                </a:lnTo>
                <a:lnTo>
                  <a:pt x="516" y="642"/>
                </a:lnTo>
                <a:lnTo>
                  <a:pt x="496" y="643"/>
                </a:lnTo>
                <a:lnTo>
                  <a:pt x="476" y="641"/>
                </a:lnTo>
                <a:lnTo>
                  <a:pt x="456" y="636"/>
                </a:lnTo>
                <a:lnTo>
                  <a:pt x="437" y="629"/>
                </a:lnTo>
                <a:lnTo>
                  <a:pt x="419" y="618"/>
                </a:lnTo>
                <a:lnTo>
                  <a:pt x="403" y="606"/>
                </a:lnTo>
                <a:close/>
                <a:moveTo>
                  <a:pt x="209" y="367"/>
                </a:moveTo>
                <a:lnTo>
                  <a:pt x="193" y="410"/>
                </a:lnTo>
                <a:lnTo>
                  <a:pt x="183" y="455"/>
                </a:lnTo>
                <a:lnTo>
                  <a:pt x="180" y="500"/>
                </a:lnTo>
                <a:lnTo>
                  <a:pt x="183" y="545"/>
                </a:lnTo>
                <a:lnTo>
                  <a:pt x="193" y="590"/>
                </a:lnTo>
                <a:lnTo>
                  <a:pt x="209" y="633"/>
                </a:lnTo>
                <a:lnTo>
                  <a:pt x="370" y="559"/>
                </a:lnTo>
                <a:lnTo>
                  <a:pt x="363" y="540"/>
                </a:lnTo>
                <a:lnTo>
                  <a:pt x="358" y="520"/>
                </a:lnTo>
                <a:lnTo>
                  <a:pt x="357" y="500"/>
                </a:lnTo>
                <a:lnTo>
                  <a:pt x="358" y="480"/>
                </a:lnTo>
                <a:lnTo>
                  <a:pt x="363" y="460"/>
                </a:lnTo>
                <a:lnTo>
                  <a:pt x="370" y="441"/>
                </a:lnTo>
                <a:close/>
                <a:moveTo>
                  <a:pt x="536" y="182"/>
                </a:moveTo>
                <a:lnTo>
                  <a:pt x="491" y="180"/>
                </a:lnTo>
                <a:lnTo>
                  <a:pt x="445" y="185"/>
                </a:lnTo>
                <a:lnTo>
                  <a:pt x="401" y="196"/>
                </a:lnTo>
                <a:lnTo>
                  <a:pt x="359" y="213"/>
                </a:lnTo>
                <a:lnTo>
                  <a:pt x="320" y="236"/>
                </a:lnTo>
                <a:lnTo>
                  <a:pt x="284" y="264"/>
                </a:lnTo>
                <a:lnTo>
                  <a:pt x="403" y="394"/>
                </a:lnTo>
                <a:lnTo>
                  <a:pt x="419" y="382"/>
                </a:lnTo>
                <a:lnTo>
                  <a:pt x="437" y="371"/>
                </a:lnTo>
                <a:lnTo>
                  <a:pt x="456" y="364"/>
                </a:lnTo>
                <a:lnTo>
                  <a:pt x="476" y="359"/>
                </a:lnTo>
                <a:lnTo>
                  <a:pt x="496" y="357"/>
                </a:lnTo>
                <a:lnTo>
                  <a:pt x="516" y="358"/>
                </a:lnTo>
                <a:close/>
                <a:moveTo>
                  <a:pt x="814" y="436"/>
                </a:moveTo>
                <a:lnTo>
                  <a:pt x="801" y="392"/>
                </a:lnTo>
                <a:lnTo>
                  <a:pt x="783" y="351"/>
                </a:lnTo>
                <a:lnTo>
                  <a:pt x="759" y="312"/>
                </a:lnTo>
                <a:lnTo>
                  <a:pt x="730" y="277"/>
                </a:lnTo>
                <a:lnTo>
                  <a:pt x="696" y="247"/>
                </a:lnTo>
                <a:lnTo>
                  <a:pt x="658" y="221"/>
                </a:lnTo>
                <a:lnTo>
                  <a:pt x="571" y="375"/>
                </a:lnTo>
                <a:lnTo>
                  <a:pt x="588" y="387"/>
                </a:lnTo>
                <a:lnTo>
                  <a:pt x="603" y="400"/>
                </a:lnTo>
                <a:lnTo>
                  <a:pt x="616" y="416"/>
                </a:lnTo>
                <a:lnTo>
                  <a:pt x="627" y="433"/>
                </a:lnTo>
                <a:lnTo>
                  <a:pt x="635" y="452"/>
                </a:lnTo>
                <a:lnTo>
                  <a:pt x="640" y="471"/>
                </a:lnTo>
                <a:close/>
              </a:path>
            </a:pathLst>
          </a:custGeom>
          <a:gradFill>
            <a:gsLst>
              <a:gs pos="0">
                <a:srgbClr val="FDE047">
                  <a:alpha val="52000"/>
                </a:srgbClr>
              </a:gs>
              <a:gs pos="50000">
                <a:srgbClr val="D97706">
                  <a:alpha val="58000"/>
                </a:srgbClr>
              </a:gs>
              <a:gs pos="100000">
                <a:srgbClr val="78350F">
                  <a:alpha val="65000"/>
                </a:srgbClr>
              </a:gs>
            </a:gsLst>
            <a:lin ang="2700000" scaled="1"/>
          </a:gradFill>
          <a:ln w="0">
            <a:noFill/>
          </a:ln>
        </p:spPr>
        <p:style>
          <a:lnRef idx="0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Clock:Gear2_Escapement"/>
          <p:cNvSpPr/>
          <p:nvPr/>
        </p:nvSpPr>
        <p:spPr>
          <a:xfrm>
            <a:off x="6728995" y="1719253"/>
            <a:ext cx="1098011" cy="1098011"/>
          </a:xfrm>
          <a:custGeom>
            <a:avLst/>
            <a:gdLst/>
            <a:ahLst/>
            <a:cxnLst/>
            <a:rect l="0" t="0" r="r" b="b"/>
            <a:pathLst>
              <a:path w="1000" h="1000">
                <a:moveTo>
                  <a:pt x="491" y="867"/>
                </a:moveTo>
                <a:lnTo>
                  <a:pt x="463" y="866"/>
                </a:lnTo>
                <a:lnTo>
                  <a:pt x="435" y="931"/>
                </a:lnTo>
                <a:lnTo>
                  <a:pt x="402" y="982"/>
                </a:lnTo>
                <a:lnTo>
                  <a:pt x="355" y="970"/>
                </a:lnTo>
                <a:lnTo>
                  <a:pt x="351" y="910"/>
                </a:lnTo>
                <a:lnTo>
                  <a:pt x="358" y="839"/>
                </a:lnTo>
                <a:lnTo>
                  <a:pt x="332" y="827"/>
                </a:lnTo>
                <a:lnTo>
                  <a:pt x="308" y="813"/>
                </a:lnTo>
                <a:lnTo>
                  <a:pt x="254" y="860"/>
                </a:lnTo>
                <a:lnTo>
                  <a:pt x="203" y="892"/>
                </a:lnTo>
                <a:lnTo>
                  <a:pt x="166" y="861"/>
                </a:lnTo>
                <a:lnTo>
                  <a:pt x="188" y="805"/>
                </a:lnTo>
                <a:lnTo>
                  <a:pt x="225" y="744"/>
                </a:lnTo>
                <a:lnTo>
                  <a:pt x="207" y="722"/>
                </a:lnTo>
                <a:lnTo>
                  <a:pt x="191" y="699"/>
                </a:lnTo>
                <a:lnTo>
                  <a:pt x="122" y="718"/>
                </a:lnTo>
                <a:lnTo>
                  <a:pt x="62" y="724"/>
                </a:lnTo>
                <a:lnTo>
                  <a:pt x="42" y="680"/>
                </a:lnTo>
                <a:lnTo>
                  <a:pt x="87" y="639"/>
                </a:lnTo>
                <a:lnTo>
                  <a:pt x="146" y="600"/>
                </a:lnTo>
                <a:lnTo>
                  <a:pt x="140" y="573"/>
                </a:lnTo>
                <a:lnTo>
                  <a:pt x="135" y="545"/>
                </a:lnTo>
                <a:lnTo>
                  <a:pt x="65" y="532"/>
                </a:lnTo>
                <a:lnTo>
                  <a:pt x="8" y="512"/>
                </a:lnTo>
                <a:lnTo>
                  <a:pt x="9" y="463"/>
                </a:lnTo>
                <a:lnTo>
                  <a:pt x="67" y="446"/>
                </a:lnTo>
                <a:lnTo>
                  <a:pt x="138" y="437"/>
                </a:lnTo>
                <a:lnTo>
                  <a:pt x="144" y="409"/>
                </a:lnTo>
                <a:lnTo>
                  <a:pt x="152" y="382"/>
                </a:lnTo>
                <a:lnTo>
                  <a:pt x="94" y="340"/>
                </a:lnTo>
                <a:lnTo>
                  <a:pt x="52" y="297"/>
                </a:lnTo>
                <a:lnTo>
                  <a:pt x="74" y="254"/>
                </a:lnTo>
                <a:lnTo>
                  <a:pt x="134" y="264"/>
                </a:lnTo>
                <a:lnTo>
                  <a:pt x="201" y="286"/>
                </a:lnTo>
                <a:lnTo>
                  <a:pt x="219" y="264"/>
                </a:lnTo>
                <a:lnTo>
                  <a:pt x="237" y="243"/>
                </a:lnTo>
                <a:lnTo>
                  <a:pt x="204" y="180"/>
                </a:lnTo>
                <a:lnTo>
                  <a:pt x="184" y="123"/>
                </a:lnTo>
                <a:lnTo>
                  <a:pt x="223" y="94"/>
                </a:lnTo>
                <a:lnTo>
                  <a:pt x="272" y="128"/>
                </a:lnTo>
                <a:lnTo>
                  <a:pt x="324" y="178"/>
                </a:lnTo>
                <a:lnTo>
                  <a:pt x="349" y="165"/>
                </a:lnTo>
                <a:lnTo>
                  <a:pt x="375" y="155"/>
                </a:lnTo>
                <a:lnTo>
                  <a:pt x="372" y="83"/>
                </a:lnTo>
                <a:lnTo>
                  <a:pt x="379" y="23"/>
                </a:lnTo>
                <a:lnTo>
                  <a:pt x="426" y="14"/>
                </a:lnTo>
                <a:lnTo>
                  <a:pt x="456" y="66"/>
                </a:lnTo>
                <a:lnTo>
                  <a:pt x="481" y="133"/>
                </a:lnTo>
                <a:lnTo>
                  <a:pt x="509" y="133"/>
                </a:lnTo>
                <a:lnTo>
                  <a:pt x="537" y="134"/>
                </a:lnTo>
                <a:lnTo>
                  <a:pt x="565" y="69"/>
                </a:lnTo>
                <a:lnTo>
                  <a:pt x="598" y="18"/>
                </a:lnTo>
                <a:lnTo>
                  <a:pt x="645" y="30"/>
                </a:lnTo>
                <a:lnTo>
                  <a:pt x="649" y="90"/>
                </a:lnTo>
                <a:lnTo>
                  <a:pt x="642" y="161"/>
                </a:lnTo>
                <a:lnTo>
                  <a:pt x="668" y="173"/>
                </a:lnTo>
                <a:lnTo>
                  <a:pt x="692" y="187"/>
                </a:lnTo>
                <a:lnTo>
                  <a:pt x="746" y="140"/>
                </a:lnTo>
                <a:lnTo>
                  <a:pt x="797" y="108"/>
                </a:lnTo>
                <a:lnTo>
                  <a:pt x="834" y="139"/>
                </a:lnTo>
                <a:lnTo>
                  <a:pt x="812" y="195"/>
                </a:lnTo>
                <a:lnTo>
                  <a:pt x="775" y="256"/>
                </a:lnTo>
                <a:lnTo>
                  <a:pt x="793" y="278"/>
                </a:lnTo>
                <a:lnTo>
                  <a:pt x="809" y="301"/>
                </a:lnTo>
                <a:lnTo>
                  <a:pt x="878" y="282"/>
                </a:lnTo>
                <a:lnTo>
                  <a:pt x="938" y="276"/>
                </a:lnTo>
                <a:lnTo>
                  <a:pt x="958" y="320"/>
                </a:lnTo>
                <a:lnTo>
                  <a:pt x="913" y="361"/>
                </a:lnTo>
                <a:lnTo>
                  <a:pt x="854" y="400"/>
                </a:lnTo>
                <a:lnTo>
                  <a:pt x="860" y="427"/>
                </a:lnTo>
                <a:lnTo>
                  <a:pt x="865" y="455"/>
                </a:lnTo>
                <a:lnTo>
                  <a:pt x="935" y="468"/>
                </a:lnTo>
                <a:lnTo>
                  <a:pt x="992" y="488"/>
                </a:lnTo>
                <a:lnTo>
                  <a:pt x="991" y="537"/>
                </a:lnTo>
                <a:lnTo>
                  <a:pt x="933" y="554"/>
                </a:lnTo>
                <a:lnTo>
                  <a:pt x="862" y="563"/>
                </a:lnTo>
                <a:lnTo>
                  <a:pt x="856" y="591"/>
                </a:lnTo>
                <a:lnTo>
                  <a:pt x="848" y="618"/>
                </a:lnTo>
                <a:lnTo>
                  <a:pt x="906" y="660"/>
                </a:lnTo>
                <a:lnTo>
                  <a:pt x="948" y="703"/>
                </a:lnTo>
                <a:lnTo>
                  <a:pt x="926" y="746"/>
                </a:lnTo>
                <a:lnTo>
                  <a:pt x="866" y="736"/>
                </a:lnTo>
                <a:lnTo>
                  <a:pt x="799" y="714"/>
                </a:lnTo>
                <a:lnTo>
                  <a:pt x="781" y="736"/>
                </a:lnTo>
                <a:lnTo>
                  <a:pt x="763" y="757"/>
                </a:lnTo>
                <a:lnTo>
                  <a:pt x="796" y="820"/>
                </a:lnTo>
                <a:lnTo>
                  <a:pt x="816" y="877"/>
                </a:lnTo>
                <a:lnTo>
                  <a:pt x="777" y="906"/>
                </a:lnTo>
                <a:lnTo>
                  <a:pt x="728" y="872"/>
                </a:lnTo>
                <a:lnTo>
                  <a:pt x="676" y="822"/>
                </a:lnTo>
                <a:lnTo>
                  <a:pt x="651" y="835"/>
                </a:lnTo>
                <a:lnTo>
                  <a:pt x="625" y="845"/>
                </a:lnTo>
                <a:lnTo>
                  <a:pt x="628" y="917"/>
                </a:lnTo>
                <a:lnTo>
                  <a:pt x="621" y="977"/>
                </a:lnTo>
                <a:lnTo>
                  <a:pt x="574" y="986"/>
                </a:lnTo>
                <a:lnTo>
                  <a:pt x="544" y="934"/>
                </a:lnTo>
                <a:lnTo>
                  <a:pt x="519" y="867"/>
                </a:lnTo>
                <a:close/>
                <a:moveTo>
                  <a:pt x="223" y="536"/>
                </a:moveTo>
                <a:lnTo>
                  <a:pt x="230" y="573"/>
                </a:lnTo>
                <a:lnTo>
                  <a:pt x="243" y="609"/>
                </a:lnTo>
                <a:lnTo>
                  <a:pt x="260" y="643"/>
                </a:lnTo>
                <a:lnTo>
                  <a:pt x="281" y="674"/>
                </a:lnTo>
                <a:lnTo>
                  <a:pt x="307" y="702"/>
                </a:lnTo>
                <a:lnTo>
                  <a:pt x="336" y="726"/>
                </a:lnTo>
                <a:lnTo>
                  <a:pt x="427" y="601"/>
                </a:lnTo>
                <a:lnTo>
                  <a:pt x="414" y="590"/>
                </a:lnTo>
                <a:lnTo>
                  <a:pt x="402" y="578"/>
                </a:lnTo>
                <a:lnTo>
                  <a:pt x="393" y="564"/>
                </a:lnTo>
                <a:lnTo>
                  <a:pt x="385" y="549"/>
                </a:lnTo>
                <a:lnTo>
                  <a:pt x="379" y="533"/>
                </a:lnTo>
                <a:lnTo>
                  <a:pt x="376" y="516"/>
                </a:lnTo>
                <a:close/>
                <a:moveTo>
                  <a:pt x="499" y="221"/>
                </a:moveTo>
                <a:lnTo>
                  <a:pt x="450" y="225"/>
                </a:lnTo>
                <a:lnTo>
                  <a:pt x="402" y="238"/>
                </a:lnTo>
                <a:lnTo>
                  <a:pt x="357" y="260"/>
                </a:lnTo>
                <a:lnTo>
                  <a:pt x="317" y="289"/>
                </a:lnTo>
                <a:lnTo>
                  <a:pt x="283" y="325"/>
                </a:lnTo>
                <a:lnTo>
                  <a:pt x="255" y="366"/>
                </a:lnTo>
                <a:lnTo>
                  <a:pt x="390" y="440"/>
                </a:lnTo>
                <a:lnTo>
                  <a:pt x="403" y="422"/>
                </a:lnTo>
                <a:lnTo>
                  <a:pt x="418" y="406"/>
                </a:lnTo>
                <a:lnTo>
                  <a:pt x="436" y="393"/>
                </a:lnTo>
                <a:lnTo>
                  <a:pt x="456" y="383"/>
                </a:lnTo>
                <a:lnTo>
                  <a:pt x="478" y="377"/>
                </a:lnTo>
                <a:lnTo>
                  <a:pt x="500" y="375"/>
                </a:lnTo>
                <a:close/>
                <a:moveTo>
                  <a:pt x="779" y="499"/>
                </a:moveTo>
                <a:lnTo>
                  <a:pt x="775" y="450"/>
                </a:lnTo>
                <a:lnTo>
                  <a:pt x="762" y="402"/>
                </a:lnTo>
                <a:lnTo>
                  <a:pt x="740" y="357"/>
                </a:lnTo>
                <a:lnTo>
                  <a:pt x="711" y="317"/>
                </a:lnTo>
                <a:lnTo>
                  <a:pt x="675" y="283"/>
                </a:lnTo>
                <a:lnTo>
                  <a:pt x="634" y="255"/>
                </a:lnTo>
                <a:lnTo>
                  <a:pt x="560" y="390"/>
                </a:lnTo>
                <a:lnTo>
                  <a:pt x="578" y="403"/>
                </a:lnTo>
                <a:lnTo>
                  <a:pt x="594" y="418"/>
                </a:lnTo>
                <a:lnTo>
                  <a:pt x="607" y="436"/>
                </a:lnTo>
                <a:lnTo>
                  <a:pt x="617" y="456"/>
                </a:lnTo>
                <a:lnTo>
                  <a:pt x="623" y="478"/>
                </a:lnTo>
                <a:lnTo>
                  <a:pt x="625" y="500"/>
                </a:lnTo>
                <a:close/>
                <a:moveTo>
                  <a:pt x="501" y="779"/>
                </a:moveTo>
                <a:lnTo>
                  <a:pt x="550" y="775"/>
                </a:lnTo>
                <a:lnTo>
                  <a:pt x="598" y="762"/>
                </a:lnTo>
                <a:lnTo>
                  <a:pt x="643" y="740"/>
                </a:lnTo>
                <a:lnTo>
                  <a:pt x="683" y="711"/>
                </a:lnTo>
                <a:lnTo>
                  <a:pt x="717" y="675"/>
                </a:lnTo>
                <a:lnTo>
                  <a:pt x="745" y="634"/>
                </a:lnTo>
                <a:lnTo>
                  <a:pt x="610" y="560"/>
                </a:lnTo>
                <a:lnTo>
                  <a:pt x="597" y="578"/>
                </a:lnTo>
                <a:lnTo>
                  <a:pt x="582" y="594"/>
                </a:lnTo>
                <a:lnTo>
                  <a:pt x="564" y="607"/>
                </a:lnTo>
                <a:lnTo>
                  <a:pt x="544" y="617"/>
                </a:lnTo>
                <a:lnTo>
                  <a:pt x="522" y="623"/>
                </a:lnTo>
                <a:lnTo>
                  <a:pt x="500" y="625"/>
                </a:lnTo>
                <a:close/>
              </a:path>
            </a:pathLst>
          </a:custGeom>
          <a:gradFill>
            <a:gsLst>
              <a:gs pos="0">
                <a:srgbClr val="38BDF8">
                  <a:alpha val="62000"/>
                </a:srgbClr>
              </a:gs>
              <a:gs pos="100000">
                <a:srgbClr val="0369A1">
                  <a:alpha val="72000"/>
                </a:srgbClr>
              </a:gs>
            </a:gsLst>
            <a:lin ang="2700000" scaled="1"/>
          </a:gradFill>
          <a:ln w="0">
            <a:noFill/>
          </a:ln>
        </p:spPr>
        <p:style>
          <a:lnRef idx="0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Clock:Gear3_Drive"/>
          <p:cNvSpPr/>
          <p:nvPr/>
        </p:nvSpPr>
        <p:spPr>
          <a:xfrm>
            <a:off x="3982864" y="1719445"/>
            <a:ext cx="1237000" cy="1237000"/>
          </a:xfrm>
          <a:custGeom>
            <a:avLst/>
            <a:gdLst/>
            <a:ahLst/>
            <a:cxnLst/>
            <a:rect l="0" t="0" r="r" b="b"/>
            <a:pathLst>
              <a:path w="1000" h="1000">
                <a:moveTo>
                  <a:pt x="780" y="241"/>
                </a:moveTo>
                <a:lnTo>
                  <a:pt x="797" y="260"/>
                </a:lnTo>
                <a:lnTo>
                  <a:pt x="856" y="237"/>
                </a:lnTo>
                <a:lnTo>
                  <a:pt x="908" y="225"/>
                </a:lnTo>
                <a:lnTo>
                  <a:pt x="930" y="261"/>
                </a:lnTo>
                <a:lnTo>
                  <a:pt x="896" y="302"/>
                </a:lnTo>
                <a:lnTo>
                  <a:pt x="848" y="344"/>
                </a:lnTo>
                <a:lnTo>
                  <a:pt x="858" y="368"/>
                </a:lnTo>
                <a:lnTo>
                  <a:pt x="866" y="392"/>
                </a:lnTo>
                <a:lnTo>
                  <a:pt x="929" y="393"/>
                </a:lnTo>
                <a:lnTo>
                  <a:pt x="982" y="402"/>
                </a:lnTo>
                <a:lnTo>
                  <a:pt x="989" y="444"/>
                </a:lnTo>
                <a:lnTo>
                  <a:pt x="941" y="469"/>
                </a:lnTo>
                <a:lnTo>
                  <a:pt x="881" y="490"/>
                </a:lnTo>
                <a:lnTo>
                  <a:pt x="881" y="515"/>
                </a:lnTo>
                <a:lnTo>
                  <a:pt x="879" y="540"/>
                </a:lnTo>
                <a:lnTo>
                  <a:pt x="937" y="566"/>
                </a:lnTo>
                <a:lnTo>
                  <a:pt x="983" y="594"/>
                </a:lnTo>
                <a:lnTo>
                  <a:pt x="973" y="635"/>
                </a:lnTo>
                <a:lnTo>
                  <a:pt x="920" y="640"/>
                </a:lnTo>
                <a:lnTo>
                  <a:pt x="856" y="636"/>
                </a:lnTo>
                <a:lnTo>
                  <a:pt x="846" y="660"/>
                </a:lnTo>
                <a:lnTo>
                  <a:pt x="835" y="682"/>
                </a:lnTo>
                <a:lnTo>
                  <a:pt x="879" y="728"/>
                </a:lnTo>
                <a:lnTo>
                  <a:pt x="910" y="772"/>
                </a:lnTo>
                <a:lnTo>
                  <a:pt x="885" y="806"/>
                </a:lnTo>
                <a:lnTo>
                  <a:pt x="834" y="790"/>
                </a:lnTo>
                <a:lnTo>
                  <a:pt x="777" y="762"/>
                </a:lnTo>
                <a:lnTo>
                  <a:pt x="759" y="780"/>
                </a:lnTo>
                <a:lnTo>
                  <a:pt x="740" y="797"/>
                </a:lnTo>
                <a:lnTo>
                  <a:pt x="763" y="856"/>
                </a:lnTo>
                <a:lnTo>
                  <a:pt x="775" y="908"/>
                </a:lnTo>
                <a:lnTo>
                  <a:pt x="739" y="930"/>
                </a:lnTo>
                <a:lnTo>
                  <a:pt x="698" y="896"/>
                </a:lnTo>
                <a:lnTo>
                  <a:pt x="656" y="848"/>
                </a:lnTo>
                <a:lnTo>
                  <a:pt x="632" y="858"/>
                </a:lnTo>
                <a:lnTo>
                  <a:pt x="608" y="866"/>
                </a:lnTo>
                <a:lnTo>
                  <a:pt x="607" y="929"/>
                </a:lnTo>
                <a:lnTo>
                  <a:pt x="598" y="982"/>
                </a:lnTo>
                <a:lnTo>
                  <a:pt x="556" y="989"/>
                </a:lnTo>
                <a:lnTo>
                  <a:pt x="531" y="941"/>
                </a:lnTo>
                <a:lnTo>
                  <a:pt x="510" y="881"/>
                </a:lnTo>
                <a:lnTo>
                  <a:pt x="485" y="881"/>
                </a:lnTo>
                <a:lnTo>
                  <a:pt x="460" y="879"/>
                </a:lnTo>
                <a:lnTo>
                  <a:pt x="434" y="937"/>
                </a:lnTo>
                <a:lnTo>
                  <a:pt x="406" y="983"/>
                </a:lnTo>
                <a:lnTo>
                  <a:pt x="365" y="973"/>
                </a:lnTo>
                <a:lnTo>
                  <a:pt x="360" y="920"/>
                </a:lnTo>
                <a:lnTo>
                  <a:pt x="364" y="856"/>
                </a:lnTo>
                <a:lnTo>
                  <a:pt x="340" y="846"/>
                </a:lnTo>
                <a:lnTo>
                  <a:pt x="318" y="835"/>
                </a:lnTo>
                <a:lnTo>
                  <a:pt x="272" y="879"/>
                </a:lnTo>
                <a:lnTo>
                  <a:pt x="228" y="910"/>
                </a:lnTo>
                <a:lnTo>
                  <a:pt x="194" y="885"/>
                </a:lnTo>
                <a:lnTo>
                  <a:pt x="210" y="834"/>
                </a:lnTo>
                <a:lnTo>
                  <a:pt x="238" y="777"/>
                </a:lnTo>
                <a:lnTo>
                  <a:pt x="220" y="759"/>
                </a:lnTo>
                <a:lnTo>
                  <a:pt x="203" y="740"/>
                </a:lnTo>
                <a:lnTo>
                  <a:pt x="144" y="763"/>
                </a:lnTo>
                <a:lnTo>
                  <a:pt x="92" y="775"/>
                </a:lnTo>
                <a:lnTo>
                  <a:pt x="70" y="739"/>
                </a:lnTo>
                <a:lnTo>
                  <a:pt x="104" y="698"/>
                </a:lnTo>
                <a:lnTo>
                  <a:pt x="152" y="656"/>
                </a:lnTo>
                <a:lnTo>
                  <a:pt x="142" y="632"/>
                </a:lnTo>
                <a:lnTo>
                  <a:pt x="134" y="608"/>
                </a:lnTo>
                <a:lnTo>
                  <a:pt x="71" y="607"/>
                </a:lnTo>
                <a:lnTo>
                  <a:pt x="18" y="598"/>
                </a:lnTo>
                <a:lnTo>
                  <a:pt x="11" y="556"/>
                </a:lnTo>
                <a:lnTo>
                  <a:pt x="59" y="531"/>
                </a:lnTo>
                <a:lnTo>
                  <a:pt x="119" y="510"/>
                </a:lnTo>
                <a:lnTo>
                  <a:pt x="119" y="485"/>
                </a:lnTo>
                <a:lnTo>
                  <a:pt x="121" y="460"/>
                </a:lnTo>
                <a:lnTo>
                  <a:pt x="63" y="434"/>
                </a:lnTo>
                <a:lnTo>
                  <a:pt x="17" y="406"/>
                </a:lnTo>
                <a:lnTo>
                  <a:pt x="27" y="365"/>
                </a:lnTo>
                <a:lnTo>
                  <a:pt x="80" y="360"/>
                </a:lnTo>
                <a:lnTo>
                  <a:pt x="144" y="364"/>
                </a:lnTo>
                <a:lnTo>
                  <a:pt x="154" y="340"/>
                </a:lnTo>
                <a:lnTo>
                  <a:pt x="165" y="318"/>
                </a:lnTo>
                <a:lnTo>
                  <a:pt x="121" y="272"/>
                </a:lnTo>
                <a:lnTo>
                  <a:pt x="90" y="228"/>
                </a:lnTo>
                <a:lnTo>
                  <a:pt x="115" y="194"/>
                </a:lnTo>
                <a:lnTo>
                  <a:pt x="166" y="210"/>
                </a:lnTo>
                <a:lnTo>
                  <a:pt x="223" y="238"/>
                </a:lnTo>
                <a:lnTo>
                  <a:pt x="241" y="220"/>
                </a:lnTo>
                <a:lnTo>
                  <a:pt x="260" y="203"/>
                </a:lnTo>
                <a:lnTo>
                  <a:pt x="237" y="144"/>
                </a:lnTo>
                <a:lnTo>
                  <a:pt x="225" y="92"/>
                </a:lnTo>
                <a:lnTo>
                  <a:pt x="261" y="70"/>
                </a:lnTo>
                <a:lnTo>
                  <a:pt x="302" y="104"/>
                </a:lnTo>
                <a:lnTo>
                  <a:pt x="344" y="152"/>
                </a:lnTo>
                <a:lnTo>
                  <a:pt x="368" y="142"/>
                </a:lnTo>
                <a:lnTo>
                  <a:pt x="392" y="134"/>
                </a:lnTo>
                <a:lnTo>
                  <a:pt x="393" y="71"/>
                </a:lnTo>
                <a:lnTo>
                  <a:pt x="402" y="18"/>
                </a:lnTo>
                <a:lnTo>
                  <a:pt x="444" y="11"/>
                </a:lnTo>
                <a:lnTo>
                  <a:pt x="469" y="59"/>
                </a:lnTo>
                <a:lnTo>
                  <a:pt x="490" y="119"/>
                </a:lnTo>
                <a:lnTo>
                  <a:pt x="515" y="119"/>
                </a:lnTo>
                <a:lnTo>
                  <a:pt x="540" y="121"/>
                </a:lnTo>
                <a:lnTo>
                  <a:pt x="566" y="63"/>
                </a:lnTo>
                <a:lnTo>
                  <a:pt x="594" y="17"/>
                </a:lnTo>
                <a:lnTo>
                  <a:pt x="635" y="27"/>
                </a:lnTo>
                <a:lnTo>
                  <a:pt x="640" y="80"/>
                </a:lnTo>
                <a:lnTo>
                  <a:pt x="636" y="144"/>
                </a:lnTo>
                <a:lnTo>
                  <a:pt x="660" y="154"/>
                </a:lnTo>
                <a:lnTo>
                  <a:pt x="682" y="165"/>
                </a:lnTo>
                <a:lnTo>
                  <a:pt x="728" y="121"/>
                </a:lnTo>
                <a:lnTo>
                  <a:pt x="772" y="90"/>
                </a:lnTo>
                <a:lnTo>
                  <a:pt x="806" y="115"/>
                </a:lnTo>
                <a:lnTo>
                  <a:pt x="790" y="166"/>
                </a:lnTo>
                <a:lnTo>
                  <a:pt x="762" y="223"/>
                </a:lnTo>
                <a:close/>
                <a:moveTo>
                  <a:pt x="732" y="674"/>
                </a:moveTo>
                <a:lnTo>
                  <a:pt x="753" y="641"/>
                </a:lnTo>
                <a:lnTo>
                  <a:pt x="770" y="605"/>
                </a:lnTo>
                <a:lnTo>
                  <a:pt x="782" y="568"/>
                </a:lnTo>
                <a:lnTo>
                  <a:pt x="788" y="529"/>
                </a:lnTo>
                <a:lnTo>
                  <a:pt x="790" y="489"/>
                </a:lnTo>
                <a:lnTo>
                  <a:pt x="786" y="450"/>
                </a:lnTo>
                <a:lnTo>
                  <a:pt x="628" y="478"/>
                </a:lnTo>
                <a:lnTo>
                  <a:pt x="630" y="495"/>
                </a:lnTo>
                <a:lnTo>
                  <a:pt x="629" y="513"/>
                </a:lnTo>
                <a:lnTo>
                  <a:pt x="626" y="530"/>
                </a:lnTo>
                <a:lnTo>
                  <a:pt x="621" y="547"/>
                </a:lnTo>
                <a:lnTo>
                  <a:pt x="613" y="563"/>
                </a:lnTo>
                <a:lnTo>
                  <a:pt x="604" y="578"/>
                </a:lnTo>
                <a:close/>
                <a:moveTo>
                  <a:pt x="298" y="708"/>
                </a:moveTo>
                <a:lnTo>
                  <a:pt x="338" y="741"/>
                </a:lnTo>
                <a:lnTo>
                  <a:pt x="383" y="765"/>
                </a:lnTo>
                <a:lnTo>
                  <a:pt x="432" y="782"/>
                </a:lnTo>
                <a:lnTo>
                  <a:pt x="483" y="789"/>
                </a:lnTo>
                <a:lnTo>
                  <a:pt x="535" y="788"/>
                </a:lnTo>
                <a:lnTo>
                  <a:pt x="585" y="777"/>
                </a:lnTo>
                <a:lnTo>
                  <a:pt x="538" y="624"/>
                </a:lnTo>
                <a:lnTo>
                  <a:pt x="516" y="629"/>
                </a:lnTo>
                <a:lnTo>
                  <a:pt x="493" y="629"/>
                </a:lnTo>
                <a:lnTo>
                  <a:pt x="470" y="626"/>
                </a:lnTo>
                <a:lnTo>
                  <a:pt x="448" y="619"/>
                </a:lnTo>
                <a:lnTo>
                  <a:pt x="428" y="608"/>
                </a:lnTo>
                <a:lnTo>
                  <a:pt x="410" y="593"/>
                </a:lnTo>
                <a:close/>
                <a:moveTo>
                  <a:pt x="292" y="298"/>
                </a:moveTo>
                <a:lnTo>
                  <a:pt x="259" y="338"/>
                </a:lnTo>
                <a:lnTo>
                  <a:pt x="235" y="383"/>
                </a:lnTo>
                <a:lnTo>
                  <a:pt x="218" y="432"/>
                </a:lnTo>
                <a:lnTo>
                  <a:pt x="211" y="483"/>
                </a:lnTo>
                <a:lnTo>
                  <a:pt x="212" y="535"/>
                </a:lnTo>
                <a:lnTo>
                  <a:pt x="223" y="585"/>
                </a:lnTo>
                <a:lnTo>
                  <a:pt x="376" y="538"/>
                </a:lnTo>
                <a:lnTo>
                  <a:pt x="371" y="516"/>
                </a:lnTo>
                <a:lnTo>
                  <a:pt x="371" y="493"/>
                </a:lnTo>
                <a:lnTo>
                  <a:pt x="374" y="470"/>
                </a:lnTo>
                <a:lnTo>
                  <a:pt x="381" y="448"/>
                </a:lnTo>
                <a:lnTo>
                  <a:pt x="392" y="428"/>
                </a:lnTo>
                <a:lnTo>
                  <a:pt x="407" y="410"/>
                </a:lnTo>
                <a:close/>
                <a:moveTo>
                  <a:pt x="702" y="292"/>
                </a:moveTo>
                <a:lnTo>
                  <a:pt x="662" y="259"/>
                </a:lnTo>
                <a:lnTo>
                  <a:pt x="617" y="235"/>
                </a:lnTo>
                <a:lnTo>
                  <a:pt x="568" y="218"/>
                </a:lnTo>
                <a:lnTo>
                  <a:pt x="517" y="211"/>
                </a:lnTo>
                <a:lnTo>
                  <a:pt x="465" y="212"/>
                </a:lnTo>
                <a:lnTo>
                  <a:pt x="415" y="223"/>
                </a:lnTo>
                <a:lnTo>
                  <a:pt x="462" y="376"/>
                </a:lnTo>
                <a:lnTo>
                  <a:pt x="484" y="371"/>
                </a:lnTo>
                <a:lnTo>
                  <a:pt x="507" y="371"/>
                </a:lnTo>
                <a:lnTo>
                  <a:pt x="530" y="374"/>
                </a:lnTo>
                <a:lnTo>
                  <a:pt x="552" y="381"/>
                </a:lnTo>
                <a:lnTo>
                  <a:pt x="572" y="392"/>
                </a:lnTo>
                <a:lnTo>
                  <a:pt x="590" y="407"/>
                </a:lnTo>
                <a:close/>
              </a:path>
            </a:pathLst>
          </a:custGeom>
          <a:gradFill>
            <a:gsLst>
              <a:gs pos="0">
                <a:srgbClr val="F43F5E">
                  <a:alpha val="62000"/>
                </a:srgbClr>
              </a:gs>
              <a:gs pos="100000">
                <a:srgbClr val="881337">
                  <a:alpha val="72000"/>
                </a:srgbClr>
              </a:gs>
            </a:gsLst>
            <a:lin ang="2700000" scaled="1"/>
          </a:gradFill>
          <a:ln w="0">
            <a:noFill/>
          </a:ln>
        </p:spPr>
        <p:style>
          <a:lnRef idx="0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Clock:Gear4_Crown"/>
          <p:cNvSpPr/>
          <p:nvPr/>
        </p:nvSpPr>
        <p:spPr>
          <a:xfrm>
            <a:off x="7510400" y="2344952"/>
            <a:ext cx="959022" cy="959022"/>
          </a:xfrm>
          <a:custGeom>
            <a:avLst/>
            <a:gdLst/>
            <a:ahLst/>
            <a:cxnLst/>
            <a:rect l="0" t="0" r="r" b="b"/>
            <a:pathLst>
              <a:path w="1000" h="1000">
                <a:moveTo>
                  <a:pt x="377" y="827"/>
                </a:moveTo>
                <a:lnTo>
                  <a:pt x="348" y="815"/>
                </a:lnTo>
                <a:lnTo>
                  <a:pt x="292" y="874"/>
                </a:lnTo>
                <a:lnTo>
                  <a:pt x="237" y="916"/>
                </a:lnTo>
                <a:lnTo>
                  <a:pt x="191" y="883"/>
                </a:lnTo>
                <a:lnTo>
                  <a:pt x="212" y="817"/>
                </a:lnTo>
                <a:lnTo>
                  <a:pt x="251" y="745"/>
                </a:lnTo>
                <a:lnTo>
                  <a:pt x="230" y="721"/>
                </a:lnTo>
                <a:lnTo>
                  <a:pt x="211" y="697"/>
                </a:lnTo>
                <a:lnTo>
                  <a:pt x="133" y="720"/>
                </a:lnTo>
                <a:lnTo>
                  <a:pt x="64" y="728"/>
                </a:lnTo>
                <a:lnTo>
                  <a:pt x="41" y="677"/>
                </a:lnTo>
                <a:lnTo>
                  <a:pt x="93" y="630"/>
                </a:lnTo>
                <a:lnTo>
                  <a:pt x="162" y="587"/>
                </a:lnTo>
                <a:lnTo>
                  <a:pt x="155" y="557"/>
                </a:lnTo>
                <a:lnTo>
                  <a:pt x="152" y="526"/>
                </a:lnTo>
                <a:lnTo>
                  <a:pt x="72" y="507"/>
                </a:lnTo>
                <a:lnTo>
                  <a:pt x="8" y="480"/>
                </a:lnTo>
                <a:lnTo>
                  <a:pt x="14" y="423"/>
                </a:lnTo>
                <a:lnTo>
                  <a:pt x="82" y="409"/>
                </a:lnTo>
                <a:lnTo>
                  <a:pt x="163" y="406"/>
                </a:lnTo>
                <a:lnTo>
                  <a:pt x="173" y="377"/>
                </a:lnTo>
                <a:lnTo>
                  <a:pt x="185" y="348"/>
                </a:lnTo>
                <a:lnTo>
                  <a:pt x="126" y="292"/>
                </a:lnTo>
                <a:lnTo>
                  <a:pt x="84" y="237"/>
                </a:lnTo>
                <a:lnTo>
                  <a:pt x="117" y="191"/>
                </a:lnTo>
                <a:lnTo>
                  <a:pt x="183" y="212"/>
                </a:lnTo>
                <a:lnTo>
                  <a:pt x="255" y="251"/>
                </a:lnTo>
                <a:lnTo>
                  <a:pt x="279" y="230"/>
                </a:lnTo>
                <a:lnTo>
                  <a:pt x="303" y="211"/>
                </a:lnTo>
                <a:lnTo>
                  <a:pt x="280" y="133"/>
                </a:lnTo>
                <a:lnTo>
                  <a:pt x="272" y="64"/>
                </a:lnTo>
                <a:lnTo>
                  <a:pt x="323" y="41"/>
                </a:lnTo>
                <a:lnTo>
                  <a:pt x="370" y="93"/>
                </a:lnTo>
                <a:lnTo>
                  <a:pt x="413" y="162"/>
                </a:lnTo>
                <a:lnTo>
                  <a:pt x="443" y="155"/>
                </a:lnTo>
                <a:lnTo>
                  <a:pt x="474" y="152"/>
                </a:lnTo>
                <a:lnTo>
                  <a:pt x="493" y="72"/>
                </a:lnTo>
                <a:lnTo>
                  <a:pt x="520" y="8"/>
                </a:lnTo>
                <a:lnTo>
                  <a:pt x="577" y="14"/>
                </a:lnTo>
                <a:lnTo>
                  <a:pt x="591" y="82"/>
                </a:lnTo>
                <a:lnTo>
                  <a:pt x="594" y="163"/>
                </a:lnTo>
                <a:lnTo>
                  <a:pt x="623" y="173"/>
                </a:lnTo>
                <a:lnTo>
                  <a:pt x="652" y="185"/>
                </a:lnTo>
                <a:lnTo>
                  <a:pt x="708" y="126"/>
                </a:lnTo>
                <a:lnTo>
                  <a:pt x="763" y="84"/>
                </a:lnTo>
                <a:lnTo>
                  <a:pt x="809" y="117"/>
                </a:lnTo>
                <a:lnTo>
                  <a:pt x="788" y="183"/>
                </a:lnTo>
                <a:lnTo>
                  <a:pt x="749" y="255"/>
                </a:lnTo>
                <a:lnTo>
                  <a:pt x="770" y="279"/>
                </a:lnTo>
                <a:lnTo>
                  <a:pt x="789" y="303"/>
                </a:lnTo>
                <a:lnTo>
                  <a:pt x="867" y="280"/>
                </a:lnTo>
                <a:lnTo>
                  <a:pt x="936" y="272"/>
                </a:lnTo>
                <a:lnTo>
                  <a:pt x="959" y="323"/>
                </a:lnTo>
                <a:lnTo>
                  <a:pt x="907" y="370"/>
                </a:lnTo>
                <a:lnTo>
                  <a:pt x="838" y="413"/>
                </a:lnTo>
                <a:lnTo>
                  <a:pt x="845" y="443"/>
                </a:lnTo>
                <a:lnTo>
                  <a:pt x="848" y="474"/>
                </a:lnTo>
                <a:lnTo>
                  <a:pt x="928" y="493"/>
                </a:lnTo>
                <a:lnTo>
                  <a:pt x="992" y="520"/>
                </a:lnTo>
                <a:lnTo>
                  <a:pt x="986" y="577"/>
                </a:lnTo>
                <a:lnTo>
                  <a:pt x="918" y="591"/>
                </a:lnTo>
                <a:lnTo>
                  <a:pt x="837" y="594"/>
                </a:lnTo>
                <a:lnTo>
                  <a:pt x="827" y="623"/>
                </a:lnTo>
                <a:lnTo>
                  <a:pt x="815" y="652"/>
                </a:lnTo>
                <a:lnTo>
                  <a:pt x="874" y="708"/>
                </a:lnTo>
                <a:lnTo>
                  <a:pt x="916" y="763"/>
                </a:lnTo>
                <a:lnTo>
                  <a:pt x="883" y="809"/>
                </a:lnTo>
                <a:lnTo>
                  <a:pt x="817" y="788"/>
                </a:lnTo>
                <a:lnTo>
                  <a:pt x="745" y="749"/>
                </a:lnTo>
                <a:lnTo>
                  <a:pt x="721" y="770"/>
                </a:lnTo>
                <a:lnTo>
                  <a:pt x="697" y="789"/>
                </a:lnTo>
                <a:lnTo>
                  <a:pt x="720" y="867"/>
                </a:lnTo>
                <a:lnTo>
                  <a:pt x="728" y="936"/>
                </a:lnTo>
                <a:lnTo>
                  <a:pt x="677" y="959"/>
                </a:lnTo>
                <a:lnTo>
                  <a:pt x="630" y="907"/>
                </a:lnTo>
                <a:lnTo>
                  <a:pt x="587" y="838"/>
                </a:lnTo>
                <a:lnTo>
                  <a:pt x="557" y="845"/>
                </a:lnTo>
                <a:lnTo>
                  <a:pt x="526" y="848"/>
                </a:lnTo>
                <a:lnTo>
                  <a:pt x="507" y="928"/>
                </a:lnTo>
                <a:lnTo>
                  <a:pt x="480" y="992"/>
                </a:lnTo>
                <a:lnTo>
                  <a:pt x="423" y="986"/>
                </a:lnTo>
                <a:lnTo>
                  <a:pt x="409" y="918"/>
                </a:lnTo>
                <a:lnTo>
                  <a:pt x="406" y="837"/>
                </a:lnTo>
                <a:close/>
                <a:moveTo>
                  <a:pt x="242" y="435"/>
                </a:moveTo>
                <a:lnTo>
                  <a:pt x="236" y="471"/>
                </a:lnTo>
                <a:lnTo>
                  <a:pt x="235" y="507"/>
                </a:lnTo>
                <a:lnTo>
                  <a:pt x="238" y="543"/>
                </a:lnTo>
                <a:lnTo>
                  <a:pt x="246" y="578"/>
                </a:lnTo>
                <a:lnTo>
                  <a:pt x="259" y="612"/>
                </a:lnTo>
                <a:lnTo>
                  <a:pt x="277" y="644"/>
                </a:lnTo>
                <a:lnTo>
                  <a:pt x="400" y="564"/>
                </a:lnTo>
                <a:lnTo>
                  <a:pt x="392" y="550"/>
                </a:lnTo>
                <a:lnTo>
                  <a:pt x="386" y="535"/>
                </a:lnTo>
                <a:lnTo>
                  <a:pt x="383" y="519"/>
                </a:lnTo>
                <a:lnTo>
                  <a:pt x="381" y="503"/>
                </a:lnTo>
                <a:lnTo>
                  <a:pt x="382" y="487"/>
                </a:lnTo>
                <a:lnTo>
                  <a:pt x="385" y="471"/>
                </a:lnTo>
                <a:close/>
                <a:moveTo>
                  <a:pt x="596" y="253"/>
                </a:moveTo>
                <a:lnTo>
                  <a:pt x="551" y="239"/>
                </a:lnTo>
                <a:lnTo>
                  <a:pt x="504" y="234"/>
                </a:lnTo>
                <a:lnTo>
                  <a:pt x="457" y="238"/>
                </a:lnTo>
                <a:lnTo>
                  <a:pt x="411" y="250"/>
                </a:lnTo>
                <a:lnTo>
                  <a:pt x="368" y="269"/>
                </a:lnTo>
                <a:lnTo>
                  <a:pt x="330" y="296"/>
                </a:lnTo>
                <a:lnTo>
                  <a:pt x="424" y="409"/>
                </a:lnTo>
                <a:lnTo>
                  <a:pt x="441" y="397"/>
                </a:lnTo>
                <a:lnTo>
                  <a:pt x="460" y="388"/>
                </a:lnTo>
                <a:lnTo>
                  <a:pt x="481" y="383"/>
                </a:lnTo>
                <a:lnTo>
                  <a:pt x="502" y="381"/>
                </a:lnTo>
                <a:lnTo>
                  <a:pt x="523" y="383"/>
                </a:lnTo>
                <a:lnTo>
                  <a:pt x="543" y="389"/>
                </a:lnTo>
                <a:close/>
                <a:moveTo>
                  <a:pt x="747" y="596"/>
                </a:moveTo>
                <a:lnTo>
                  <a:pt x="761" y="551"/>
                </a:lnTo>
                <a:lnTo>
                  <a:pt x="766" y="504"/>
                </a:lnTo>
                <a:lnTo>
                  <a:pt x="762" y="457"/>
                </a:lnTo>
                <a:lnTo>
                  <a:pt x="750" y="411"/>
                </a:lnTo>
                <a:lnTo>
                  <a:pt x="731" y="368"/>
                </a:lnTo>
                <a:lnTo>
                  <a:pt x="704" y="330"/>
                </a:lnTo>
                <a:lnTo>
                  <a:pt x="591" y="424"/>
                </a:lnTo>
                <a:lnTo>
                  <a:pt x="603" y="441"/>
                </a:lnTo>
                <a:lnTo>
                  <a:pt x="612" y="460"/>
                </a:lnTo>
                <a:lnTo>
                  <a:pt x="617" y="481"/>
                </a:lnTo>
                <a:lnTo>
                  <a:pt x="619" y="502"/>
                </a:lnTo>
                <a:lnTo>
                  <a:pt x="617" y="523"/>
                </a:lnTo>
                <a:lnTo>
                  <a:pt x="611" y="543"/>
                </a:lnTo>
                <a:close/>
                <a:moveTo>
                  <a:pt x="404" y="747"/>
                </a:moveTo>
                <a:lnTo>
                  <a:pt x="449" y="761"/>
                </a:lnTo>
                <a:lnTo>
                  <a:pt x="496" y="766"/>
                </a:lnTo>
                <a:lnTo>
                  <a:pt x="543" y="762"/>
                </a:lnTo>
                <a:lnTo>
                  <a:pt x="589" y="750"/>
                </a:lnTo>
                <a:lnTo>
                  <a:pt x="632" y="731"/>
                </a:lnTo>
                <a:lnTo>
                  <a:pt x="670" y="704"/>
                </a:lnTo>
                <a:lnTo>
                  <a:pt x="576" y="591"/>
                </a:lnTo>
                <a:lnTo>
                  <a:pt x="559" y="603"/>
                </a:lnTo>
                <a:lnTo>
                  <a:pt x="540" y="612"/>
                </a:lnTo>
                <a:lnTo>
                  <a:pt x="519" y="617"/>
                </a:lnTo>
                <a:lnTo>
                  <a:pt x="498" y="619"/>
                </a:lnTo>
                <a:lnTo>
                  <a:pt x="477" y="617"/>
                </a:lnTo>
                <a:lnTo>
                  <a:pt x="457" y="611"/>
                </a:lnTo>
                <a:close/>
              </a:path>
            </a:pathLst>
          </a:custGeom>
          <a:gradFill>
            <a:gsLst>
              <a:gs pos="0">
                <a:srgbClr val="10B981">
                  <a:alpha val="62000"/>
                </a:srgbClr>
              </a:gs>
              <a:gs pos="100000">
                <a:srgbClr val="047857">
                  <a:alpha val="72000"/>
                </a:srgbClr>
              </a:gs>
            </a:gsLst>
            <a:lin ang="2700000" scaled="1"/>
          </a:gradFill>
          <a:ln w="0">
            <a:noFill/>
          </a:ln>
        </p:spPr>
        <p:style>
          <a:lnRef idx="0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rrery:Core_Star"/>
          <p:cNvSpPr/>
          <p:nvPr/>
        </p:nvSpPr>
        <p:spPr>
          <a:xfrm>
            <a:off x="5687568" y="2487168"/>
            <a:ext cx="603504" cy="603504"/>
          </a:xfrm>
          <a:prstGeom prst="ellipse">
            <a:avLst/>
          </a:prstGeom>
          <a:gradFill>
            <a:gsLst>
              <a:gs pos="0">
                <a:srgbClr val="FFFBEB"/>
              </a:gs>
              <a:gs pos="60000">
                <a:srgbClr val="F59E0B">
                  <a:alpha val="95000"/>
                </a:srgbClr>
              </a:gs>
              <a:gs pos="100000">
                <a:srgbClr val="B45309">
                  <a:alpha val="90000"/>
                </a:srgbClr>
              </a:gs>
            </a:gsLst>
            <a:lin ang="5400000" scaled="1"/>
          </a:gradFill>
          <a:ln w="0">
            <a:noFill/>
          </a:ln>
        </p:spPr>
        <p:style>
          <a:lnRef idx="0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rrery:Pod1_Sun"/>
          <p:cNvSpPr/>
          <p:nvPr/>
        </p:nvSpPr>
        <p:spPr>
          <a:xfrm>
            <a:off x="3520440" y="2359152"/>
            <a:ext cx="841248" cy="841248"/>
          </a:xfrm>
          <a:prstGeom prst="ellipse">
            <a:avLst/>
          </a:prstGeom>
          <a:gradFill>
            <a:gsLst>
              <a:gs pos="0">
                <a:srgbClr val="FEF08A">
                  <a:alpha val="96000"/>
                </a:srgbClr>
              </a:gs>
              <a:gs pos="65000">
                <a:srgbClr val="F59E0B">
                  <a:alpha val="92000"/>
                </a:srgbClr>
              </a:gs>
              <a:gs pos="100000">
                <a:srgbClr val="0F172A">
                  <a:alpha val="95000"/>
                </a:srgbClr>
              </a:gs>
            </a:gsLst>
            <a:lin ang="5400000" scaled="1"/>
          </a:gradFill>
          <a:ln w="0">
            <a:noFill/>
          </a:ln>
        </p:spPr>
        <p:style>
          <a:lnRef idx="0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rrery:Pod1_Sun_Label"/>
          <p:cNvSpPr txBox="1"/>
          <p:nvPr/>
        </p:nvSpPr>
        <p:spPr>
          <a:xfrm>
            <a:off x="3575304" y="2633472"/>
            <a:ext cx="731520" cy="292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800" b="1">
                <a:solidFill>
                  <a:srgbClr val="0F172A"/>
                </a:solidFill>
                <a:latin typeface="DejaVu Sans"/>
              </a:rPr>
              <a:t>NHẬT QUANG</a:t>
            </a:r>
          </a:p>
        </p:txBody>
      </p:sp>
      <p:sp>
        <p:nvSpPr>
          <p:cNvPr id="12" name="Orrery:Pod2_Moon"/>
          <p:cNvSpPr/>
          <p:nvPr/>
        </p:nvSpPr>
        <p:spPr>
          <a:xfrm>
            <a:off x="5568696" y="1143000"/>
            <a:ext cx="841248" cy="841248"/>
          </a:xfrm>
          <a:prstGeom prst="ellipse">
            <a:avLst/>
          </a:prstGeom>
          <a:gradFill>
            <a:gsLst>
              <a:gs pos="0">
                <a:srgbClr val="E0F2FE">
                  <a:alpha val="96000"/>
                </a:srgbClr>
              </a:gs>
              <a:gs pos="65000">
                <a:srgbClr val="38BDF8">
                  <a:alpha val="92000"/>
                </a:srgbClr>
              </a:gs>
              <a:gs pos="100000">
                <a:srgbClr val="0F172A">
                  <a:alpha val="95000"/>
                </a:srgbClr>
              </a:gs>
            </a:gsLst>
            <a:lin ang="5400000" scaled="1"/>
          </a:gradFill>
          <a:ln w="0">
            <a:noFill/>
          </a:ln>
        </p:spPr>
        <p:style>
          <a:lnRef idx="0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rrery:Pod2_Moon_Label"/>
          <p:cNvSpPr txBox="1"/>
          <p:nvPr/>
        </p:nvSpPr>
        <p:spPr>
          <a:xfrm>
            <a:off x="5623559" y="1417320"/>
            <a:ext cx="731520" cy="292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800" b="1">
                <a:solidFill>
                  <a:srgbClr val="0F172A"/>
                </a:solidFill>
                <a:latin typeface="DejaVu Sans"/>
              </a:rPr>
              <a:t>NGUYỆT VỌNG</a:t>
            </a:r>
          </a:p>
        </p:txBody>
      </p:sp>
      <p:sp>
        <p:nvSpPr>
          <p:cNvPr id="14" name="Orrery:Pod3_Saturn"/>
          <p:cNvSpPr/>
          <p:nvPr/>
        </p:nvSpPr>
        <p:spPr>
          <a:xfrm>
            <a:off x="7635240" y="2359152"/>
            <a:ext cx="841248" cy="841248"/>
          </a:xfrm>
          <a:prstGeom prst="ellipse">
            <a:avLst/>
          </a:prstGeom>
          <a:gradFill>
            <a:gsLst>
              <a:gs pos="0">
                <a:srgbClr val="F3E8FF">
                  <a:alpha val="96000"/>
                </a:srgbClr>
              </a:gs>
              <a:gs pos="65000">
                <a:srgbClr val="A855F7">
                  <a:alpha val="92000"/>
                </a:srgbClr>
              </a:gs>
              <a:gs pos="100000">
                <a:srgbClr val="0F172A">
                  <a:alpha val="95000"/>
                </a:srgbClr>
              </a:gs>
            </a:gsLst>
            <a:lin ang="5400000" scaled="1"/>
          </a:gradFill>
          <a:ln w="0">
            <a:noFill/>
          </a:ln>
        </p:spPr>
        <p:style>
          <a:lnRef idx="0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rrery:Pod3_Saturn_Label"/>
          <p:cNvSpPr txBox="1"/>
          <p:nvPr/>
        </p:nvSpPr>
        <p:spPr>
          <a:xfrm>
            <a:off x="7690104" y="2633472"/>
            <a:ext cx="731520" cy="292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800" b="1">
                <a:solidFill>
                  <a:srgbClr val="0F172A"/>
                </a:solidFill>
                <a:latin typeface="DejaVu Sans"/>
              </a:rPr>
              <a:t>TINH VÂN</a:t>
            </a:r>
          </a:p>
        </p:txBody>
      </p:sp>
      <p:sp>
        <p:nvSpPr>
          <p:cNvPr id="16" name="Orrery:Pod4_Comet"/>
          <p:cNvSpPr/>
          <p:nvPr/>
        </p:nvSpPr>
        <p:spPr>
          <a:xfrm>
            <a:off x="5568696" y="3639312"/>
            <a:ext cx="841248" cy="841248"/>
          </a:xfrm>
          <a:prstGeom prst="ellipse">
            <a:avLst/>
          </a:prstGeom>
          <a:gradFill>
            <a:gsLst>
              <a:gs pos="0">
                <a:srgbClr val="D1FAE5">
                  <a:alpha val="96000"/>
                </a:srgbClr>
              </a:gs>
              <a:gs pos="65000">
                <a:srgbClr val="10B981">
                  <a:alpha val="92000"/>
                </a:srgbClr>
              </a:gs>
              <a:gs pos="100000">
                <a:srgbClr val="0F172A">
                  <a:alpha val="95000"/>
                </a:srgbClr>
              </a:gs>
            </a:gsLst>
            <a:lin ang="5400000" scaled="1"/>
          </a:gradFill>
          <a:ln w="0">
            <a:noFill/>
          </a:ln>
        </p:spPr>
        <p:style>
          <a:lnRef idx="0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rrery:Pod4_Comet_Label"/>
          <p:cNvSpPr txBox="1"/>
          <p:nvPr/>
        </p:nvSpPr>
        <p:spPr>
          <a:xfrm>
            <a:off x="5623559" y="3913632"/>
            <a:ext cx="731520" cy="292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800" b="1">
                <a:solidFill>
                  <a:srgbClr val="0F172A"/>
                </a:solidFill>
                <a:latin typeface="DejaVu Sans"/>
              </a:rPr>
              <a:t>SAO BĂNG</a:t>
            </a:r>
          </a:p>
        </p:txBody>
      </p:sp>
      <p:sp>
        <p:nvSpPr>
          <p:cNvPr id="18" name="ClockScene:Cloud1"/>
          <p:cNvSpPr/>
          <p:nvPr/>
        </p:nvSpPr>
        <p:spPr>
          <a:xfrm>
            <a:off x="502920" y="3493008"/>
            <a:ext cx="2286000" cy="749808"/>
          </a:xfrm>
          <a:custGeom>
            <a:avLst/>
            <a:gdLst/>
            <a:ahLst/>
            <a:cxnLst/>
            <a:rect l="0" t="0" r="r" b="b"/>
            <a:pathLst>
              <a:path w="1000" h="1000">
                <a:moveTo>
                  <a:pt x="110" y="780"/>
                </a:moveTo>
                <a:cubicBezTo>
                  <a:pt x="20" y="780"/>
                  <a:pt x="5" y="580"/>
                  <a:pt x="95" y="510"/>
                </a:cubicBezTo>
                <a:cubicBezTo>
                  <a:pt x="90" y="340"/>
                  <a:pt x="230" y="230"/>
                  <a:pt x="370" y="290"/>
                </a:cubicBezTo>
                <a:cubicBezTo>
                  <a:pt x="430" y="110"/>
                  <a:pt x="650" y="90"/>
                  <a:pt x="740" y="260"/>
                </a:cubicBezTo>
                <a:cubicBezTo>
                  <a:pt x="860" y="220"/>
                  <a:pt x="975" y="340"/>
                  <a:pt x="940" y="490"/>
                </a:cubicBezTo>
                <a:cubicBezTo>
                  <a:pt x="1010" y="570"/>
                  <a:pt x="980" y="780"/>
                  <a:pt x="870" y="780"/>
                </a:cubicBezTo>
                <a:cubicBezTo>
                  <a:pt x="640" y="810"/>
                  <a:pt x="340" y="810"/>
                  <a:pt x="110" y="780"/>
                </a:cubicBezTo>
                <a:close/>
              </a:path>
            </a:pathLst>
          </a:custGeom>
          <a:gradFill>
            <a:gsLst>
              <a:gs pos="0">
                <a:srgbClr val="F8FAFC">
                  <a:alpha val="75000"/>
                </a:srgbClr>
              </a:gs>
              <a:gs pos="100000">
                <a:srgbClr val="94A3B8">
                  <a:alpha val="45000"/>
                </a:srgbClr>
              </a:gs>
            </a:gsLst>
            <a:lin ang="5400000" scaled="1"/>
          </a:gradFill>
          <a:ln w="0">
            <a:noFill/>
          </a:ln>
        </p:spPr>
        <p:style>
          <a:lnRef idx="0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ClockScene:Cloud2"/>
          <p:cNvSpPr/>
          <p:nvPr/>
        </p:nvSpPr>
        <p:spPr>
          <a:xfrm>
            <a:off x="8641080" y="3310128"/>
            <a:ext cx="2423160" cy="786384"/>
          </a:xfrm>
          <a:custGeom>
            <a:avLst/>
            <a:gdLst/>
            <a:ahLst/>
            <a:cxnLst/>
            <a:rect l="0" t="0" r="r" b="b"/>
            <a:pathLst>
              <a:path w="1000" h="1000">
                <a:moveTo>
                  <a:pt x="90" y="760"/>
                </a:moveTo>
                <a:cubicBezTo>
                  <a:pt x="15" y="750"/>
                  <a:pt x="10" y="540"/>
                  <a:pt x="120" y="480"/>
                </a:cubicBezTo>
                <a:cubicBezTo>
                  <a:pt x="160" y="280"/>
                  <a:pt x="340" y="180"/>
                  <a:pt x="490" y="270"/>
                </a:cubicBezTo>
                <a:cubicBezTo>
                  <a:pt x="580" y="130"/>
                  <a:pt x="780" y="160"/>
                  <a:pt x="830" y="340"/>
                </a:cubicBezTo>
                <a:cubicBezTo>
                  <a:pt x="950" y="360"/>
                  <a:pt x="995" y="550"/>
                  <a:pt x="910" y="700"/>
                </a:cubicBezTo>
                <a:cubicBezTo>
                  <a:pt x="880" y="780"/>
                  <a:pt x="720" y="790"/>
                  <a:pt x="520" y="780"/>
                </a:cubicBezTo>
                <a:cubicBezTo>
                  <a:pt x="320" y="790"/>
                  <a:pt x="170" y="780"/>
                  <a:pt x="90" y="760"/>
                </a:cubicBezTo>
                <a:close/>
              </a:path>
            </a:pathLst>
          </a:custGeom>
          <a:gradFill>
            <a:gsLst>
              <a:gs pos="0">
                <a:srgbClr val="FDE68A">
                  <a:alpha val="75000"/>
                </a:srgbClr>
              </a:gs>
              <a:gs pos="100000">
                <a:srgbClr val="F59E0B">
                  <a:alpha val="42000"/>
                </a:srgbClr>
              </a:gs>
            </a:gsLst>
            <a:lin ang="5400000" scaled="1"/>
          </a:gradFill>
          <a:ln w="0">
            <a:noFill/>
          </a:ln>
        </p:spPr>
        <p:style>
          <a:lnRef idx="0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Bg:ClockWater_Base"/>
          <p:cNvSpPr/>
          <p:nvPr/>
        </p:nvSpPr>
        <p:spPr>
          <a:xfrm>
            <a:off x="0" y="5166360"/>
            <a:ext cx="12191695" cy="1691640"/>
          </a:xfrm>
          <a:prstGeom prst="rect">
            <a:avLst/>
          </a:prstGeom>
          <a:gradFill>
            <a:gsLst>
              <a:gs pos="0">
                <a:srgbClr val="0369A1">
                  <a:alpha val="92000"/>
                </a:srgbClr>
              </a:gs>
              <a:gs pos="100000">
                <a:srgbClr val="020617"/>
              </a:gs>
            </a:gsLst>
            <a:lin ang="5400000" scaled="1"/>
          </a:gradFill>
          <a:ln w="0">
            <a:noFill/>
          </a:ln>
        </p:spPr>
        <p:style>
          <a:lnRef idx="0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ClockScene:Wave1_Back"/>
          <p:cNvSpPr/>
          <p:nvPr/>
        </p:nvSpPr>
        <p:spPr>
          <a:xfrm>
            <a:off x="320040" y="5074920"/>
            <a:ext cx="11548872" cy="1737360"/>
          </a:xfrm>
          <a:custGeom>
            <a:avLst/>
            <a:gdLst/>
            <a:ahLst/>
            <a:cxnLst/>
            <a:rect l="0" t="0" r="r" b="b"/>
            <a:pathLst>
              <a:path w="1000" h="1000">
                <a:moveTo>
                  <a:pt x="0" y="1000"/>
                </a:moveTo>
                <a:lnTo>
                  <a:pt x="0" y="480"/>
                </a:lnTo>
                <a:cubicBezTo>
                  <a:pt x="36" y="480"/>
                  <a:pt x="64" y="200"/>
                  <a:pt x="100" y="200"/>
                </a:cubicBezTo>
                <a:cubicBezTo>
                  <a:pt x="136" y="200"/>
                  <a:pt x="164" y="480"/>
                  <a:pt x="200" y="480"/>
                </a:cubicBezTo>
                <a:cubicBezTo>
                  <a:pt x="236" y="480"/>
                  <a:pt x="264" y="760"/>
                  <a:pt x="300" y="760"/>
                </a:cubicBezTo>
                <a:cubicBezTo>
                  <a:pt x="336" y="760"/>
                  <a:pt x="364" y="480"/>
                  <a:pt x="400" y="480"/>
                </a:cubicBezTo>
                <a:cubicBezTo>
                  <a:pt x="436" y="480"/>
                  <a:pt x="464" y="200"/>
                  <a:pt x="500" y="200"/>
                </a:cubicBezTo>
                <a:cubicBezTo>
                  <a:pt x="536" y="200"/>
                  <a:pt x="564" y="480"/>
                  <a:pt x="600" y="480"/>
                </a:cubicBezTo>
                <a:cubicBezTo>
                  <a:pt x="636" y="480"/>
                  <a:pt x="664" y="760"/>
                  <a:pt x="700" y="760"/>
                </a:cubicBezTo>
                <a:cubicBezTo>
                  <a:pt x="736" y="760"/>
                  <a:pt x="764" y="480"/>
                  <a:pt x="800" y="480"/>
                </a:cubicBezTo>
                <a:cubicBezTo>
                  <a:pt x="836" y="480"/>
                  <a:pt x="864" y="200"/>
                  <a:pt x="900" y="200"/>
                </a:cubicBezTo>
                <a:cubicBezTo>
                  <a:pt x="936" y="200"/>
                  <a:pt x="964" y="480"/>
                  <a:pt x="1000" y="480"/>
                </a:cubicBezTo>
                <a:lnTo>
                  <a:pt x="1000" y="1000"/>
                </a:lnTo>
                <a:close/>
              </a:path>
            </a:pathLst>
          </a:custGeom>
          <a:gradFill>
            <a:gsLst>
              <a:gs pos="0">
                <a:srgbClr val="0284C7">
                  <a:alpha val="72000"/>
                </a:srgbClr>
              </a:gs>
              <a:gs pos="100000">
                <a:srgbClr val="0F172A">
                  <a:alpha val="96000"/>
                </a:srgbClr>
              </a:gs>
            </a:gsLst>
            <a:lin ang="5400000" scaled="1"/>
          </a:gradFill>
          <a:ln w="0">
            <a:noFill/>
          </a:ln>
        </p:spPr>
        <p:style>
          <a:lnRef idx="0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ClockScene:Wave2_Front"/>
          <p:cNvSpPr/>
          <p:nvPr/>
        </p:nvSpPr>
        <p:spPr>
          <a:xfrm>
            <a:off x="320040" y="5532120"/>
            <a:ext cx="11548872" cy="1280160"/>
          </a:xfrm>
          <a:custGeom>
            <a:avLst/>
            <a:gdLst/>
            <a:ahLst/>
            <a:cxnLst/>
            <a:rect l="0" t="0" r="r" b="b"/>
            <a:pathLst>
              <a:path w="1000" h="1000">
                <a:moveTo>
                  <a:pt x="0" y="1000"/>
                </a:moveTo>
                <a:lnTo>
                  <a:pt x="0" y="480"/>
                </a:lnTo>
                <a:cubicBezTo>
                  <a:pt x="45" y="480"/>
                  <a:pt x="80" y="760"/>
                  <a:pt x="125" y="760"/>
                </a:cubicBezTo>
                <a:cubicBezTo>
                  <a:pt x="170" y="760"/>
                  <a:pt x="205" y="480"/>
                  <a:pt x="250" y="480"/>
                </a:cubicBezTo>
                <a:cubicBezTo>
                  <a:pt x="295" y="480"/>
                  <a:pt x="330" y="200"/>
                  <a:pt x="375" y="200"/>
                </a:cubicBezTo>
                <a:cubicBezTo>
                  <a:pt x="420" y="200"/>
                  <a:pt x="455" y="480"/>
                  <a:pt x="500" y="480"/>
                </a:cubicBezTo>
                <a:cubicBezTo>
                  <a:pt x="545" y="480"/>
                  <a:pt x="580" y="760"/>
                  <a:pt x="625" y="760"/>
                </a:cubicBezTo>
                <a:cubicBezTo>
                  <a:pt x="670" y="760"/>
                  <a:pt x="705" y="480"/>
                  <a:pt x="750" y="480"/>
                </a:cubicBezTo>
                <a:cubicBezTo>
                  <a:pt x="795" y="480"/>
                  <a:pt x="830" y="200"/>
                  <a:pt x="875" y="200"/>
                </a:cubicBezTo>
                <a:cubicBezTo>
                  <a:pt x="920" y="200"/>
                  <a:pt x="955" y="480"/>
                  <a:pt x="1000" y="480"/>
                </a:cubicBezTo>
                <a:lnTo>
                  <a:pt x="1000" y="1000"/>
                </a:lnTo>
                <a:close/>
              </a:path>
            </a:pathLst>
          </a:custGeom>
          <a:gradFill>
            <a:gsLst>
              <a:gs pos="0">
                <a:srgbClr val="38BDF8">
                  <a:alpha val="68000"/>
                </a:srgbClr>
              </a:gs>
              <a:gs pos="50000">
                <a:srgbClr val="0369A1">
                  <a:alpha val="88000"/>
                </a:srgbClr>
              </a:gs>
              <a:gs pos="100000">
                <a:srgbClr val="020617">
                  <a:alpha val="98000"/>
                </a:srgbClr>
              </a:gs>
            </a:gsLst>
            <a:lin ang="5400000" scaled="1"/>
          </a:gradFill>
          <a:ln w="0">
            <a:noFill/>
          </a:ln>
        </p:spPr>
        <p:style>
          <a:lnRef idx="0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AutoWalker:Shadow"/>
          <p:cNvSpPr/>
          <p:nvPr/>
        </p:nvSpPr>
        <p:spPr>
          <a:xfrm>
            <a:off x="944026" y="5426415"/>
            <a:ext cx="790041" cy="144840"/>
          </a:xfrm>
          <a:prstGeom prst="ellipse">
            <a:avLst/>
          </a:prstGeom>
          <a:solidFill>
            <a:srgbClr val="050811">
              <a:alpha val="48000"/>
            </a:srgbClr>
          </a:solidFill>
          <a:ln w="0">
            <a:noFill/>
          </a:ln>
        </p:spPr>
        <p:style>
          <a:lnRef idx="0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AutoWalker:Arm_R"/>
          <p:cNvSpPr/>
          <p:nvPr/>
        </p:nvSpPr>
        <p:spPr>
          <a:xfrm>
            <a:off x="1233708" y="3833164"/>
            <a:ext cx="184343" cy="513527"/>
          </a:xfrm>
          <a:custGeom>
            <a:avLst/>
            <a:gdLst/>
            <a:ahLst/>
            <a:cxnLst/>
            <a:rect l="0" t="0" r="r" b="b"/>
            <a:pathLst>
              <a:path w="1000" h="1000">
                <a:moveTo>
                  <a:pt x="160" y="130"/>
                </a:moveTo>
                <a:cubicBezTo>
                  <a:pt x="160" y="15"/>
                  <a:pt x="840" y="15"/>
                  <a:pt x="840" y="130"/>
                </a:cubicBezTo>
                <a:cubicBezTo>
                  <a:pt x="868" y="410"/>
                  <a:pt x="768" y="700"/>
                  <a:pt x="750" y="865"/>
                </a:cubicBezTo>
                <a:cubicBezTo>
                  <a:pt x="750" y="985"/>
                  <a:pt x="250" y="985"/>
                  <a:pt x="250" y="865"/>
                </a:cubicBezTo>
                <a:cubicBezTo>
                  <a:pt x="232" y="700"/>
                  <a:pt x="132" y="410"/>
                  <a:pt x="160" y="130"/>
                </a:cubicBezTo>
                <a:close/>
              </a:path>
            </a:pathLst>
          </a:custGeom>
          <a:solidFill>
            <a:srgbClr val="78350F">
              <a:alpha val="96000"/>
            </a:srgbClr>
          </a:solidFill>
          <a:ln w="0">
            <a:noFill/>
          </a:ln>
        </p:spPr>
        <p:style>
          <a:lnRef idx="0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AutoWalker:Forearm_R"/>
          <p:cNvSpPr/>
          <p:nvPr/>
        </p:nvSpPr>
        <p:spPr>
          <a:xfrm>
            <a:off x="1246875" y="4215018"/>
            <a:ext cx="158008" cy="474024"/>
          </a:xfrm>
          <a:custGeom>
            <a:avLst/>
            <a:gdLst/>
            <a:ahLst/>
            <a:cxnLst/>
            <a:rect l="0" t="0" r="r" b="b"/>
            <a:pathLst>
              <a:path w="1000" h="1000">
                <a:moveTo>
                  <a:pt x="220" y="130"/>
                </a:moveTo>
                <a:cubicBezTo>
                  <a:pt x="220" y="15"/>
                  <a:pt x="780" y="15"/>
                  <a:pt x="780" y="130"/>
                </a:cubicBezTo>
                <a:cubicBezTo>
                  <a:pt x="808" y="410"/>
                  <a:pt x="718" y="700"/>
                  <a:pt x="700" y="865"/>
                </a:cubicBezTo>
                <a:cubicBezTo>
                  <a:pt x="700" y="985"/>
                  <a:pt x="300" y="985"/>
                  <a:pt x="300" y="865"/>
                </a:cubicBezTo>
                <a:cubicBezTo>
                  <a:pt x="282" y="700"/>
                  <a:pt x="192" y="410"/>
                  <a:pt x="220" y="130"/>
                </a:cubicBezTo>
                <a:close/>
              </a:path>
            </a:pathLst>
          </a:custGeom>
          <a:solidFill>
            <a:srgbClr val="FEF08A">
              <a:alpha val="96000"/>
            </a:srgbClr>
          </a:solidFill>
          <a:ln w="0">
            <a:noFill/>
          </a:ln>
        </p:spPr>
        <p:style>
          <a:lnRef idx="0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AutoWalker:Prop_R"/>
          <p:cNvSpPr/>
          <p:nvPr/>
        </p:nvSpPr>
        <p:spPr>
          <a:xfrm>
            <a:off x="1220541" y="4610039"/>
            <a:ext cx="210677" cy="210677"/>
          </a:xfrm>
          <a:prstGeom prst="ellipse">
            <a:avLst/>
          </a:prstGeom>
          <a:gradFill>
            <a:gsLst>
              <a:gs pos="0">
                <a:srgbClr val="FFFBEB">
                  <a:alpha val="99000"/>
                </a:srgbClr>
              </a:gs>
              <a:gs pos="55000">
                <a:srgbClr val="FDE047">
                  <a:alpha val="94000"/>
                </a:srgbClr>
              </a:gs>
              <a:gs pos="100000">
                <a:srgbClr val="F97316">
                  <a:alpha val="88000"/>
                </a:srgbClr>
              </a:gs>
            </a:gsLst>
            <a:lin ang="5400000" scaled="1"/>
          </a:gradFill>
          <a:ln w="0">
            <a:noFill/>
          </a:ln>
        </p:spPr>
        <p:style>
          <a:lnRef idx="0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AutoWalker:Prop_R_Cap"/>
          <p:cNvSpPr/>
          <p:nvPr/>
        </p:nvSpPr>
        <p:spPr>
          <a:xfrm>
            <a:off x="1273210" y="4590288"/>
            <a:ext cx="105338" cy="32918"/>
          </a:xfrm>
          <a:prstGeom prst="rect">
            <a:avLst/>
          </a:prstGeom>
          <a:solidFill>
            <a:srgbClr val="78350F">
              <a:alpha val="98000"/>
            </a:srgbClr>
          </a:solidFill>
          <a:ln w="0">
            <a:noFill/>
          </a:ln>
        </p:spPr>
        <p:style>
          <a:lnRef idx="0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AutoWalker:Thigh_R"/>
          <p:cNvSpPr/>
          <p:nvPr/>
        </p:nvSpPr>
        <p:spPr>
          <a:xfrm>
            <a:off x="1220541" y="4438863"/>
            <a:ext cx="223845" cy="579363"/>
          </a:xfrm>
          <a:custGeom>
            <a:avLst/>
            <a:gdLst/>
            <a:ahLst/>
            <a:cxnLst/>
            <a:rect l="0" t="0" r="r" b="b"/>
            <a:pathLst>
              <a:path w="1000" h="1000">
                <a:moveTo>
                  <a:pt x="120" y="130"/>
                </a:moveTo>
                <a:cubicBezTo>
                  <a:pt x="120" y="15"/>
                  <a:pt x="880" y="15"/>
                  <a:pt x="880" y="130"/>
                </a:cubicBezTo>
                <a:cubicBezTo>
                  <a:pt x="908" y="410"/>
                  <a:pt x="788" y="700"/>
                  <a:pt x="770" y="865"/>
                </a:cubicBezTo>
                <a:cubicBezTo>
                  <a:pt x="770" y="985"/>
                  <a:pt x="230" y="985"/>
                  <a:pt x="230" y="865"/>
                </a:cubicBezTo>
                <a:cubicBezTo>
                  <a:pt x="212" y="700"/>
                  <a:pt x="92" y="410"/>
                  <a:pt x="120" y="130"/>
                </a:cubicBezTo>
                <a:close/>
              </a:path>
            </a:pathLst>
          </a:custGeom>
          <a:solidFill>
            <a:srgbClr val="1E293B">
              <a:alpha val="98000"/>
            </a:srgbClr>
          </a:solidFill>
          <a:ln w="0">
            <a:noFill/>
          </a:ln>
        </p:spPr>
        <p:style>
          <a:lnRef idx="0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AutoWalker:Calf_R"/>
          <p:cNvSpPr/>
          <p:nvPr/>
        </p:nvSpPr>
        <p:spPr>
          <a:xfrm>
            <a:off x="1233708" y="4899720"/>
            <a:ext cx="184343" cy="539861"/>
          </a:xfrm>
          <a:custGeom>
            <a:avLst/>
            <a:gdLst/>
            <a:ahLst/>
            <a:cxnLst/>
            <a:rect l="0" t="0" r="r" b="b"/>
            <a:pathLst>
              <a:path w="1000" h="1000">
                <a:moveTo>
                  <a:pt x="210" y="130"/>
                </a:moveTo>
                <a:cubicBezTo>
                  <a:pt x="210" y="15"/>
                  <a:pt x="790" y="15"/>
                  <a:pt x="790" y="130"/>
                </a:cubicBezTo>
                <a:cubicBezTo>
                  <a:pt x="818" y="410"/>
                  <a:pt x="718" y="700"/>
                  <a:pt x="700" y="865"/>
                </a:cubicBezTo>
                <a:cubicBezTo>
                  <a:pt x="700" y="985"/>
                  <a:pt x="300" y="985"/>
                  <a:pt x="300" y="865"/>
                </a:cubicBezTo>
                <a:cubicBezTo>
                  <a:pt x="282" y="700"/>
                  <a:pt x="182" y="410"/>
                  <a:pt x="210" y="130"/>
                </a:cubicBezTo>
                <a:close/>
              </a:path>
            </a:pathLst>
          </a:custGeom>
          <a:solidFill>
            <a:srgbClr val="1E293B">
              <a:alpha val="98000"/>
            </a:srgbClr>
          </a:solidFill>
          <a:ln w="0">
            <a:noFill/>
          </a:ln>
        </p:spPr>
        <p:style>
          <a:lnRef idx="0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AutoWalker:Foot_R"/>
          <p:cNvSpPr/>
          <p:nvPr/>
        </p:nvSpPr>
        <p:spPr>
          <a:xfrm>
            <a:off x="1220541" y="5334243"/>
            <a:ext cx="289681" cy="144840"/>
          </a:xfrm>
          <a:custGeom>
            <a:avLst/>
            <a:gdLst/>
            <a:ahLst/>
            <a:cxnLst/>
            <a:rect l="0" t="0" r="r" b="b"/>
            <a:pathLst>
              <a:path w="1000" h="1000">
                <a:moveTo>
                  <a:pt x="110" y="170"/>
                </a:moveTo>
                <a:lnTo>
                  <a:pt x="570" y="170"/>
                </a:lnTo>
                <a:cubicBezTo>
                  <a:pt x="730" y="370"/>
                  <a:pt x="965" y="470"/>
                  <a:pt x="965" y="760"/>
                </a:cubicBezTo>
                <a:cubicBezTo>
                  <a:pt x="965" y="930"/>
                  <a:pt x="780" y="950"/>
                  <a:pt x="110" y="930"/>
                </a:cubicBezTo>
                <a:cubicBezTo>
                  <a:pt x="35" y="720"/>
                  <a:pt x="55" y="370"/>
                  <a:pt x="110" y="170"/>
                </a:cubicBezTo>
                <a:close/>
              </a:path>
            </a:pathLst>
          </a:custGeom>
          <a:solidFill>
            <a:srgbClr val="0F172A">
              <a:alpha val="98000"/>
            </a:srgbClr>
          </a:solidFill>
          <a:ln w="0">
            <a:noFill/>
          </a:ln>
        </p:spPr>
        <p:style>
          <a:lnRef idx="0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AutoWalker:Scarf"/>
          <p:cNvSpPr/>
          <p:nvPr/>
        </p:nvSpPr>
        <p:spPr>
          <a:xfrm>
            <a:off x="799185" y="3754160"/>
            <a:ext cx="559612" cy="237012"/>
          </a:xfrm>
          <a:custGeom>
            <a:avLst/>
            <a:gdLst/>
            <a:ahLst/>
            <a:cxnLst/>
            <a:rect l="0" t="0" r="r" b="b"/>
            <a:pathLst>
              <a:path w="1000" h="1000">
                <a:moveTo>
                  <a:pt x="930" y="170"/>
                </a:moveTo>
                <a:cubicBezTo>
                  <a:pt x="700" y="30"/>
                  <a:pt x="440" y="390"/>
                  <a:pt x="50" y="230"/>
                </a:cubicBezTo>
                <a:cubicBezTo>
                  <a:pt x="15" y="380"/>
                  <a:pt x="75" y="570"/>
                  <a:pt x="175" y="650"/>
                </a:cubicBezTo>
                <a:cubicBezTo>
                  <a:pt x="460" y="750"/>
                  <a:pt x="680" y="350"/>
                  <a:pt x="950" y="460"/>
                </a:cubicBezTo>
                <a:close/>
              </a:path>
            </a:pathLst>
          </a:custGeom>
          <a:gradFill>
            <a:gsLst>
              <a:gs pos="0">
                <a:srgbClr val="38BDF8">
                  <a:alpha val="95000"/>
                </a:srgbClr>
              </a:gs>
              <a:gs pos="100000">
                <a:srgbClr val="0284C7">
                  <a:alpha val="88000"/>
                </a:srgbClr>
              </a:gs>
            </a:gsLst>
            <a:lin ang="900000" scaled="1"/>
          </a:gradFill>
          <a:ln w="0">
            <a:noFill/>
          </a:ln>
        </p:spPr>
        <p:style>
          <a:lnRef idx="0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AutoWalker:Torso"/>
          <p:cNvSpPr/>
          <p:nvPr/>
        </p:nvSpPr>
        <p:spPr>
          <a:xfrm>
            <a:off x="1141536" y="3780495"/>
            <a:ext cx="368686" cy="763706"/>
          </a:xfrm>
          <a:custGeom>
            <a:avLst/>
            <a:gdLst/>
            <a:ahLst/>
            <a:cxnLst/>
            <a:rect l="0" t="0" r="r" b="b"/>
            <a:pathLst>
              <a:path w="1000" h="1000">
                <a:moveTo>
                  <a:pt x="250" y="75"/>
                </a:moveTo>
                <a:cubicBezTo>
                  <a:pt x="380" y="10"/>
                  <a:pt x="620" y="10"/>
                  <a:pt x="750" y="75"/>
                </a:cubicBezTo>
                <a:cubicBezTo>
                  <a:pt x="845" y="240"/>
                  <a:pt x="785" y="540"/>
                  <a:pt x="875" y="925"/>
                </a:cubicBezTo>
                <a:cubicBezTo>
                  <a:pt x="640" y="985"/>
                  <a:pt x="360" y="985"/>
                  <a:pt x="125" y="925"/>
                </a:cubicBezTo>
                <a:cubicBezTo>
                  <a:pt x="215" y="540"/>
                  <a:pt x="155" y="240"/>
                  <a:pt x="250" y="75"/>
                </a:cubicBezTo>
                <a:close/>
              </a:path>
            </a:pathLst>
          </a:custGeom>
          <a:gradFill>
            <a:gsLst>
              <a:gs pos="0">
                <a:srgbClr val="F59E0B"/>
              </a:gs>
              <a:gs pos="100000">
                <a:srgbClr val="B45309"/>
              </a:gs>
            </a:gsLst>
            <a:lin ang="5400000" scaled="1"/>
          </a:gradFill>
          <a:ln w="0">
            <a:noFill/>
          </a:ln>
        </p:spPr>
        <p:style>
          <a:lnRef idx="0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AutoWalker:Torso_Collar"/>
          <p:cNvSpPr/>
          <p:nvPr/>
        </p:nvSpPr>
        <p:spPr>
          <a:xfrm>
            <a:off x="1233708" y="3806830"/>
            <a:ext cx="184343" cy="144840"/>
          </a:xfrm>
          <a:prstGeom prst="chevron">
            <a:avLst/>
          </a:prstGeom>
          <a:solidFill>
            <a:srgbClr val="FEF08A">
              <a:alpha val="92000"/>
            </a:srgbClr>
          </a:solidFill>
          <a:ln w="0">
            <a:noFill/>
          </a:ln>
        </p:spPr>
        <p:style>
          <a:lnRef idx="0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AutoWalker:Torso_Belt"/>
          <p:cNvSpPr/>
          <p:nvPr/>
        </p:nvSpPr>
        <p:spPr>
          <a:xfrm>
            <a:off x="1181039" y="4241352"/>
            <a:ext cx="289681" cy="52669"/>
          </a:xfrm>
          <a:prstGeom prst="rect">
            <a:avLst/>
          </a:prstGeom>
          <a:solidFill>
            <a:srgbClr val="38BDF8">
              <a:alpha val="95000"/>
            </a:srgbClr>
          </a:solidFill>
          <a:ln w="0">
            <a:noFill/>
          </a:ln>
        </p:spPr>
        <p:style>
          <a:lnRef idx="0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AutoWalker:Head"/>
          <p:cNvSpPr/>
          <p:nvPr/>
        </p:nvSpPr>
        <p:spPr>
          <a:xfrm>
            <a:off x="1187622" y="3451311"/>
            <a:ext cx="276514" cy="302849"/>
          </a:xfrm>
          <a:prstGeom prst="ellipse">
            <a:avLst/>
          </a:prstGeom>
          <a:solidFill>
            <a:srgbClr val="FEF08A">
              <a:alpha val="99000"/>
            </a:srgbClr>
          </a:solidFill>
          <a:ln w="0">
            <a:noFill/>
          </a:ln>
        </p:spPr>
        <p:style>
          <a:lnRef idx="0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AutoWalker:Head_Hair"/>
          <p:cNvSpPr/>
          <p:nvPr/>
        </p:nvSpPr>
        <p:spPr>
          <a:xfrm>
            <a:off x="1174455" y="3424976"/>
            <a:ext cx="302849" cy="184343"/>
          </a:xfrm>
          <a:prstGeom prst="chord">
            <a:avLst/>
          </a:prstGeom>
          <a:solidFill>
            <a:srgbClr val="78350F">
              <a:alpha val="98000"/>
            </a:srgbClr>
          </a:solidFill>
          <a:ln w="0">
            <a:noFill/>
          </a:ln>
        </p:spPr>
        <p:style>
          <a:lnRef idx="0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AutoWalker:Head_Eye"/>
          <p:cNvSpPr/>
          <p:nvPr/>
        </p:nvSpPr>
        <p:spPr>
          <a:xfrm>
            <a:off x="1365382" y="3569817"/>
            <a:ext cx="39502" cy="39502"/>
          </a:xfrm>
          <a:prstGeom prst="ellipse">
            <a:avLst/>
          </a:prstGeom>
          <a:solidFill>
            <a:srgbClr val="0F172A">
              <a:alpha val="98000"/>
            </a:srgbClr>
          </a:solidFill>
          <a:ln w="0">
            <a:noFill/>
          </a:ln>
        </p:spPr>
        <p:style>
          <a:lnRef idx="0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AutoWalker:Thigh_L"/>
          <p:cNvSpPr/>
          <p:nvPr/>
        </p:nvSpPr>
        <p:spPr>
          <a:xfrm>
            <a:off x="1207373" y="4438863"/>
            <a:ext cx="237012" cy="579363"/>
          </a:xfrm>
          <a:custGeom>
            <a:avLst/>
            <a:gdLst/>
            <a:ahLst/>
            <a:cxnLst/>
            <a:rect l="0" t="0" r="r" b="b"/>
            <a:pathLst>
              <a:path w="1000" h="1000">
                <a:moveTo>
                  <a:pt x="110" y="130"/>
                </a:moveTo>
                <a:cubicBezTo>
                  <a:pt x="110" y="15"/>
                  <a:pt x="890" y="15"/>
                  <a:pt x="890" y="130"/>
                </a:cubicBezTo>
                <a:cubicBezTo>
                  <a:pt x="918" y="410"/>
                  <a:pt x="798" y="700"/>
                  <a:pt x="780" y="865"/>
                </a:cubicBezTo>
                <a:cubicBezTo>
                  <a:pt x="780" y="985"/>
                  <a:pt x="220" y="985"/>
                  <a:pt x="220" y="865"/>
                </a:cubicBezTo>
                <a:cubicBezTo>
                  <a:pt x="202" y="700"/>
                  <a:pt x="82" y="410"/>
                  <a:pt x="110" y="130"/>
                </a:cubicBezTo>
                <a:close/>
              </a:path>
            </a:pathLst>
          </a:custGeom>
          <a:solidFill>
            <a:srgbClr val="475569">
              <a:alpha val="99000"/>
            </a:srgbClr>
          </a:solidFill>
          <a:ln w="0">
            <a:noFill/>
          </a:ln>
        </p:spPr>
        <p:style>
          <a:lnRef idx="0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AutoWalker:Calf_L"/>
          <p:cNvSpPr/>
          <p:nvPr/>
        </p:nvSpPr>
        <p:spPr>
          <a:xfrm>
            <a:off x="1227124" y="4899720"/>
            <a:ext cx="197510" cy="539861"/>
          </a:xfrm>
          <a:custGeom>
            <a:avLst/>
            <a:gdLst/>
            <a:ahLst/>
            <a:cxnLst/>
            <a:rect l="0" t="0" r="r" b="b"/>
            <a:pathLst>
              <a:path w="1000" h="1000">
                <a:moveTo>
                  <a:pt x="200" y="130"/>
                </a:moveTo>
                <a:cubicBezTo>
                  <a:pt x="200" y="15"/>
                  <a:pt x="800" y="15"/>
                  <a:pt x="800" y="130"/>
                </a:cubicBezTo>
                <a:cubicBezTo>
                  <a:pt x="828" y="410"/>
                  <a:pt x="728" y="700"/>
                  <a:pt x="710" y="865"/>
                </a:cubicBezTo>
                <a:cubicBezTo>
                  <a:pt x="710" y="985"/>
                  <a:pt x="290" y="985"/>
                  <a:pt x="290" y="865"/>
                </a:cubicBezTo>
                <a:cubicBezTo>
                  <a:pt x="272" y="700"/>
                  <a:pt x="172" y="410"/>
                  <a:pt x="200" y="130"/>
                </a:cubicBezTo>
                <a:close/>
              </a:path>
            </a:pathLst>
          </a:custGeom>
          <a:solidFill>
            <a:srgbClr val="475569">
              <a:alpha val="99000"/>
            </a:srgbClr>
          </a:solidFill>
          <a:ln w="0">
            <a:noFill/>
          </a:ln>
        </p:spPr>
        <p:style>
          <a:lnRef idx="0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AutoWalker:Foot_L"/>
          <p:cNvSpPr/>
          <p:nvPr/>
        </p:nvSpPr>
        <p:spPr>
          <a:xfrm>
            <a:off x="1220541" y="5334243"/>
            <a:ext cx="302849" cy="144840"/>
          </a:xfrm>
          <a:custGeom>
            <a:avLst/>
            <a:gdLst/>
            <a:ahLst/>
            <a:cxnLst/>
            <a:rect l="0" t="0" r="r" b="b"/>
            <a:pathLst>
              <a:path w="1000" h="1000">
                <a:moveTo>
                  <a:pt x="110" y="170"/>
                </a:moveTo>
                <a:lnTo>
                  <a:pt x="570" y="170"/>
                </a:lnTo>
                <a:cubicBezTo>
                  <a:pt x="730" y="370"/>
                  <a:pt x="965" y="470"/>
                  <a:pt x="965" y="760"/>
                </a:cubicBezTo>
                <a:cubicBezTo>
                  <a:pt x="965" y="930"/>
                  <a:pt x="780" y="950"/>
                  <a:pt x="110" y="930"/>
                </a:cubicBezTo>
                <a:cubicBezTo>
                  <a:pt x="35" y="720"/>
                  <a:pt x="55" y="370"/>
                  <a:pt x="110" y="170"/>
                </a:cubicBezTo>
                <a:close/>
              </a:path>
            </a:pathLst>
          </a:custGeom>
          <a:solidFill>
            <a:srgbClr val="0F172A">
              <a:alpha val="99000"/>
            </a:srgbClr>
          </a:solidFill>
          <a:ln w="0">
            <a:noFill/>
          </a:ln>
        </p:spPr>
        <p:style>
          <a:lnRef idx="0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AutoWalker:Foot_L_Sole"/>
          <p:cNvSpPr/>
          <p:nvPr/>
        </p:nvSpPr>
        <p:spPr>
          <a:xfrm>
            <a:off x="1233708" y="5446166"/>
            <a:ext cx="276514" cy="26334"/>
          </a:xfrm>
          <a:prstGeom prst="rect">
            <a:avLst/>
          </a:prstGeom>
          <a:solidFill>
            <a:srgbClr val="E2E8F0">
              <a:alpha val="92000"/>
            </a:srgbClr>
          </a:solidFill>
          <a:ln w="0">
            <a:noFill/>
          </a:ln>
        </p:spPr>
        <p:style>
          <a:lnRef idx="0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AutoWalker:Arm_L"/>
          <p:cNvSpPr/>
          <p:nvPr/>
        </p:nvSpPr>
        <p:spPr>
          <a:xfrm>
            <a:off x="1227124" y="3833164"/>
            <a:ext cx="197510" cy="513527"/>
          </a:xfrm>
          <a:custGeom>
            <a:avLst/>
            <a:gdLst/>
            <a:ahLst/>
            <a:cxnLst/>
            <a:rect l="0" t="0" r="r" b="b"/>
            <a:pathLst>
              <a:path w="1000" h="1000">
                <a:moveTo>
                  <a:pt x="150" y="130"/>
                </a:moveTo>
                <a:cubicBezTo>
                  <a:pt x="150" y="15"/>
                  <a:pt x="850" y="15"/>
                  <a:pt x="850" y="130"/>
                </a:cubicBezTo>
                <a:cubicBezTo>
                  <a:pt x="878" y="410"/>
                  <a:pt x="778" y="700"/>
                  <a:pt x="760" y="865"/>
                </a:cubicBezTo>
                <a:cubicBezTo>
                  <a:pt x="760" y="985"/>
                  <a:pt x="240" y="985"/>
                  <a:pt x="240" y="865"/>
                </a:cubicBezTo>
                <a:cubicBezTo>
                  <a:pt x="222" y="700"/>
                  <a:pt x="122" y="410"/>
                  <a:pt x="150" y="130"/>
                </a:cubicBezTo>
                <a:close/>
              </a:path>
            </a:pathLst>
          </a:custGeom>
          <a:gradFill>
            <a:gsLst>
              <a:gs pos="0">
                <a:srgbClr val="F59E0B"/>
              </a:gs>
              <a:gs pos="100000">
                <a:srgbClr val="B45309"/>
              </a:gs>
            </a:gsLst>
            <a:lin ang="5400000" scaled="1"/>
          </a:gradFill>
          <a:ln w="0">
            <a:noFill/>
          </a:ln>
        </p:spPr>
        <p:style>
          <a:lnRef idx="0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AutoWalker:Forearm_L"/>
          <p:cNvSpPr/>
          <p:nvPr/>
        </p:nvSpPr>
        <p:spPr>
          <a:xfrm>
            <a:off x="1240292" y="4215018"/>
            <a:ext cx="164592" cy="474024"/>
          </a:xfrm>
          <a:custGeom>
            <a:avLst/>
            <a:gdLst/>
            <a:ahLst/>
            <a:cxnLst/>
            <a:rect l="0" t="0" r="r" b="b"/>
            <a:pathLst>
              <a:path w="1000" h="1000">
                <a:moveTo>
                  <a:pt x="220" y="130"/>
                </a:moveTo>
                <a:cubicBezTo>
                  <a:pt x="220" y="15"/>
                  <a:pt x="780" y="15"/>
                  <a:pt x="780" y="130"/>
                </a:cubicBezTo>
                <a:cubicBezTo>
                  <a:pt x="808" y="410"/>
                  <a:pt x="718" y="700"/>
                  <a:pt x="700" y="865"/>
                </a:cubicBezTo>
                <a:cubicBezTo>
                  <a:pt x="700" y="985"/>
                  <a:pt x="300" y="985"/>
                  <a:pt x="300" y="865"/>
                </a:cubicBezTo>
                <a:cubicBezTo>
                  <a:pt x="282" y="700"/>
                  <a:pt x="192" y="410"/>
                  <a:pt x="220" y="130"/>
                </a:cubicBezTo>
                <a:close/>
              </a:path>
            </a:pathLst>
          </a:custGeom>
          <a:solidFill>
            <a:srgbClr val="FEF08A">
              <a:alpha val="99000"/>
            </a:srgbClr>
          </a:solidFill>
          <a:ln w="0">
            <a:noFill/>
          </a:ln>
        </p:spPr>
        <p:style>
          <a:lnRef idx="0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UI:Btn_InspectKinematics"/>
          <p:cNvSpPr/>
          <p:nvPr/>
        </p:nvSpPr>
        <p:spPr>
          <a:xfrm>
            <a:off x="8641080" y="1078992"/>
            <a:ext cx="3063240" cy="475488"/>
          </a:xfrm>
          <a:prstGeom prst="roundRect">
            <a:avLst/>
          </a:prstGeom>
          <a:gradFill>
            <a:gsLst>
              <a:gs pos="0">
                <a:srgbClr val="0284C7">
                  <a:alpha val="98000"/>
                </a:srgbClr>
              </a:gs>
              <a:gs pos="100000">
                <a:srgbClr val="1E3A8A">
                  <a:alpha val="98000"/>
                </a:srgbClr>
              </a:gs>
            </a:gsLst>
            <a:lin ang="0" scaled="1"/>
          </a:gradFill>
          <a:ln w="0">
            <a:noFill/>
          </a:ln>
        </p:spPr>
        <p:style>
          <a:lnRef idx="0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UI:Btn_Label"/>
          <p:cNvSpPr txBox="1"/>
          <p:nvPr/>
        </p:nvSpPr>
        <p:spPr>
          <a:xfrm>
            <a:off x="8732520" y="1152144"/>
            <a:ext cx="2880360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960" b="1">
                <a:solidFill>
                  <a:srgbClr val="F8FAFC"/>
                </a:solidFill>
                <a:latin typeface="DejaVu Sans"/>
              </a:rPr>
              <a:t>⚡ Click: Giải phẫu Nhịp độ &amp; Ăn khớp</a:t>
            </a:r>
          </a:p>
        </p:txBody>
      </p:sp>
      <p:sp>
        <p:nvSpPr>
          <p:cNvPr id="46" name="UI:Popup_KinematicsCard"/>
          <p:cNvSpPr/>
          <p:nvPr/>
        </p:nvSpPr>
        <p:spPr>
          <a:xfrm>
            <a:off x="7909560" y="4069080"/>
            <a:ext cx="3794760" cy="1600200"/>
          </a:xfrm>
          <a:prstGeom prst="roundRect">
            <a:avLst/>
          </a:prstGeom>
          <a:solidFill>
            <a:srgbClr val="0F172A">
              <a:alpha val="95000"/>
            </a:srgbClr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850">
                <a:solidFill>
                  <a:srgbClr val="F8FAFC"/>
                </a:solidFill>
                <a:latin typeface="DejaVu Sans"/>
              </a:rPr>
              <a:t>CHUẨN HÓA NHỊP ĐỘ &amp; ĂN KHỚP CƠ KHÍ (T024 v3):
• Phân tầng thời gian: Cảnh sắc 5.4s | Bước người 3.6s (1.2s/chu kỳ) | Động cơ 3.6s | Hộp số 4.2s.
• Ăn khớp bánh răng: Cùng mô-đun m, khoảng cách trục D = m(N₁+N₂)/2, bù pha răng Δφ = π/N.
• Bù tâm khớp xương: C(t) = J(t) + R(θ(t))·r với sóng hài dáng đi bậc 2.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indefinite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45"/>
                                      </p:to>
                                    </p:set>
                                    <p:animEffect filter="image" prLst="opacity: 0.45">
                                      <p:cBhvr rctx="IE">
                                        <p:cTn id="7" dur="indefinite" fill="hold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0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C 0.000739 -0.10178 0.074915 -0.177333 0.168004 -0.177333 E" pathEditMode="relative" rAng="0">
                                      <p:cBhvr>
                                        <p:cTn id="9" dur="32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10" presetID="6" presetClass="emph" presetSubtype="0" accel="50000" decel="5000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11" dur="3200" fill="hold"/>
                                        <p:tgtEl>
                                          <p:spTgt spid="10"/>
                                        </p:tgtEl>
                                      </p:cBhvr>
                                      <p:by x="78000" y="78000"/>
                                    </p:animScale>
                                  </p:childTnLst>
                                </p:cTn>
                              </p:par>
                              <p:par>
                                <p:cTn id="12" presetID="0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C 0.093094 -0 0.168772 0.075549 0.169504 0.177333 E" pathEditMode="relative" rAng="0">
                                      <p:cBhvr>
                                        <p:cTn id="13" dur="32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14" presetID="6" presetClass="emp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15" dur="3200" fill="hold"/>
                                        <p:tgtEl>
                                          <p:spTgt spid="12"/>
                                        </p:tgtEl>
                                      </p:cBhvr>
                                      <p:by x="99830" y="99830"/>
                                    </p:animScale>
                                  </p:childTnLst>
                                </p:cTn>
                              </p:par>
                              <p:par>
                                <p:cTn id="16" presetID="0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C 0.00074 0.102923 -0.075369 0.186667 -0.169504 0.186667 E" pathEditMode="relative" rAng="0">
                                      <p:cBhvr>
                                        <p:cTn id="17" dur="32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18" presetID="6" presetClass="emp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19" dur="3200" fill="hold"/>
                                        <p:tgtEl>
                                          <p:spTgt spid="14"/>
                                        </p:tgtEl>
                                      </p:cBhvr>
                                      <p:by x="122000" y="122000"/>
                                    </p:animScale>
                                  </p:childTnLst>
                                </p:cTn>
                              </p:par>
                              <p:par>
                                <p:cTn id="20" presetID="0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C -0.09414 0 -0.168751 -0.083738 -0.168004 -0.186667 E" pathEditMode="relative" rAng="0">
                                      <p:cBhvr>
                                        <p:cTn id="21" dur="32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22" presetID="6" presetClass="emp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23" dur="3200" fill="hold"/>
                                        <p:tgtEl>
                                          <p:spTgt spid="16"/>
                                        </p:tgtEl>
                                      </p:cBhvr>
                                      <p:by x="99830" y="99830"/>
                                    </p:animScale>
                                  </p:childTnLst>
                                </p:cTn>
                              </p:par>
                              <p:par>
                                <p:cTn id="24" presetID="9" presetClass="emph" presetSubtype="0" fill="hold" grpId="0" nodeType="with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5" dur="indefinite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45"/>
                                      </p:to>
                                    </p:set>
                                    <p:animEffect filter="image" prLst="opacity: 0.45">
                                      <p:cBhvr rctx="IE">
                                        <p:cTn id="26" dur="indefinite" fill="hold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0" presetClass="path" presetSubtype="0" accel="50000" decel="50000" fill="hold" grpId="1" nodeType="withEffect">
                                  <p:stCondLst>
                                    <p:cond delay="18"/>
                                  </p:stCondLst>
                                  <p:childTnLst>
                                    <p:animMotion origin="layout" path="M 0 0 C 0.000739 -0.10178 0.074915 -0.177333 0.168004 -0.177333 E" pathEditMode="relative" rAng="0">
                                      <p:cBhvr>
                                        <p:cTn id="28" dur="32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29" presetID="6" presetClass="emph" presetSubtype="0" accel="50000" decel="50000" fill="hold" grpId="2" nodeType="withEffect">
                                  <p:stCondLst>
                                    <p:cond delay="18"/>
                                  </p:stCondLst>
                                  <p:childTnLst>
                                    <p:animScale>
                                      <p:cBhvr>
                                        <p:cTn id="30" dur="3200" fill="hold"/>
                                        <p:tgtEl>
                                          <p:spTgt spid="11"/>
                                        </p:tgtEl>
                                      </p:cBhvr>
                                      <p:by x="78000" y="78000"/>
                                    </p:animScale>
                                  </p:childTnLst>
                                </p:cTn>
                              </p:par>
                              <p:par>
                                <p:cTn id="31" presetID="0" presetClass="path" presetSubtype="0" accel="50000" decel="50000" fill="hold" grpId="0" nodeType="withEffect">
                                  <p:stCondLst>
                                    <p:cond delay="18"/>
                                  </p:stCondLst>
                                  <p:childTnLst>
                                    <p:animMotion origin="layout" path="M 0 0 C 0.093094 -0 0.168772 0.075549 0.169504 0.177333 E" pathEditMode="relative" rAng="0">
                                      <p:cBhvr>
                                        <p:cTn id="32" dur="32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33" presetID="6" presetClass="emph" presetSubtype="0" accel="50000" decel="50000" fill="hold" grpId="1" nodeType="withEffect">
                                  <p:stCondLst>
                                    <p:cond delay="18"/>
                                  </p:stCondLst>
                                  <p:childTnLst>
                                    <p:animScale>
                                      <p:cBhvr>
                                        <p:cTn id="34" dur="3200" fill="hold"/>
                                        <p:tgtEl>
                                          <p:spTgt spid="13"/>
                                        </p:tgtEl>
                                      </p:cBhvr>
                                      <p:by x="99830" y="99830"/>
                                    </p:animScale>
                                  </p:childTnLst>
                                </p:cTn>
                              </p:par>
                              <p:par>
                                <p:cTn id="35" presetID="0" presetClass="path" presetSubtype="0" accel="50000" decel="50000" fill="hold" grpId="0" nodeType="withEffect">
                                  <p:stCondLst>
                                    <p:cond delay="18"/>
                                  </p:stCondLst>
                                  <p:childTnLst>
                                    <p:animMotion origin="layout" path="M 0 0 C 0.00074 0.102923 -0.075369 0.186667 -0.169504 0.186667 E" pathEditMode="relative" rAng="0">
                                      <p:cBhvr>
                                        <p:cTn id="36" dur="32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37" presetID="6" presetClass="emph" presetSubtype="0" accel="50000" decel="50000" fill="hold" grpId="1" nodeType="withEffect">
                                  <p:stCondLst>
                                    <p:cond delay="18"/>
                                  </p:stCondLst>
                                  <p:childTnLst>
                                    <p:animScale>
                                      <p:cBhvr>
                                        <p:cTn id="38" dur="3200" fill="hold"/>
                                        <p:tgtEl>
                                          <p:spTgt spid="15"/>
                                        </p:tgtEl>
                                      </p:cBhvr>
                                      <p:by x="122000" y="122000"/>
                                    </p:animScale>
                                  </p:childTnLst>
                                </p:cTn>
                              </p:par>
                              <p:par>
                                <p:cTn id="39" presetID="0" presetClass="path" presetSubtype="0" accel="50000" decel="50000" fill="hold" grpId="0" nodeType="withEffect">
                                  <p:stCondLst>
                                    <p:cond delay="18"/>
                                  </p:stCondLst>
                                  <p:childTnLst>
                                    <p:animMotion origin="layout" path="M 0 0 C -0.09414 0 -0.168751 -0.083738 -0.168004 -0.186667 E" pathEditMode="relative" rAng="0">
                                      <p:cBhvr>
                                        <p:cTn id="40" dur="32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41" presetID="6" presetClass="emph" presetSubtype="0" accel="50000" decel="50000" fill="hold" grpId="1" nodeType="withEffect">
                                  <p:stCondLst>
                                    <p:cond delay="18"/>
                                  </p:stCondLst>
                                  <p:childTnLst>
                                    <p:animScale>
                                      <p:cBhvr>
                                        <p:cTn id="42" dur="3200" fill="hold"/>
                                        <p:tgtEl>
                                          <p:spTgt spid="17"/>
                                        </p:tgtEl>
                                      </p:cBhvr>
                                      <p:by x="99830" y="99830"/>
                                    </p:animScale>
                                  </p:childTnLst>
                                </p:cTn>
                              </p:par>
                              <p:par>
                                <p:cTn id="43" presetID="8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Rot by="37800000">
                                      <p:cBhvr>
                                        <p:cTn id="44" dur="32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45" presetID="8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Rot by="-70200000">
                                      <p:cBhvr>
                                        <p:cTn id="46" dur="32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47" presetID="8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Rot by="-61425000">
                                      <p:cBhvr>
                                        <p:cTn id="48" dur="32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49" presetID="8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Rot by="81900000">
                                      <p:cBhvr>
                                        <p:cTn id="50" dur="32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0" presetClass="pat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8667 -0 E" pathEditMode="relative" rAng="0" ptsTypes="AA">
                                      <p:cBhvr>
                                        <p:cTn id="54" dur="12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55" presetID="8" presetClass="emph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Rot by="62100">
                                      <p:cBhvr>
                                        <p:cTn id="56" dur="12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57" presetID="0" presetClass="pat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9412 7e-06 E" pathEditMode="relative" rAng="0" ptsTypes="AA">
                                      <p:cBhvr>
                                        <p:cTn id="58" dur="12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59" presetID="8" presetClass="emph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Rot by="62100">
                                      <p:cBhvr>
                                        <p:cTn id="60" dur="12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61" presetID="0" presetClass="pat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8389 -3e-06 E" pathEditMode="relative" rAng="0" ptsTypes="AA">
                                      <p:cBhvr>
                                        <p:cTn id="62" dur="12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63" presetID="8" presetClass="emph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Rot by="62100">
                                      <p:cBhvr>
                                        <p:cTn id="64" dur="12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65" presetID="0" presetClass="pat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9496 1.3e-05 E" pathEditMode="relative" rAng="0" ptsTypes="AA">
                                      <p:cBhvr>
                                        <p:cTn id="66" dur="12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67" presetID="8" presetClass="emph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Rot by="27960">
                                      <p:cBhvr>
                                        <p:cTn id="68" dur="12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69" presetID="0" presetClass="pat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9597 1.4e-05 E" pathEditMode="relative" rAng="0" ptsTypes="AA">
                                      <p:cBhvr>
                                        <p:cTn id="70" dur="12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71" presetID="8" presetClass="emph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Rot by="27960">
                                      <p:cBhvr>
                                        <p:cTn id="72" dur="12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73" presetID="0" presetClass="pat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9511 5.3e-05 E" pathEditMode="relative" rAng="0" ptsTypes="AA">
                                      <p:cBhvr>
                                        <p:cTn id="74" dur="12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75" presetID="8" presetClass="emph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Rot by="27960">
                                      <p:cBhvr>
                                        <p:cTn id="76" dur="12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77" presetID="0" presetClass="pat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915 -0.000171 E" pathEditMode="relative" rAng="0" ptsTypes="AA">
                                      <p:cBhvr>
                                        <p:cTn id="78" dur="12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79" presetID="0" presetClass="pat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8667 0 E" pathEditMode="relative" rAng="0" ptsTypes="AA">
                                      <p:cBhvr>
                                        <p:cTn id="80" dur="12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81" presetID="6" presetClass="emph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82" dur="120" fill="hold"/>
                                        <p:tgtEl>
                                          <p:spTgt spid="23"/>
                                        </p:tgtEl>
                                      </p:cBhvr>
                                      <p:by x="96550" y="96550"/>
                                    </p:animScale>
                                  </p:childTnLst>
                                </p:cTn>
                              </p:par>
                              <p:par>
                                <p:cTn id="83" presetID="0" presetClass="pat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8137 -9e-06 E" pathEditMode="relative" rAng="0" ptsTypes="AA">
                                      <p:cBhvr>
                                        <p:cTn id="84" dur="12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85" presetID="0" presetClass="pat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8137 -9e-06 E" pathEditMode="relative" rAng="0" ptsTypes="AA">
                                      <p:cBhvr>
                                        <p:cTn id="86" dur="12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87" presetID="0" presetClass="pat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8137 -9e-06 E" pathEditMode="relative" rAng="0" ptsTypes="AA">
                                      <p:cBhvr>
                                        <p:cTn id="88" dur="12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89" presetID="0" presetClass="pat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8137 -9e-06 E" pathEditMode="relative" rAng="0" ptsTypes="AA">
                                      <p:cBhvr>
                                        <p:cTn id="90" dur="12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91" presetID="0" presetClass="pat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8137 9e-06 E" pathEditMode="relative" rAng="0" ptsTypes="AA">
                                      <p:cBhvr>
                                        <p:cTn id="92" dur="12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93" presetID="0" presetClass="pat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8137 9e-06 E" pathEditMode="relative" rAng="0" ptsTypes="AA">
                                      <p:cBhvr>
                                        <p:cTn id="94" dur="12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95" presetID="0" presetClass="pat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8137 9e-06 E" pathEditMode="relative" rAng="0" ptsTypes="AA">
                                      <p:cBhvr>
                                        <p:cTn id="96" dur="12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97" presetID="0" presetClass="pat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9048 6e-06 E" pathEditMode="relative" rAng="0" ptsTypes="AA">
                                      <p:cBhvr>
                                        <p:cTn id="98" dur="12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99" presetID="0" presetClass="pat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9048 6e-06 E" pathEditMode="relative" rAng="0" ptsTypes="AA">
                                      <p:cBhvr>
                                        <p:cTn id="100" dur="12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101" presetID="0" presetClass="pat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9048 6e-06 E" pathEditMode="relative" rAng="0" ptsTypes="AA">
                                      <p:cBhvr>
                                        <p:cTn id="102" dur="12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103" presetID="0" presetClass="pat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9048 6e-06 E" pathEditMode="relative" rAng="0" ptsTypes="AA">
                                      <p:cBhvr>
                                        <p:cTn id="104" dur="12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105" presetID="0" presetClass="pat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9048 6e-06 E" pathEditMode="relative" rAng="0" ptsTypes="AA">
                                      <p:cBhvr>
                                        <p:cTn id="106" dur="12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107" presetID="0" presetClass="pat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9048 6e-06 E" pathEditMode="relative" rAng="0" ptsTypes="AA">
                                      <p:cBhvr>
                                        <p:cTn id="108" dur="12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109" presetID="0" presetClass="path" presetSubtype="0" fill="hold" grpId="2" nodeType="withEffect">
                                  <p:stCondLst>
                                    <p:cond delay="120"/>
                                  </p:stCondLst>
                                  <p:childTnLst>
                                    <p:animMotion origin="layout" path="M 0.008667 -0 L 0.017333 -0 E" pathEditMode="relative" rAng="0" ptsTypes="AA">
                                      <p:cBhvr>
                                        <p:cTn id="110" dur="12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111" presetID="8" presetClass="emph" presetSubtype="0" fill="hold" grpId="3" nodeType="withEffect">
                                  <p:stCondLst>
                                    <p:cond delay="120"/>
                                  </p:stCondLst>
                                  <p:childTnLst>
                                    <p:animRot by="57900">
                                      <p:cBhvr>
                                        <p:cTn id="112" dur="12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13" presetID="0" presetClass="path" presetSubtype="0" fill="hold" grpId="2" nodeType="withEffect">
                                  <p:stCondLst>
                                    <p:cond delay="120"/>
                                  </p:stCondLst>
                                  <p:childTnLst>
                                    <p:animMotion origin="layout" path="M 0.009412 7e-06 L 0.018774 2.5e-05 E" pathEditMode="relative" rAng="0" ptsTypes="AA">
                                      <p:cBhvr>
                                        <p:cTn id="114" dur="12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115" presetID="8" presetClass="emph" presetSubtype="0" fill="hold" grpId="3" nodeType="withEffect">
                                  <p:stCondLst>
                                    <p:cond delay="120"/>
                                  </p:stCondLst>
                                  <p:childTnLst>
                                    <p:animRot by="57900">
                                      <p:cBhvr>
                                        <p:cTn id="116" dur="12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17" presetID="0" presetClass="path" presetSubtype="0" fill="hold" grpId="2" nodeType="withEffect">
                                  <p:stCondLst>
                                    <p:cond delay="120"/>
                                  </p:stCondLst>
                                  <p:childTnLst>
                                    <p:animMotion origin="layout" path="M 0.008389 -3e-06 L 0.016797 -9e-06 E" pathEditMode="relative" rAng="0" ptsTypes="AA">
                                      <p:cBhvr>
                                        <p:cTn id="118" dur="12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119" presetID="8" presetClass="emph" presetSubtype="0" fill="hold" grpId="3" nodeType="withEffect">
                                  <p:stCondLst>
                                    <p:cond delay="120"/>
                                  </p:stCondLst>
                                  <p:childTnLst>
                                    <p:animRot by="57900">
                                      <p:cBhvr>
                                        <p:cTn id="120" dur="12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21" presetID="0" presetClass="path" presetSubtype="0" fill="hold" grpId="2" nodeType="withEffect">
                                  <p:stCondLst>
                                    <p:cond delay="120"/>
                                  </p:stCondLst>
                                  <p:childTnLst>
                                    <p:animMotion origin="layout" path="M 0.009496 1.3e-05 L 0.018935 5e-05 E" pathEditMode="relative" rAng="0" ptsTypes="AA">
                                      <p:cBhvr>
                                        <p:cTn id="122" dur="12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123" presetID="8" presetClass="emph" presetSubtype="0" fill="hold" grpId="3" nodeType="withEffect">
                                  <p:stCondLst>
                                    <p:cond delay="120"/>
                                  </p:stCondLst>
                                  <p:childTnLst>
                                    <p:animRot by="26040">
                                      <p:cBhvr>
                                        <p:cTn id="124" dur="12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25" presetID="0" presetClass="path" presetSubtype="0" fill="hold" grpId="2" nodeType="withEffect">
                                  <p:stCondLst>
                                    <p:cond delay="120"/>
                                  </p:stCondLst>
                                  <p:childTnLst>
                                    <p:animMotion origin="layout" path="M 0.009597 1.4e-05 L 0.019131 5.1e-05 E" pathEditMode="relative" rAng="0" ptsTypes="AA">
                                      <p:cBhvr>
                                        <p:cTn id="126" dur="12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127" presetID="8" presetClass="emph" presetSubtype="0" fill="hold" grpId="3" nodeType="withEffect">
                                  <p:stCondLst>
                                    <p:cond delay="120"/>
                                  </p:stCondLst>
                                  <p:childTnLst>
                                    <p:animRot by="26040">
                                      <p:cBhvr>
                                        <p:cTn id="128" dur="12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29" presetID="0" presetClass="path" presetSubtype="0" fill="hold" grpId="2" nodeType="withEffect">
                                  <p:stCondLst>
                                    <p:cond delay="120"/>
                                  </p:stCondLst>
                                  <p:childTnLst>
                                    <p:animMotion origin="layout" path="M 0.009511 5.3e-05 L 0.018965 0.000126 E" pathEditMode="relative" rAng="0" ptsTypes="AA">
                                      <p:cBhvr>
                                        <p:cTn id="130" dur="12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131" presetID="8" presetClass="emph" presetSubtype="0" fill="hold" grpId="3" nodeType="withEffect">
                                  <p:stCondLst>
                                    <p:cond delay="120"/>
                                  </p:stCondLst>
                                  <p:childTnLst>
                                    <p:animRot by="26040">
                                      <p:cBhvr>
                                        <p:cTn id="132" dur="12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33" presetID="0" presetClass="path" presetSubtype="0" fill="hold" grpId="1" nodeType="withEffect">
                                  <p:stCondLst>
                                    <p:cond delay="120"/>
                                  </p:stCondLst>
                                  <p:childTnLst>
                                    <p:animMotion origin="layout" path="M 0.00915 -0.000171 L 0.018268 -0.000316 E" pathEditMode="relative" rAng="0" ptsTypes="AA">
                                      <p:cBhvr>
                                        <p:cTn id="134" dur="12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135" presetID="0" presetClass="path" presetSubtype="0" fill="hold" grpId="2" nodeType="withEffect">
                                  <p:stCondLst>
                                    <p:cond delay="120"/>
                                  </p:stCondLst>
                                  <p:childTnLst>
                                    <p:animMotion origin="layout" path="M 0.008667 0 L 0.017333 0 E" pathEditMode="relative" rAng="0" ptsTypes="AA">
                                      <p:cBhvr>
                                        <p:cTn id="136" dur="12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137" presetID="6" presetClass="emph" presetSubtype="0" fill="hold" grpId="3" nodeType="withEffect">
                                  <p:stCondLst>
                                    <p:cond delay="120"/>
                                  </p:stCondLst>
                                  <p:childTnLst>
                                    <p:animScale>
                                      <p:cBhvr>
                                        <p:cTn id="138" dur="120" fill="hold"/>
                                        <p:tgtEl>
                                          <p:spTgt spid="23"/>
                                        </p:tgtEl>
                                      </p:cBhvr>
                                      <p:by x="94200" y="94200"/>
                                    </p:animScale>
                                  </p:childTnLst>
                                </p:cTn>
                              </p:par>
                              <p:par>
                                <p:cTn id="139" presetID="0" presetClass="path" presetSubtype="0" fill="hold" grpId="1" nodeType="withEffect">
                                  <p:stCondLst>
                                    <p:cond delay="120"/>
                                  </p:stCondLst>
                                  <p:childTnLst>
                                    <p:animMotion origin="layout" path="M 0.008137 -9e-06 L 0.01631 -3.2e-05 E" pathEditMode="relative" rAng="0" ptsTypes="AA">
                                      <p:cBhvr>
                                        <p:cTn id="140" dur="12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141" presetID="0" presetClass="path" presetSubtype="0" fill="hold" grpId="1" nodeType="withEffect">
                                  <p:stCondLst>
                                    <p:cond delay="120"/>
                                  </p:stCondLst>
                                  <p:childTnLst>
                                    <p:animMotion origin="layout" path="M 0.008137 -9e-06 L 0.01631 -3.2e-05 E" pathEditMode="relative" rAng="0" ptsTypes="AA">
                                      <p:cBhvr>
                                        <p:cTn id="142" dur="12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143" presetID="0" presetClass="path" presetSubtype="0" fill="hold" grpId="1" nodeType="withEffect">
                                  <p:stCondLst>
                                    <p:cond delay="120"/>
                                  </p:stCondLst>
                                  <p:childTnLst>
                                    <p:animMotion origin="layout" path="M 0.008137 -9e-06 L 0.01631 -3.2e-05 E" pathEditMode="relative" rAng="0" ptsTypes="AA">
                                      <p:cBhvr>
                                        <p:cTn id="144" dur="12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145" presetID="0" presetClass="path" presetSubtype="0" fill="hold" grpId="1" nodeType="withEffect">
                                  <p:stCondLst>
                                    <p:cond delay="120"/>
                                  </p:stCondLst>
                                  <p:childTnLst>
                                    <p:animMotion origin="layout" path="M 0.008137 -9e-06 L 0.01631 -3.2e-05 E" pathEditMode="relative" rAng="0" ptsTypes="AA">
                                      <p:cBhvr>
                                        <p:cTn id="146" dur="12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147" presetID="0" presetClass="path" presetSubtype="0" fill="hold" grpId="1" nodeType="withEffect">
                                  <p:stCondLst>
                                    <p:cond delay="120"/>
                                  </p:stCondLst>
                                  <p:childTnLst>
                                    <p:animMotion origin="layout" path="M 0.008137 9e-06 L 0.016309 2e-06 E" pathEditMode="relative" rAng="0" ptsTypes="AA">
                                      <p:cBhvr>
                                        <p:cTn id="148" dur="12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149" presetID="0" presetClass="path" presetSubtype="0" fill="hold" grpId="1" nodeType="withEffect">
                                  <p:stCondLst>
                                    <p:cond delay="120"/>
                                  </p:stCondLst>
                                  <p:childTnLst>
                                    <p:animMotion origin="layout" path="M 0.008137 9e-06 L 0.016309 2e-06 E" pathEditMode="relative" rAng="0" ptsTypes="AA">
                                      <p:cBhvr>
                                        <p:cTn id="150" dur="12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151" presetID="0" presetClass="path" presetSubtype="0" fill="hold" grpId="1" nodeType="withEffect">
                                  <p:stCondLst>
                                    <p:cond delay="120"/>
                                  </p:stCondLst>
                                  <p:childTnLst>
                                    <p:animMotion origin="layout" path="M 0.008137 9e-06 L 0.016309 2e-06 E" pathEditMode="relative" rAng="0" ptsTypes="AA">
                                      <p:cBhvr>
                                        <p:cTn id="152" dur="12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153" presetID="0" presetClass="path" presetSubtype="0" fill="hold" grpId="1" nodeType="withEffect">
                                  <p:stCondLst>
                                    <p:cond delay="120"/>
                                  </p:stCondLst>
                                  <p:childTnLst>
                                    <p:animMotion origin="layout" path="M 0.009048 6e-06 L 0.01807 2.3e-05 E" pathEditMode="relative" rAng="0" ptsTypes="AA">
                                      <p:cBhvr>
                                        <p:cTn id="154" dur="12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155" presetID="0" presetClass="path" presetSubtype="0" fill="hold" grpId="1" nodeType="withEffect">
                                  <p:stCondLst>
                                    <p:cond delay="120"/>
                                  </p:stCondLst>
                                  <p:childTnLst>
                                    <p:animMotion origin="layout" path="M 0.009048 6e-06 L 0.01807 2.3e-05 E" pathEditMode="relative" rAng="0" ptsTypes="AA">
                                      <p:cBhvr>
                                        <p:cTn id="156" dur="12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157" presetID="0" presetClass="path" presetSubtype="0" fill="hold" grpId="1" nodeType="withEffect">
                                  <p:stCondLst>
                                    <p:cond delay="120"/>
                                  </p:stCondLst>
                                  <p:childTnLst>
                                    <p:animMotion origin="layout" path="M 0.009048 6e-06 L 0.01807 2.3e-05 E" pathEditMode="relative" rAng="0" ptsTypes="AA">
                                      <p:cBhvr>
                                        <p:cTn id="158" dur="12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159" presetID="0" presetClass="path" presetSubtype="0" fill="hold" grpId="1" nodeType="withEffect">
                                  <p:stCondLst>
                                    <p:cond delay="120"/>
                                  </p:stCondLst>
                                  <p:childTnLst>
                                    <p:animMotion origin="layout" path="M 0.009048 6e-06 L 0.01807 2.3e-05 E" pathEditMode="relative" rAng="0" ptsTypes="AA">
                                      <p:cBhvr>
                                        <p:cTn id="160" dur="12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161" presetID="0" presetClass="path" presetSubtype="0" fill="hold" grpId="1" nodeType="withEffect">
                                  <p:stCondLst>
                                    <p:cond delay="120"/>
                                  </p:stCondLst>
                                  <p:childTnLst>
                                    <p:animMotion origin="layout" path="M 0.009048 6e-06 L 0.01807 2.3e-05 E" pathEditMode="relative" rAng="0" ptsTypes="AA">
                                      <p:cBhvr>
                                        <p:cTn id="162" dur="12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163" presetID="0" presetClass="path" presetSubtype="0" fill="hold" grpId="1" nodeType="withEffect">
                                  <p:stCondLst>
                                    <p:cond delay="120"/>
                                  </p:stCondLst>
                                  <p:childTnLst>
                                    <p:animMotion origin="layout" path="M 0.009048 6e-06 L 0.01807 2.3e-05 E" pathEditMode="relative" rAng="0" ptsTypes="AA">
                                      <p:cBhvr>
                                        <p:cTn id="164" dur="12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165" presetID="0" presetClass="path" presetSubtype="0" fill="hold" grpId="4" nodeType="withEffect">
                                  <p:stCondLst>
                                    <p:cond delay="240"/>
                                  </p:stCondLst>
                                  <p:childTnLst>
                                    <p:animMotion origin="layout" path="M 0.017333 -0 L 0.026 -0 E" pathEditMode="relative" rAng="0" ptsTypes="AA">
                                      <p:cBhvr>
                                        <p:cTn id="166" dur="12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167" presetID="8" presetClass="emph" presetSubtype="0" fill="hold" grpId="5" nodeType="withEffect">
                                  <p:stCondLst>
                                    <p:cond delay="240"/>
                                  </p:stCondLst>
                                  <p:childTnLst>
                                    <p:animRot by="49680">
                                      <p:cBhvr>
                                        <p:cTn id="168" dur="12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69" presetID="0" presetClass="path" presetSubtype="0" fill="hold" grpId="4" nodeType="withEffect">
                                  <p:stCondLst>
                                    <p:cond delay="240"/>
                                  </p:stCondLst>
                                  <p:childTnLst>
                                    <p:animMotion origin="layout" path="M 0.018774 2.5e-05 L 0.028037 5e-05 E" pathEditMode="relative" rAng="0" ptsTypes="AA">
                                      <p:cBhvr>
                                        <p:cTn id="170" dur="12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171" presetID="8" presetClass="emph" presetSubtype="0" fill="hold" grpId="5" nodeType="withEffect">
                                  <p:stCondLst>
                                    <p:cond delay="240"/>
                                  </p:stCondLst>
                                  <p:childTnLst>
                                    <p:animRot by="49680">
                                      <p:cBhvr>
                                        <p:cTn id="172" dur="12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73" presetID="0" presetClass="path" presetSubtype="0" fill="hold" grpId="4" nodeType="withEffect">
                                  <p:stCondLst>
                                    <p:cond delay="240"/>
                                  </p:stCondLst>
                                  <p:childTnLst>
                                    <p:animMotion origin="layout" path="M 0.016797 -9e-06 L 0.025242 -1.9e-05 E" pathEditMode="relative" rAng="0" ptsTypes="AA">
                                      <p:cBhvr>
                                        <p:cTn id="174" dur="12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175" presetID="8" presetClass="emph" presetSubtype="0" fill="hold" grpId="5" nodeType="withEffect">
                                  <p:stCondLst>
                                    <p:cond delay="240"/>
                                  </p:stCondLst>
                                  <p:childTnLst>
                                    <p:animRot by="49680">
                                      <p:cBhvr>
                                        <p:cTn id="176" dur="12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77" presetID="0" presetClass="path" presetSubtype="0" fill="hold" grpId="4" nodeType="withEffect">
                                  <p:stCondLst>
                                    <p:cond delay="240"/>
                                  </p:stCondLst>
                                  <p:childTnLst>
                                    <p:animMotion origin="layout" path="M 0.018935 5e-05 L 0.028265 9.9e-05 E" pathEditMode="relative" rAng="0" ptsTypes="AA">
                                      <p:cBhvr>
                                        <p:cTn id="178" dur="12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179" presetID="8" presetClass="emph" presetSubtype="0" fill="hold" grpId="5" nodeType="withEffect">
                                  <p:stCondLst>
                                    <p:cond delay="240"/>
                                  </p:stCondLst>
                                  <p:childTnLst>
                                    <p:animRot by="22380">
                                      <p:cBhvr>
                                        <p:cTn id="180" dur="12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81" presetID="0" presetClass="path" presetSubtype="0" fill="hold" grpId="4" nodeType="withEffect">
                                  <p:stCondLst>
                                    <p:cond delay="240"/>
                                  </p:stCondLst>
                                  <p:childTnLst>
                                    <p:animMotion origin="layout" path="M 0.019131 5.1e-05 L 0.028542 0.000102 E" pathEditMode="relative" rAng="0" ptsTypes="AA">
                                      <p:cBhvr>
                                        <p:cTn id="182" dur="12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183" presetID="8" presetClass="emph" presetSubtype="0" fill="hold" grpId="5" nodeType="withEffect">
                                  <p:stCondLst>
                                    <p:cond delay="240"/>
                                  </p:stCondLst>
                                  <p:childTnLst>
                                    <p:animRot by="22380">
                                      <p:cBhvr>
                                        <p:cTn id="184" dur="12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85" presetID="0" presetClass="path" presetSubtype="0" fill="hold" grpId="4" nodeType="withEffect">
                                  <p:stCondLst>
                                    <p:cond delay="240"/>
                                  </p:stCondLst>
                                  <p:childTnLst>
                                    <p:animMotion origin="layout" path="M 0.018965 0.000126 L 0.028306 0.000208 E" pathEditMode="relative" rAng="0" ptsTypes="AA">
                                      <p:cBhvr>
                                        <p:cTn id="186" dur="12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187" presetID="8" presetClass="emph" presetSubtype="0" fill="hold" grpId="5" nodeType="withEffect">
                                  <p:stCondLst>
                                    <p:cond delay="240"/>
                                  </p:stCondLst>
                                  <p:childTnLst>
                                    <p:animRot by="22380">
                                      <p:cBhvr>
                                        <p:cTn id="188" dur="12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89" presetID="0" presetClass="path" presetSubtype="0" fill="hold" grpId="2" nodeType="withEffect">
                                  <p:stCondLst>
                                    <p:cond delay="240"/>
                                  </p:stCondLst>
                                  <p:childTnLst>
                                    <p:animMotion origin="layout" path="M 0.018268 -0.000316 L 0.027323 -0.00043 E" pathEditMode="relative" rAng="0" ptsTypes="AA">
                                      <p:cBhvr>
                                        <p:cTn id="190" dur="12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191" presetID="0" presetClass="path" presetSubtype="0" fill="hold" grpId="4" nodeType="withEffect">
                                  <p:stCondLst>
                                    <p:cond delay="240"/>
                                  </p:stCondLst>
                                  <p:childTnLst>
                                    <p:animMotion origin="layout" path="M 0.017333 0 L 0.026 0 E" pathEditMode="relative" rAng="0" ptsTypes="AA">
                                      <p:cBhvr>
                                        <p:cTn id="192" dur="12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193" presetID="0" presetClass="path" presetSubtype="0" fill="hold" grpId="2" nodeType="withEffect">
                                  <p:stCondLst>
                                    <p:cond delay="240"/>
                                  </p:stCondLst>
                                  <p:childTnLst>
                                    <p:animMotion origin="layout" path="M 0.01631 -3.2e-05 L 0.024553 -6.4e-05 E" pathEditMode="relative" rAng="0" ptsTypes="AA">
                                      <p:cBhvr>
                                        <p:cTn id="194" dur="12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195" presetID="0" presetClass="path" presetSubtype="0" fill="hold" grpId="2" nodeType="withEffect">
                                  <p:stCondLst>
                                    <p:cond delay="240"/>
                                  </p:stCondLst>
                                  <p:childTnLst>
                                    <p:animMotion origin="layout" path="M 0.01631 -3.2e-05 L 0.024553 -6.4e-05 E" pathEditMode="relative" rAng="0" ptsTypes="AA">
                                      <p:cBhvr>
                                        <p:cTn id="196" dur="12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197" presetID="0" presetClass="path" presetSubtype="0" fill="hold" grpId="2" nodeType="withEffect">
                                  <p:stCondLst>
                                    <p:cond delay="240"/>
                                  </p:stCondLst>
                                  <p:childTnLst>
                                    <p:animMotion origin="layout" path="M 0.01631 -3.2e-05 L 0.024553 -6.4e-05 E" pathEditMode="relative" rAng="0" ptsTypes="AA">
                                      <p:cBhvr>
                                        <p:cTn id="198" dur="12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199" presetID="0" presetClass="path" presetSubtype="0" fill="hold" grpId="2" nodeType="withEffect">
                                  <p:stCondLst>
                                    <p:cond delay="240"/>
                                  </p:stCondLst>
                                  <p:childTnLst>
                                    <p:animMotion origin="layout" path="M 0.01631 -3.2e-05 L 0.024553 -6.4e-05 E" pathEditMode="relative" rAng="0" ptsTypes="AA">
                                      <p:cBhvr>
                                        <p:cTn id="200" dur="12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201" presetID="0" presetClass="path" presetSubtype="0" fill="hold" grpId="2" nodeType="withEffect">
                                  <p:stCondLst>
                                    <p:cond delay="240"/>
                                  </p:stCondLst>
                                  <p:childTnLst>
                                    <p:animMotion origin="layout" path="M 0.016309 2e-06 L 0.024552 -1.6e-05 E" pathEditMode="relative" rAng="0" ptsTypes="AA">
                                      <p:cBhvr>
                                        <p:cTn id="202" dur="12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203" presetID="0" presetClass="path" presetSubtype="0" fill="hold" grpId="2" nodeType="withEffect">
                                  <p:stCondLst>
                                    <p:cond delay="240"/>
                                  </p:stCondLst>
                                  <p:childTnLst>
                                    <p:animMotion origin="layout" path="M 0.016309 2e-06 L 0.024552 -1.6e-05 E" pathEditMode="relative" rAng="0" ptsTypes="AA">
                                      <p:cBhvr>
                                        <p:cTn id="204" dur="12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205" presetID="0" presetClass="path" presetSubtype="0" fill="hold" grpId="2" nodeType="withEffect">
                                  <p:stCondLst>
                                    <p:cond delay="240"/>
                                  </p:stCondLst>
                                  <p:childTnLst>
                                    <p:animMotion origin="layout" path="M 0.016309 2e-06 L 0.024552 -1.6e-05 E" pathEditMode="relative" rAng="0" ptsTypes="AA">
                                      <p:cBhvr>
                                        <p:cTn id="206" dur="12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207" presetID="0" presetClass="path" presetSubtype="0" fill="hold" grpId="2" nodeType="withEffect">
                                  <p:stCondLst>
                                    <p:cond delay="240"/>
                                  </p:stCondLst>
                                  <p:childTnLst>
                                    <p:animMotion origin="layout" path="M 0.01807 2.3e-05 L 0.027041 4.6e-05 E" pathEditMode="relative" rAng="0" ptsTypes="AA">
                                      <p:cBhvr>
                                        <p:cTn id="208" dur="12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209" presetID="0" presetClass="path" presetSubtype="0" fill="hold" grpId="2" nodeType="withEffect">
                                  <p:stCondLst>
                                    <p:cond delay="240"/>
                                  </p:stCondLst>
                                  <p:childTnLst>
                                    <p:animMotion origin="layout" path="M 0.01807 2.3e-05 L 0.027041 4.6e-05 E" pathEditMode="relative" rAng="0" ptsTypes="AA">
                                      <p:cBhvr>
                                        <p:cTn id="210" dur="12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211" presetID="0" presetClass="path" presetSubtype="0" fill="hold" grpId="2" nodeType="withEffect">
                                  <p:stCondLst>
                                    <p:cond delay="240"/>
                                  </p:stCondLst>
                                  <p:childTnLst>
                                    <p:animMotion origin="layout" path="M 0.01807 2.3e-05 L 0.027041 4.6e-05 E" pathEditMode="relative" rAng="0" ptsTypes="AA">
                                      <p:cBhvr>
                                        <p:cTn id="212" dur="12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213" presetID="0" presetClass="path" presetSubtype="0" fill="hold" grpId="2" nodeType="withEffect">
                                  <p:stCondLst>
                                    <p:cond delay="240"/>
                                  </p:stCondLst>
                                  <p:childTnLst>
                                    <p:animMotion origin="layout" path="M 0.01807 2.3e-05 L 0.027041 4.6e-05 E" pathEditMode="relative" rAng="0" ptsTypes="AA">
                                      <p:cBhvr>
                                        <p:cTn id="214" dur="12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215" presetID="0" presetClass="path" presetSubtype="0" fill="hold" grpId="2" nodeType="withEffect">
                                  <p:stCondLst>
                                    <p:cond delay="240"/>
                                  </p:stCondLst>
                                  <p:childTnLst>
                                    <p:animMotion origin="layout" path="M 0.01807 2.3e-05 L 0.027041 4.6e-05 E" pathEditMode="relative" rAng="0" ptsTypes="AA">
                                      <p:cBhvr>
                                        <p:cTn id="216" dur="12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217" presetID="0" presetClass="path" presetSubtype="0" fill="hold" grpId="2" nodeType="withEffect">
                                  <p:stCondLst>
                                    <p:cond delay="240"/>
                                  </p:stCondLst>
                                  <p:childTnLst>
                                    <p:animMotion origin="layout" path="M 0.01807 2.3e-05 L 0.027041 4.6e-05 E" pathEditMode="relative" rAng="0" ptsTypes="AA">
                                      <p:cBhvr>
                                        <p:cTn id="218" dur="12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219" presetID="0" presetClass="path" presetSubtype="0" fill="hold" grpId="6" nodeType="withEffect">
                                  <p:stCondLst>
                                    <p:cond delay="360"/>
                                  </p:stCondLst>
                                  <p:childTnLst>
                                    <p:animMotion origin="layout" path="M 0.026 -0 L 0.034667 -0 E" pathEditMode="relative" rAng="0" ptsTypes="AA">
                                      <p:cBhvr>
                                        <p:cTn id="220" dur="12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221" presetID="8" presetClass="emph" presetSubtype="0" fill="hold" grpId="7" nodeType="withEffect">
                                  <p:stCondLst>
                                    <p:cond delay="360"/>
                                  </p:stCondLst>
                                  <p:childTnLst>
                                    <p:animRot by="38160">
                                      <p:cBhvr>
                                        <p:cTn id="222" dur="12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223" presetID="0" presetClass="path" presetSubtype="0" fill="hold" grpId="6" nodeType="withEffect">
                                  <p:stCondLst>
                                    <p:cond delay="360"/>
                                  </p:stCondLst>
                                  <p:childTnLst>
                                    <p:animMotion origin="layout" path="M 0.028037 5e-05 L 0.037161 7.5e-05 E" pathEditMode="relative" rAng="0" ptsTypes="AA">
                                      <p:cBhvr>
                                        <p:cTn id="224" dur="12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225" presetID="8" presetClass="emph" presetSubtype="0" fill="hold" grpId="7" nodeType="withEffect">
                                  <p:stCondLst>
                                    <p:cond delay="360"/>
                                  </p:stCondLst>
                                  <p:childTnLst>
                                    <p:animRot by="38160">
                                      <p:cBhvr>
                                        <p:cTn id="226" dur="12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227" presetID="0" presetClass="path" presetSubtype="0" fill="hold" grpId="6" nodeType="withEffect">
                                  <p:stCondLst>
                                    <p:cond delay="360"/>
                                  </p:stCondLst>
                                  <p:childTnLst>
                                    <p:animMotion origin="layout" path="M 0.025242 -1.9e-05 L 0.033739 -2.8e-05 E" pathEditMode="relative" rAng="0" ptsTypes="AA">
                                      <p:cBhvr>
                                        <p:cTn id="228" dur="12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229" presetID="8" presetClass="emph" presetSubtype="0" fill="hold" grpId="7" nodeType="withEffect">
                                  <p:stCondLst>
                                    <p:cond delay="360"/>
                                  </p:stCondLst>
                                  <p:childTnLst>
                                    <p:animRot by="38160">
                                      <p:cBhvr>
                                        <p:cTn id="230" dur="12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231" presetID="0" presetClass="path" presetSubtype="0" fill="hold" grpId="6" nodeType="withEffect">
                                  <p:stCondLst>
                                    <p:cond delay="360"/>
                                  </p:stCondLst>
                                  <p:childTnLst>
                                    <p:animMotion origin="layout" path="M 0.028265 9.9e-05 L 0.03744 0.000149 E" pathEditMode="relative" rAng="0" ptsTypes="AA">
                                      <p:cBhvr>
                                        <p:cTn id="232" dur="12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233" presetID="8" presetClass="emph" presetSubtype="0" fill="hold" grpId="7" nodeType="withEffect">
                                  <p:stCondLst>
                                    <p:cond delay="360"/>
                                  </p:stCondLst>
                                  <p:childTnLst>
                                    <p:animRot by="17160">
                                      <p:cBhvr>
                                        <p:cTn id="234" dur="12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235" presetID="0" presetClass="path" presetSubtype="0" fill="hold" grpId="6" nodeType="withEffect">
                                  <p:stCondLst>
                                    <p:cond delay="360"/>
                                  </p:stCondLst>
                                  <p:childTnLst>
                                    <p:animMotion origin="layout" path="M 0.028542 0.000102 L 0.03778 0.000154 E" pathEditMode="relative" rAng="0" ptsTypes="AA">
                                      <p:cBhvr>
                                        <p:cTn id="236" dur="12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237" presetID="8" presetClass="emph" presetSubtype="0" fill="hold" grpId="7" nodeType="withEffect">
                                  <p:stCondLst>
                                    <p:cond delay="360"/>
                                  </p:stCondLst>
                                  <p:childTnLst>
                                    <p:animRot by="17160">
                                      <p:cBhvr>
                                        <p:cTn id="238" dur="12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239" presetID="0" presetClass="path" presetSubtype="0" fill="hold" grpId="6" nodeType="withEffect">
                                  <p:stCondLst>
                                    <p:cond delay="360"/>
                                  </p:stCondLst>
                                  <p:childTnLst>
                                    <p:animMotion origin="layout" path="M 0.028306 0.000208 L 0.037491 0.000282 E" pathEditMode="relative" rAng="0" ptsTypes="AA">
                                      <p:cBhvr>
                                        <p:cTn id="240" dur="12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241" presetID="8" presetClass="emph" presetSubtype="0" fill="hold" grpId="7" nodeType="withEffect">
                                  <p:stCondLst>
                                    <p:cond delay="360"/>
                                  </p:stCondLst>
                                  <p:childTnLst>
                                    <p:animRot by="17160">
                                      <p:cBhvr>
                                        <p:cTn id="242" dur="12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243" presetID="0" presetClass="path" presetSubtype="0" fill="hold" grpId="3" nodeType="withEffect">
                                  <p:stCondLst>
                                    <p:cond delay="360"/>
                                  </p:stCondLst>
                                  <p:childTnLst>
                                    <p:animMotion origin="layout" path="M 0.027323 -0.00043 L 0.036289 -0.000511 E" pathEditMode="relative" rAng="0" ptsTypes="AA">
                                      <p:cBhvr>
                                        <p:cTn id="244" dur="12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245" presetID="0" presetClass="path" presetSubtype="0" fill="hold" grpId="5" nodeType="withEffect">
                                  <p:stCondLst>
                                    <p:cond delay="360"/>
                                  </p:stCondLst>
                                  <p:childTnLst>
                                    <p:animMotion origin="layout" path="M 0.026 0 L 0.034667 0 E" pathEditMode="relative" rAng="0" ptsTypes="AA">
                                      <p:cBhvr>
                                        <p:cTn id="246" dur="12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247" presetID="6" presetClass="emph" presetSubtype="0" fill="hold" grpId="6" nodeType="withEffect">
                                  <p:stCondLst>
                                    <p:cond delay="360"/>
                                  </p:stCondLst>
                                  <p:childTnLst>
                                    <p:animScale>
                                      <p:cBhvr>
                                        <p:cTn id="248" dur="120" fill="hold"/>
                                        <p:tgtEl>
                                          <p:spTgt spid="23"/>
                                        </p:tgtEl>
                                      </p:cBhvr>
                                      <p:by x="106157" y="106157"/>
                                    </p:animScale>
                                  </p:childTnLst>
                                </p:cTn>
                              </p:par>
                              <p:par>
                                <p:cTn id="249" presetID="0" presetClass="path" presetSubtype="0" fill="hold" grpId="3" nodeType="withEffect">
                                  <p:stCondLst>
                                    <p:cond delay="360"/>
                                  </p:stCondLst>
                                  <p:childTnLst>
                                    <p:animMotion origin="layout" path="M 0.024553 -6.4e-05 L 0.032894 -9.5e-05 E" pathEditMode="relative" rAng="0" ptsTypes="AA">
                                      <p:cBhvr>
                                        <p:cTn id="250" dur="12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251" presetID="0" presetClass="path" presetSubtype="0" fill="hold" grpId="3" nodeType="withEffect">
                                  <p:stCondLst>
                                    <p:cond delay="360"/>
                                  </p:stCondLst>
                                  <p:childTnLst>
                                    <p:animMotion origin="layout" path="M 0.024553 -6.4e-05 L 0.032894 -9.5e-05 E" pathEditMode="relative" rAng="0" ptsTypes="AA">
                                      <p:cBhvr>
                                        <p:cTn id="252" dur="12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253" presetID="0" presetClass="path" presetSubtype="0" fill="hold" grpId="3" nodeType="withEffect">
                                  <p:stCondLst>
                                    <p:cond delay="360"/>
                                  </p:stCondLst>
                                  <p:childTnLst>
                                    <p:animMotion origin="layout" path="M 0.024553 -6.4e-05 L 0.032894 -9.5e-05 E" pathEditMode="relative" rAng="0" ptsTypes="AA">
                                      <p:cBhvr>
                                        <p:cTn id="254" dur="12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255" presetID="0" presetClass="path" presetSubtype="0" fill="hold" grpId="3" nodeType="withEffect">
                                  <p:stCondLst>
                                    <p:cond delay="360"/>
                                  </p:stCondLst>
                                  <p:childTnLst>
                                    <p:animMotion origin="layout" path="M 0.024553 -6.4e-05 L 0.032894 -9.5e-05 E" pathEditMode="relative" rAng="0" ptsTypes="AA">
                                      <p:cBhvr>
                                        <p:cTn id="256" dur="12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257" presetID="0" presetClass="path" presetSubtype="0" fill="hold" grpId="3" nodeType="withEffect">
                                  <p:stCondLst>
                                    <p:cond delay="360"/>
                                  </p:stCondLst>
                                  <p:childTnLst>
                                    <p:animMotion origin="layout" path="M 0.024552 -1.6e-05 L 0.032893 -3.7e-05 E" pathEditMode="relative" rAng="0" ptsTypes="AA">
                                      <p:cBhvr>
                                        <p:cTn id="258" dur="12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259" presetID="0" presetClass="path" presetSubtype="0" fill="hold" grpId="3" nodeType="withEffect">
                                  <p:stCondLst>
                                    <p:cond delay="360"/>
                                  </p:stCondLst>
                                  <p:childTnLst>
                                    <p:animMotion origin="layout" path="M 0.024552 -1.6e-05 L 0.032893 -3.7e-05 E" pathEditMode="relative" rAng="0" ptsTypes="AA">
                                      <p:cBhvr>
                                        <p:cTn id="260" dur="12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261" presetID="0" presetClass="path" presetSubtype="0" fill="hold" grpId="3" nodeType="withEffect">
                                  <p:stCondLst>
                                    <p:cond delay="360"/>
                                  </p:stCondLst>
                                  <p:childTnLst>
                                    <p:animMotion origin="layout" path="M 0.024552 -1.6e-05 L 0.032893 -3.7e-05 E" pathEditMode="relative" rAng="0" ptsTypes="AA">
                                      <p:cBhvr>
                                        <p:cTn id="262" dur="12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263" presetID="0" presetClass="path" presetSubtype="0" fill="hold" grpId="3" nodeType="withEffect">
                                  <p:stCondLst>
                                    <p:cond delay="360"/>
                                  </p:stCondLst>
                                  <p:childTnLst>
                                    <p:animMotion origin="layout" path="M 0.027041 4.6e-05 L 0.035942 6.9e-05 E" pathEditMode="relative" rAng="0" ptsTypes="AA">
                                      <p:cBhvr>
                                        <p:cTn id="264" dur="12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265" presetID="0" presetClass="path" presetSubtype="0" fill="hold" grpId="3" nodeType="withEffect">
                                  <p:stCondLst>
                                    <p:cond delay="360"/>
                                  </p:stCondLst>
                                  <p:childTnLst>
                                    <p:animMotion origin="layout" path="M 0.027041 4.6e-05 L 0.035942 6.9e-05 E" pathEditMode="relative" rAng="0" ptsTypes="AA">
                                      <p:cBhvr>
                                        <p:cTn id="266" dur="12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267" presetID="0" presetClass="path" presetSubtype="0" fill="hold" grpId="3" nodeType="withEffect">
                                  <p:stCondLst>
                                    <p:cond delay="360"/>
                                  </p:stCondLst>
                                  <p:childTnLst>
                                    <p:animMotion origin="layout" path="M 0.027041 4.6e-05 L 0.035942 6.9e-05 E" pathEditMode="relative" rAng="0" ptsTypes="AA">
                                      <p:cBhvr>
                                        <p:cTn id="268" dur="12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269" presetID="0" presetClass="path" presetSubtype="0" fill="hold" grpId="3" nodeType="withEffect">
                                  <p:stCondLst>
                                    <p:cond delay="360"/>
                                  </p:stCondLst>
                                  <p:childTnLst>
                                    <p:animMotion origin="layout" path="M 0.027041 4.6e-05 L 0.035942 6.9e-05 E" pathEditMode="relative" rAng="0" ptsTypes="AA">
                                      <p:cBhvr>
                                        <p:cTn id="270" dur="12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271" presetID="0" presetClass="path" presetSubtype="0" fill="hold" grpId="3" nodeType="withEffect">
                                  <p:stCondLst>
                                    <p:cond delay="360"/>
                                  </p:stCondLst>
                                  <p:childTnLst>
                                    <p:animMotion origin="layout" path="M 0.027041 4.6e-05 L 0.035942 6.9e-05 E" pathEditMode="relative" rAng="0" ptsTypes="AA">
                                      <p:cBhvr>
                                        <p:cTn id="272" dur="12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273" presetID="0" presetClass="path" presetSubtype="0" fill="hold" grpId="3" nodeType="withEffect">
                                  <p:stCondLst>
                                    <p:cond delay="360"/>
                                  </p:stCondLst>
                                  <p:childTnLst>
                                    <p:animMotion origin="layout" path="M 0.027041 4.6e-05 L 0.035942 6.9e-05 E" pathEditMode="relative" rAng="0" ptsTypes="AA">
                                      <p:cBhvr>
                                        <p:cTn id="274" dur="12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275" presetID="0" presetClass="path" presetSubtype="0" fill="hold" grpId="8" nodeType="withEffect">
                                  <p:stCondLst>
                                    <p:cond delay="480"/>
                                  </p:stCondLst>
                                  <p:childTnLst>
                                    <p:animMotion origin="layout" path="M 0.034667 -0 L 0.043333 0 E" pathEditMode="relative" rAng="0" ptsTypes="AA">
                                      <p:cBhvr>
                                        <p:cTn id="276" dur="12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277" presetID="8" presetClass="emph" presetSubtype="0" fill="hold" grpId="9" nodeType="withEffect">
                                  <p:stCondLst>
                                    <p:cond delay="480"/>
                                  </p:stCondLst>
                                  <p:childTnLst>
                                    <p:animRot by="24000">
                                      <p:cBhvr>
                                        <p:cTn id="278" dur="12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279" presetID="0" presetClass="path" presetSubtype="0" fill="hold" grpId="8" nodeType="withEffect">
                                  <p:stCondLst>
                                    <p:cond delay="480"/>
                                  </p:stCondLst>
                                  <p:childTnLst>
                                    <p:animMotion origin="layout" path="M 0.037161 7.5e-05 L 0.046115 9.4e-05 E" pathEditMode="relative" rAng="0" ptsTypes="AA">
                                      <p:cBhvr>
                                        <p:cTn id="280" dur="12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281" presetID="8" presetClass="emph" presetSubtype="0" fill="hold" grpId="9" nodeType="withEffect">
                                  <p:stCondLst>
                                    <p:cond delay="480"/>
                                  </p:stCondLst>
                                  <p:childTnLst>
                                    <p:animRot by="24000">
                                      <p:cBhvr>
                                        <p:cTn id="282" dur="12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283" presetID="0" presetClass="path" presetSubtype="0" fill="hold" grpId="8" nodeType="withEffect">
                                  <p:stCondLst>
                                    <p:cond delay="480"/>
                                  </p:stCondLst>
                                  <p:childTnLst>
                                    <p:animMotion origin="layout" path="M 0.033739 -2.8e-05 L 0.042298 -3.5e-05 E" pathEditMode="relative" rAng="0" ptsTypes="AA">
                                      <p:cBhvr>
                                        <p:cTn id="284" dur="12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285" presetID="8" presetClass="emph" presetSubtype="0" fill="hold" grpId="9" nodeType="withEffect">
                                  <p:stCondLst>
                                    <p:cond delay="480"/>
                                  </p:stCondLst>
                                  <p:childTnLst>
                                    <p:animRot by="24000">
                                      <p:cBhvr>
                                        <p:cTn id="286" dur="12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287" presetID="0" presetClass="path" presetSubtype="0" fill="hold" grpId="8" nodeType="withEffect">
                                  <p:stCondLst>
                                    <p:cond delay="480"/>
                                  </p:stCondLst>
                                  <p:childTnLst>
                                    <p:animMotion origin="layout" path="M 0.03744 0.000149 L 0.046426 0.000185 E" pathEditMode="relative" rAng="0" ptsTypes="AA">
                                      <p:cBhvr>
                                        <p:cTn id="288" dur="12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289" presetID="8" presetClass="emph" presetSubtype="0" fill="hold" grpId="9" nodeType="withEffect">
                                  <p:stCondLst>
                                    <p:cond delay="480"/>
                                  </p:stCondLst>
                                  <p:childTnLst>
                                    <p:animRot by="-139200">
                                      <p:cBhvr>
                                        <p:cTn id="290" dur="12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291" presetID="0" presetClass="path" presetSubtype="0" fill="hold" grpId="8" nodeType="withEffect">
                                  <p:stCondLst>
                                    <p:cond delay="480"/>
                                  </p:stCondLst>
                                  <p:childTnLst>
                                    <p:animMotion origin="layout" path="M 0.03778 0.000154 L 0.04626 0.000187 E" pathEditMode="relative" rAng="0" ptsTypes="AA">
                                      <p:cBhvr>
                                        <p:cTn id="292" dur="12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293" presetID="8" presetClass="emph" presetSubtype="0" fill="hold" grpId="9" nodeType="withEffect">
                                  <p:stCondLst>
                                    <p:cond delay="480"/>
                                  </p:stCondLst>
                                  <p:childTnLst>
                                    <p:animRot by="-139200">
                                      <p:cBhvr>
                                        <p:cTn id="294" dur="12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295" presetID="0" presetClass="path" presetSubtype="0" fill="hold" grpId="8" nodeType="withEffect">
                                  <p:stCondLst>
                                    <p:cond delay="480"/>
                                  </p:stCondLst>
                                  <p:childTnLst>
                                    <p:animMotion origin="layout" path="M 0.037491 0.000282 L 0.0464 0.000121 E" pathEditMode="relative" rAng="0" ptsTypes="AA">
                                      <p:cBhvr>
                                        <p:cTn id="296" dur="12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297" presetID="8" presetClass="emph" presetSubtype="0" fill="hold" grpId="9" nodeType="withEffect">
                                  <p:stCondLst>
                                    <p:cond delay="480"/>
                                  </p:stCondLst>
                                  <p:childTnLst>
                                    <p:animRot by="-139200">
                                      <p:cBhvr>
                                        <p:cTn id="298" dur="12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299" presetID="0" presetClass="path" presetSubtype="0" fill="hold" grpId="4" nodeType="withEffect">
                                  <p:stCondLst>
                                    <p:cond delay="480"/>
                                  </p:stCondLst>
                                  <p:childTnLst>
                                    <p:animMotion origin="layout" path="M 0.036289 -0.000511 L 0.045127 -0.000712 E" pathEditMode="relative" rAng="0" ptsTypes="AA">
                                      <p:cBhvr>
                                        <p:cTn id="300" dur="12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301" presetID="8" presetClass="emph" presetSubtype="0" fill="hold" grpId="5" nodeType="withEffect">
                                  <p:stCondLst>
                                    <p:cond delay="480"/>
                                  </p:stCondLst>
                                  <p:childTnLst>
                                    <p:animRot by="20220">
                                      <p:cBhvr>
                                        <p:cTn id="302" dur="12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03" presetID="0" presetClass="path" presetSubtype="0" fill="hold" grpId="7" nodeType="withEffect">
                                  <p:stCondLst>
                                    <p:cond delay="480"/>
                                  </p:stCondLst>
                                  <p:childTnLst>
                                    <p:animMotion origin="layout" path="M 0.034667 0 L 0.043333 0 E" pathEditMode="relative" rAng="0" ptsTypes="AA">
                                      <p:cBhvr>
                                        <p:cTn id="304" dur="12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305" presetID="6" presetClass="emph" presetSubtype="0" fill="hold" grpId="8" nodeType="withEffect">
                                  <p:stCondLst>
                                    <p:cond delay="480"/>
                                  </p:stCondLst>
                                  <p:childTnLst>
                                    <p:animScale>
                                      <p:cBhvr>
                                        <p:cTn id="306" dur="120" fill="hold"/>
                                        <p:tgtEl>
                                          <p:spTgt spid="23"/>
                                        </p:tgtEl>
                                      </p:cBhvr>
                                      <p:by x="103573" y="103573"/>
                                    </p:animScale>
                                  </p:childTnLst>
                                </p:cTn>
                              </p:par>
                              <p:par>
                                <p:cTn id="307" presetID="0" presetClass="path" presetSubtype="0" fill="hold" grpId="4" nodeType="withEffect">
                                  <p:stCondLst>
                                    <p:cond delay="480"/>
                                  </p:stCondLst>
                                  <p:childTnLst>
                                    <p:animMotion origin="layout" path="M 0.032894 -9.5e-05 L 0.040708 -0.00014 E" pathEditMode="relative" rAng="0" ptsTypes="AA">
                                      <p:cBhvr>
                                        <p:cTn id="308" dur="12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309" presetID="8" presetClass="emph" presetSubtype="0" fill="hold" grpId="5" nodeType="withEffect">
                                  <p:stCondLst>
                                    <p:cond delay="480"/>
                                  </p:stCondLst>
                                  <p:childTnLst>
                                    <p:animRot by="130380">
                                      <p:cBhvr>
                                        <p:cTn id="310" dur="12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11" presetID="0" presetClass="path" presetSubtype="0" fill="hold" grpId="4" nodeType="withEffect">
                                  <p:stCondLst>
                                    <p:cond delay="480"/>
                                  </p:stCondLst>
                                  <p:childTnLst>
                                    <p:animMotion origin="layout" path="M 0.032894 -9.5e-05 L 0.034795 -0.001684 E" pathEditMode="relative" rAng="0" ptsTypes="AA">
                                      <p:cBhvr>
                                        <p:cTn id="312" dur="12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313" presetID="8" presetClass="emph" presetSubtype="0" fill="hold" grpId="5" nodeType="withEffect">
                                  <p:stCondLst>
                                    <p:cond delay="480"/>
                                  </p:stCondLst>
                                  <p:childTnLst>
                                    <p:animRot by="1129980">
                                      <p:cBhvr>
                                        <p:cTn id="314" dur="12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15" presetID="0" presetClass="path" presetSubtype="0" fill="hold" grpId="4" nodeType="withEffect">
                                  <p:stCondLst>
                                    <p:cond delay="480"/>
                                  </p:stCondLst>
                                  <p:childTnLst>
                                    <p:animMotion origin="layout" path="M 0.032894 -9.5e-05 L 0.027304 -0.00084 E" pathEditMode="relative" rAng="0" ptsTypes="AA">
                                      <p:cBhvr>
                                        <p:cTn id="316" dur="12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317" presetID="8" presetClass="emph" presetSubtype="0" fill="hold" grpId="5" nodeType="withEffect">
                                  <p:stCondLst>
                                    <p:cond delay="480"/>
                                  </p:stCondLst>
                                  <p:childTnLst>
                                    <p:animRot by="1943880">
                                      <p:cBhvr>
                                        <p:cTn id="318" dur="12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19" presetID="0" presetClass="path" presetSubtype="0" fill="hold" grpId="4" nodeType="withEffect">
                                  <p:stCondLst>
                                    <p:cond delay="480"/>
                                  </p:stCondLst>
                                  <p:childTnLst>
                                    <p:animMotion origin="layout" path="M 0.032894 -9.5e-05 L 0.023189 -0.002035 E" pathEditMode="relative" rAng="0" ptsTypes="AA">
                                      <p:cBhvr>
                                        <p:cTn id="320" dur="12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321" presetID="8" presetClass="emph" presetSubtype="0" fill="hold" grpId="5" nodeType="withEffect">
                                  <p:stCondLst>
                                    <p:cond delay="480"/>
                                  </p:stCondLst>
                                  <p:childTnLst>
                                    <p:animRot by="1943880">
                                      <p:cBhvr>
                                        <p:cTn id="322" dur="12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23" presetID="0" presetClass="path" presetSubtype="0" fill="hold" grpId="4" nodeType="withEffect">
                                  <p:stCondLst>
                                    <p:cond delay="480"/>
                                  </p:stCondLst>
                                  <p:childTnLst>
                                    <p:animMotion origin="layout" path="M 0.032893 -3.7e-05 L 0.040707 -7.6e-05 E" pathEditMode="relative" rAng="0" ptsTypes="AA">
                                      <p:cBhvr>
                                        <p:cTn id="324" dur="12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325" presetID="8" presetClass="emph" presetSubtype="0" fill="hold" grpId="5" nodeType="withEffect">
                                  <p:stCondLst>
                                    <p:cond delay="480"/>
                                  </p:stCondLst>
                                  <p:childTnLst>
                                    <p:animRot by="130380">
                                      <p:cBhvr>
                                        <p:cTn id="326" dur="12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27" presetID="0" presetClass="path" presetSubtype="0" fill="hold" grpId="4" nodeType="withEffect">
                                  <p:stCondLst>
                                    <p:cond delay="480"/>
                                  </p:stCondLst>
                                  <p:childTnLst>
                                    <p:animMotion origin="layout" path="M 0.032893 -3.7e-05 L 0.039336 -0.000158 E" pathEditMode="relative" rAng="0" ptsTypes="AA">
                                      <p:cBhvr>
                                        <p:cTn id="328" dur="12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329" presetID="8" presetClass="emph" presetSubtype="0" fill="hold" grpId="5" nodeType="withEffect">
                                  <p:stCondLst>
                                    <p:cond delay="480"/>
                                  </p:stCondLst>
                                  <p:childTnLst>
                                    <p:animRot by="130380">
                                      <p:cBhvr>
                                        <p:cTn id="330" dur="12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31" presetID="0" presetClass="path" presetSubtype="0" fill="hold" grpId="4" nodeType="withEffect">
                                  <p:stCondLst>
                                    <p:cond delay="480"/>
                                  </p:stCondLst>
                                  <p:childTnLst>
                                    <p:animMotion origin="layout" path="M 0.032893 -3.7e-05 L 0.039325 -0.00127 E" pathEditMode="relative" rAng="0" ptsTypes="AA">
                                      <p:cBhvr>
                                        <p:cTn id="332" dur="12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333" presetID="8" presetClass="emph" presetSubtype="0" fill="hold" grpId="5" nodeType="withEffect">
                                  <p:stCondLst>
                                    <p:cond delay="480"/>
                                  </p:stCondLst>
                                  <p:childTnLst>
                                    <p:animRot by="-683520">
                                      <p:cBhvr>
                                        <p:cTn id="334" dur="12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35" presetID="0" presetClass="path" presetSubtype="0" fill="hold" grpId="4" nodeType="withEffect">
                                  <p:stCondLst>
                                    <p:cond delay="480"/>
                                  </p:stCondLst>
                                  <p:childTnLst>
                                    <p:animMotion origin="layout" path="M 0.035942 6.9e-05 L 0.04393 4.5e-05 E" pathEditMode="relative" rAng="0" ptsTypes="AA">
                                      <p:cBhvr>
                                        <p:cTn id="336" dur="12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337" presetID="8" presetClass="emph" presetSubtype="0" fill="hold" grpId="5" nodeType="withEffect">
                                  <p:stCondLst>
                                    <p:cond delay="480"/>
                                  </p:stCondLst>
                                  <p:childTnLst>
                                    <p:animRot by="187200">
                                      <p:cBhvr>
                                        <p:cTn id="338" dur="12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39" presetID="0" presetClass="path" presetSubtype="0" fill="hold" grpId="4" nodeType="withEffect">
                                  <p:stCondLst>
                                    <p:cond delay="480"/>
                                  </p:stCondLst>
                                  <p:childTnLst>
                                    <p:animMotion origin="layout" path="M 0.035942 6.9e-05 L 0.045957 -0.000555 E" pathEditMode="relative" rAng="0" ptsTypes="AA">
                                      <p:cBhvr>
                                        <p:cTn id="340" dur="12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341" presetID="8" presetClass="emph" presetSubtype="0" fill="hold" grpId="5" nodeType="withEffect">
                                  <p:stCondLst>
                                    <p:cond delay="480"/>
                                  </p:stCondLst>
                                  <p:childTnLst>
                                    <p:animRot by="-712800">
                                      <p:cBhvr>
                                        <p:cTn id="342" dur="12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43" presetID="0" presetClass="path" presetSubtype="0" fill="hold" grpId="4" nodeType="withEffect">
                                  <p:stCondLst>
                                    <p:cond delay="480"/>
                                  </p:stCondLst>
                                  <p:childTnLst>
                                    <p:animMotion origin="layout" path="M 0.035942 6.9e-05 L 0.04393 4.5e-05 E" pathEditMode="relative" rAng="0" ptsTypes="AA">
                                      <p:cBhvr>
                                        <p:cTn id="344" dur="12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345" presetID="8" presetClass="emph" presetSubtype="0" fill="hold" grpId="5" nodeType="withEffect">
                                  <p:stCondLst>
                                    <p:cond delay="480"/>
                                  </p:stCondLst>
                                  <p:childTnLst>
                                    <p:animRot by="187200">
                                      <p:cBhvr>
                                        <p:cTn id="346" dur="12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47" presetID="0" presetClass="path" presetSubtype="0" fill="hold" grpId="4" nodeType="withEffect">
                                  <p:stCondLst>
                                    <p:cond delay="480"/>
                                  </p:stCondLst>
                                  <p:childTnLst>
                                    <p:animMotion origin="layout" path="M 0.035942 6.9e-05 L 0.047132 -0.001064 E" pathEditMode="relative" rAng="0" ptsTypes="AA">
                                      <p:cBhvr>
                                        <p:cTn id="348" dur="12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349" presetID="8" presetClass="emph" presetSubtype="0" fill="hold" grpId="5" nodeType="withEffect">
                                  <p:stCondLst>
                                    <p:cond delay="480"/>
                                  </p:stCondLst>
                                  <p:childTnLst>
                                    <p:animRot by="-1010820">
                                      <p:cBhvr>
                                        <p:cTn id="350" dur="12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51" presetID="0" presetClass="path" presetSubtype="0" fill="hold" grpId="4" nodeType="withEffect">
                                  <p:stCondLst>
                                    <p:cond delay="480"/>
                                  </p:stCondLst>
                                  <p:childTnLst>
                                    <p:animMotion origin="layout" path="M 0.035942 6.9e-05 L 0.053168 -0.002395 E" pathEditMode="relative" rAng="0" ptsTypes="AA">
                                      <p:cBhvr>
                                        <p:cTn id="352" dur="12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353" presetID="8" presetClass="emph" presetSubtype="0" fill="hold" grpId="5" nodeType="withEffect">
                                  <p:stCondLst>
                                    <p:cond delay="480"/>
                                  </p:stCondLst>
                                  <p:childTnLst>
                                    <p:animRot by="-823860">
                                      <p:cBhvr>
                                        <p:cTn id="354" dur="12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55" presetID="0" presetClass="path" presetSubtype="0" fill="hold" grpId="4" nodeType="withEffect">
                                  <p:stCondLst>
                                    <p:cond delay="480"/>
                                  </p:stCondLst>
                                  <p:childTnLst>
                                    <p:animMotion origin="layout" path="M 0.035942 6.9e-05 L 0.049408 -0.001943 E" pathEditMode="relative" rAng="0" ptsTypes="AA">
                                      <p:cBhvr>
                                        <p:cTn id="356" dur="12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357" presetID="8" presetClass="emph" presetSubtype="0" fill="hold" grpId="5" nodeType="withEffect">
                                  <p:stCondLst>
                                    <p:cond delay="480"/>
                                  </p:stCondLst>
                                  <p:childTnLst>
                                    <p:animRot by="-823860">
                                      <p:cBhvr>
                                        <p:cTn id="358" dur="12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59" presetID="0" presetClass="path" presetSubtype="0" fill="hold" grpId="10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.043333 0 L 0.050022 -0.003455 E" pathEditMode="relative" rAng="0" ptsTypes="AA">
                                      <p:cBhvr>
                                        <p:cTn id="360" dur="12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361" presetID="8" presetClass="emph" presetSubtype="0" fill="hold" grpId="11" nodeType="withEffect">
                                  <p:stCondLst>
                                    <p:cond delay="600"/>
                                  </p:stCondLst>
                                  <p:childTnLst>
                                    <p:animRot by="-69420">
                                      <p:cBhvr>
                                        <p:cTn id="362" dur="12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63" presetID="0" presetClass="path" presetSubtype="0" fill="hold" grpId="10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.046115 9.4e-05 L 0.051971 -0.003409 E" pathEditMode="relative" rAng="0" ptsTypes="AA">
                                      <p:cBhvr>
                                        <p:cTn id="364" dur="12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365" presetID="8" presetClass="emph" presetSubtype="0" fill="hold" grpId="11" nodeType="withEffect">
                                  <p:stCondLst>
                                    <p:cond delay="600"/>
                                  </p:stCondLst>
                                  <p:childTnLst>
                                    <p:animRot by="-69420">
                                      <p:cBhvr>
                                        <p:cTn id="366" dur="12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67" presetID="0" presetClass="path" presetSubtype="0" fill="hold" grpId="10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.042298 -3.5e-05 L 0.049296 -0.003472 E" pathEditMode="relative" rAng="0" ptsTypes="AA">
                                      <p:cBhvr>
                                        <p:cTn id="368" dur="12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369" presetID="8" presetClass="emph" presetSubtype="0" fill="hold" grpId="11" nodeType="withEffect">
                                  <p:stCondLst>
                                    <p:cond delay="600"/>
                                  </p:stCondLst>
                                  <p:childTnLst>
                                    <p:animRot by="-69420">
                                      <p:cBhvr>
                                        <p:cTn id="370" dur="12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71" presetID="0" presetClass="path" presetSubtype="0" fill="hold" grpId="10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.046426 0.000185 L 0.052189 -0.003364 E" pathEditMode="relative" rAng="0" ptsTypes="AA">
                                      <p:cBhvr>
                                        <p:cTn id="372" dur="12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373" presetID="8" presetClass="emph" presetSubtype="0" fill="hold" grpId="11" nodeType="withEffect">
                                  <p:stCondLst>
                                    <p:cond delay="600"/>
                                  </p:stCondLst>
                                  <p:childTnLst>
                                    <p:animRot by="72420">
                                      <p:cBhvr>
                                        <p:cTn id="374" dur="12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75" presetID="0" presetClass="path" presetSubtype="0" fill="hold" grpId="10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.04626 0.000187 L 0.052287 -0.003363 E" pathEditMode="relative" rAng="0" ptsTypes="AA">
                                      <p:cBhvr>
                                        <p:cTn id="376" dur="12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377" presetID="8" presetClass="emph" presetSubtype="0" fill="hold" grpId="11" nodeType="withEffect">
                                  <p:stCondLst>
                                    <p:cond delay="600"/>
                                  </p:stCondLst>
                                  <p:childTnLst>
                                    <p:animRot by="72420">
                                      <p:cBhvr>
                                        <p:cTn id="378" dur="12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79" presetID="0" presetClass="path" presetSubtype="0" fill="hold" grpId="10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.0464 0.000121 L 0.052204 -0.003326 E" pathEditMode="relative" rAng="0" ptsTypes="AA">
                                      <p:cBhvr>
                                        <p:cTn id="380" dur="12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381" presetID="8" presetClass="emph" presetSubtype="0" fill="hold" grpId="11" nodeType="withEffect">
                                  <p:stCondLst>
                                    <p:cond delay="600"/>
                                  </p:stCondLst>
                                  <p:childTnLst>
                                    <p:animRot by="72420">
                                      <p:cBhvr>
                                        <p:cTn id="382" dur="12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83" presetID="0" presetClass="path" presetSubtype="0" fill="hold" grpId="6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.045127 -0.000712 L 0.051103 -0.012157 E" pathEditMode="relative" rAng="0" ptsTypes="AA">
                                      <p:cBhvr>
                                        <p:cTn id="384" dur="12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385" presetID="8" presetClass="emph" presetSubtype="0" fill="hold" grpId="7" nodeType="withEffect">
                                  <p:stCondLst>
                                    <p:cond delay="600"/>
                                  </p:stCondLst>
                                  <p:childTnLst>
                                    <p:animRot by="1055280">
                                      <p:cBhvr>
                                        <p:cTn id="386" dur="12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87" presetID="0" presetClass="path" presetSubtype="0" fill="hold" grpId="9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.043333 0 L 0.050022 0 E" pathEditMode="relative" rAng="0" ptsTypes="AA">
                                      <p:cBhvr>
                                        <p:cTn id="388" dur="12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389" presetID="6" presetClass="emph" presetSubtype="0" fill="hold" grpId="10" nodeType="withEffect">
                                  <p:stCondLst>
                                    <p:cond delay="600"/>
                                  </p:stCondLst>
                                  <p:childTnLst>
                                    <p:animScale>
                                      <p:cBhvr>
                                        <p:cTn id="390" dur="120" fill="hold"/>
                                        <p:tgtEl>
                                          <p:spTgt spid="23"/>
                                        </p:tgtEl>
                                      </p:cBhvr>
                                      <p:by x="96550" y="96550"/>
                                    </p:animScale>
                                  </p:childTnLst>
                                </p:cTn>
                              </p:par>
                              <p:par>
                                <p:cTn id="391" presetID="0" presetClass="path" presetSubtype="0" fill="hold" grpId="6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.040708 -0.00014 L 0.044497 -0.004417 E" pathEditMode="relative" rAng="0" ptsTypes="AA">
                                      <p:cBhvr>
                                        <p:cTn id="392" dur="12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393" presetID="8" presetClass="emph" presetSubtype="0" fill="hold" grpId="7" nodeType="withEffect">
                                  <p:stCondLst>
                                    <p:cond delay="600"/>
                                  </p:stCondLst>
                                  <p:childTnLst>
                                    <p:animRot by="709920">
                                      <p:cBhvr>
                                        <p:cTn id="394" dur="12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95" presetID="0" presetClass="path" presetSubtype="0" fill="hold" grpId="6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.034795 -0.001684 L 0.034859 -0.006768 E" pathEditMode="relative" rAng="0" ptsTypes="AA">
                                      <p:cBhvr>
                                        <p:cTn id="396" dur="12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397" presetID="8" presetClass="emph" presetSubtype="0" fill="hold" grpId="7" nodeType="withEffect">
                                  <p:stCondLst>
                                    <p:cond delay="600"/>
                                  </p:stCondLst>
                                  <p:childTnLst>
                                    <p:animRot by="-92220">
                                      <p:cBhvr>
                                        <p:cTn id="398" dur="12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99" presetID="0" presetClass="path" presetSubtype="0" fill="hold" grpId="6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.027304 -0.00084 L 0.027946 -0.005775 E" pathEditMode="relative" rAng="0" ptsTypes="AA">
                                      <p:cBhvr>
                                        <p:cTn id="400" dur="12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401" presetID="8" presetClass="emph" presetSubtype="0" fill="hold" grpId="7" nodeType="withEffect">
                                  <p:stCondLst>
                                    <p:cond delay="600"/>
                                  </p:stCondLst>
                                  <p:childTnLst>
                                    <p:animRot by="-125520">
                                      <p:cBhvr>
                                        <p:cTn id="402" dur="12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403" presetID="0" presetClass="path" presetSubtype="0" fill="hold" grpId="6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.023189 -0.002035 L 0.024071 -0.006825 E" pathEditMode="relative" rAng="0" ptsTypes="AA">
                                      <p:cBhvr>
                                        <p:cTn id="404" dur="12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405" presetID="8" presetClass="emph" presetSubtype="0" fill="hold" grpId="7" nodeType="withEffect">
                                  <p:stCondLst>
                                    <p:cond delay="600"/>
                                  </p:stCondLst>
                                  <p:childTnLst>
                                    <p:animRot by="-125520">
                                      <p:cBhvr>
                                        <p:cTn id="406" dur="12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407" presetID="0" presetClass="path" presetSubtype="0" fill="hold" grpId="6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.040707 -7.6e-05 L 0.055165 -0.00577 E" pathEditMode="relative" rAng="0" ptsTypes="AA">
                                      <p:cBhvr>
                                        <p:cTn id="408" dur="12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409" presetID="8" presetClass="emph" presetSubtype="0" fill="hold" grpId="7" nodeType="withEffect">
                                  <p:stCondLst>
                                    <p:cond delay="600"/>
                                  </p:stCondLst>
                                  <p:childTnLst>
                                    <p:animRot by="-1476660">
                                      <p:cBhvr>
                                        <p:cTn id="410" dur="12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411" presetID="0" presetClass="path" presetSubtype="0" fill="hold" grpId="6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.039336 -0.000158 L 0.068684 -0.010038 E" pathEditMode="relative" rAng="0" ptsTypes="AA">
                                      <p:cBhvr>
                                        <p:cTn id="412" dur="12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413" presetID="8" presetClass="emph" presetSubtype="0" fill="hold" grpId="7" nodeType="withEffect">
                                  <p:stCondLst>
                                    <p:cond delay="600"/>
                                  </p:stCondLst>
                                  <p:childTnLst>
                                    <p:animRot by="-1399680">
                                      <p:cBhvr>
                                        <p:cTn id="414" dur="12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415" presetID="0" presetClass="path" presetSubtype="0" fill="hold" grpId="6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.039325 -0.00127 L 0.075849 -0.016085 E" pathEditMode="relative" rAng="0" ptsTypes="AA">
                                      <p:cBhvr>
                                        <p:cTn id="416" dur="12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417" presetID="8" presetClass="emph" presetSubtype="0" fill="hold" grpId="7" nodeType="withEffect">
                                  <p:stCondLst>
                                    <p:cond delay="600"/>
                                  </p:stCondLst>
                                  <p:childTnLst>
                                    <p:animRot by="-1366380">
                                      <p:cBhvr>
                                        <p:cTn id="418" dur="12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419" presetID="0" presetClass="path" presetSubtype="0" fill="hold" grpId="6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.04393 4.5e-05 L 0.054768 -0.00425 E" pathEditMode="relative" rAng="0" ptsTypes="AA">
                                      <p:cBhvr>
                                        <p:cTn id="420" dur="12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421" presetID="8" presetClass="emph" presetSubtype="0" fill="hold" grpId="7" nodeType="withEffect">
                                  <p:stCondLst>
                                    <p:cond delay="600"/>
                                  </p:stCondLst>
                                  <p:childTnLst>
                                    <p:animRot by="-1046280">
                                      <p:cBhvr>
                                        <p:cTn id="422" dur="12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423" presetID="0" presetClass="path" presetSubtype="0" fill="hold" grpId="6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.045957 -0.000555 L 0.067601 -0.010737 E" pathEditMode="relative" rAng="0" ptsTypes="AA">
                                      <p:cBhvr>
                                        <p:cTn id="424" dur="12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425" presetID="8" presetClass="emph" presetSubtype="0" fill="hold" grpId="7" nodeType="withEffect">
                                  <p:stCondLst>
                                    <p:cond delay="600"/>
                                  </p:stCondLst>
                                  <p:childTnLst>
                                    <p:animRot by="-1669320">
                                      <p:cBhvr>
                                        <p:cTn id="426" dur="12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427" presetID="0" presetClass="path" presetSubtype="0" fill="hold" grpId="6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.04393 4.5e-05 L 0.046776 -0.00449 E" pathEditMode="relative" rAng="0" ptsTypes="AA">
                                      <p:cBhvr>
                                        <p:cTn id="428" dur="12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429" presetID="8" presetClass="emph" presetSubtype="0" fill="hold" grpId="7" nodeType="withEffect">
                                  <p:stCondLst>
                                    <p:cond delay="600"/>
                                  </p:stCondLst>
                                  <p:childTnLst>
                                    <p:animRot by="787620">
                                      <p:cBhvr>
                                        <p:cTn id="430" dur="12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431" presetID="0" presetClass="path" presetSubtype="0" fill="hold" grpId="6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.047132 -0.001064 L 0.042078 -0.00561 E" pathEditMode="relative" rAng="0" ptsTypes="AA">
                                      <p:cBhvr>
                                        <p:cTn id="432" dur="12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433" presetID="8" presetClass="emph" presetSubtype="0" fill="hold" grpId="7" nodeType="withEffect">
                                  <p:stCondLst>
                                    <p:cond delay="600"/>
                                  </p:stCondLst>
                                  <p:childTnLst>
                                    <p:animRot by="1085640">
                                      <p:cBhvr>
                                        <p:cTn id="434" dur="12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435" presetID="0" presetClass="path" presetSubtype="0" fill="hold" grpId="6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.053168 -0.002395 L 0.041762 -0.005734 E" pathEditMode="relative" rAng="0" ptsTypes="AA">
                                      <p:cBhvr>
                                        <p:cTn id="436" dur="12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437" presetID="8" presetClass="emph" presetSubtype="0" fill="hold" grpId="7" nodeType="withEffect">
                                  <p:stCondLst>
                                    <p:cond delay="600"/>
                                  </p:stCondLst>
                                  <p:childTnLst>
                                    <p:animRot by="790020">
                                      <p:cBhvr>
                                        <p:cTn id="438" dur="12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439" presetID="0" presetClass="path" presetSubtype="0" fill="hold" grpId="6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.049408 -0.001943 L 0.041606 -0.005733 E" pathEditMode="relative" rAng="0" ptsTypes="AA">
                                      <p:cBhvr>
                                        <p:cTn id="440" dur="12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441" presetID="8" presetClass="emph" presetSubtype="0" fill="hold" grpId="7" nodeType="withEffect">
                                  <p:stCondLst>
                                    <p:cond delay="600"/>
                                  </p:stCondLst>
                                  <p:childTnLst>
                                    <p:animRot by="790020">
                                      <p:cBhvr>
                                        <p:cTn id="442" dur="12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443" presetID="0" presetClass="path" presetSubtype="0" fill="hold" grpId="12" nodeType="withEffect">
                                  <p:stCondLst>
                                    <p:cond delay="720"/>
                                  </p:stCondLst>
                                  <p:childTnLst>
                                    <p:animMotion origin="layout" path="M 0.050022 -0.003455 L 0.059444 -0.009045 E" pathEditMode="relative" rAng="0" ptsTypes="AA">
                                      <p:cBhvr>
                                        <p:cTn id="444" dur="12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445" presetID="8" presetClass="emph" presetSubtype="0" fill="hold" grpId="13" nodeType="withEffect">
                                  <p:stCondLst>
                                    <p:cond delay="720"/>
                                  </p:stCondLst>
                                  <p:childTnLst>
                                    <p:animRot by="-56160">
                                      <p:cBhvr>
                                        <p:cTn id="446" dur="12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447" presetID="0" presetClass="path" presetSubtype="0" fill="hold" grpId="12" nodeType="withEffect">
                                  <p:stCondLst>
                                    <p:cond delay="720"/>
                                  </p:stCondLst>
                                  <p:childTnLst>
                                    <p:animMotion origin="layout" path="M 0.051971 -0.003409 L 0.06072 -0.009025 E" pathEditMode="relative" rAng="0" ptsTypes="AA">
                                      <p:cBhvr>
                                        <p:cTn id="448" dur="12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449" presetID="8" presetClass="emph" presetSubtype="0" fill="hold" grpId="13" nodeType="withEffect">
                                  <p:stCondLst>
                                    <p:cond delay="720"/>
                                  </p:stCondLst>
                                  <p:childTnLst>
                                    <p:animRot by="-56160">
                                      <p:cBhvr>
                                        <p:cTn id="450" dur="12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451" presetID="0" presetClass="path" presetSubtype="0" fill="hold" grpId="12" nodeType="withEffect">
                                  <p:stCondLst>
                                    <p:cond delay="720"/>
                                  </p:stCondLst>
                                  <p:childTnLst>
                                    <p:animMotion origin="layout" path="M 0.049296 -0.003472 L 0.058969 -0.009052 E" pathEditMode="relative" rAng="0" ptsTypes="AA">
                                      <p:cBhvr>
                                        <p:cTn id="452" dur="12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453" presetID="8" presetClass="emph" presetSubtype="0" fill="hold" grpId="13" nodeType="withEffect">
                                  <p:stCondLst>
                                    <p:cond delay="720"/>
                                  </p:stCondLst>
                                  <p:childTnLst>
                                    <p:animRot by="-56160">
                                      <p:cBhvr>
                                        <p:cTn id="454" dur="12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455" presetID="0" presetClass="path" presetSubtype="0" fill="hold" grpId="12" nodeType="withEffect">
                                  <p:stCondLst>
                                    <p:cond delay="720"/>
                                  </p:stCondLst>
                                  <p:childTnLst>
                                    <p:animMotion origin="layout" path="M 0.052189 -0.003364 L 0.060863 -0.009006 E" pathEditMode="relative" rAng="0" ptsTypes="AA">
                                      <p:cBhvr>
                                        <p:cTn id="456" dur="12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457" presetID="8" presetClass="emph" presetSubtype="0" fill="hold" grpId="13" nodeType="withEffect">
                                  <p:stCondLst>
                                    <p:cond delay="720"/>
                                  </p:stCondLst>
                                  <p:childTnLst>
                                    <p:animRot by="142440">
                                      <p:cBhvr>
                                        <p:cTn id="458" dur="12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459" presetID="0" presetClass="path" presetSubtype="0" fill="hold" grpId="12" nodeType="withEffect">
                                  <p:stCondLst>
                                    <p:cond delay="720"/>
                                  </p:stCondLst>
                                  <p:childTnLst>
                                    <p:animMotion origin="layout" path="M 0.052287 -0.003363 L 0.061477 -0.008991 E" pathEditMode="relative" rAng="0" ptsTypes="AA">
                                      <p:cBhvr>
                                        <p:cTn id="460" dur="12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461" presetID="8" presetClass="emph" presetSubtype="0" fill="hold" grpId="13" nodeType="withEffect">
                                  <p:stCondLst>
                                    <p:cond delay="720"/>
                                  </p:stCondLst>
                                  <p:childTnLst>
                                    <p:animRot by="142440">
                                      <p:cBhvr>
                                        <p:cTn id="462" dur="12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463" presetID="0" presetClass="path" presetSubtype="0" fill="hold" grpId="12" nodeType="withEffect">
                                  <p:stCondLst>
                                    <p:cond delay="720"/>
                                  </p:stCondLst>
                                  <p:childTnLst>
                                    <p:animMotion origin="layout" path="M 0.052204 -0.003326 L 0.060951 -0.008765 E" pathEditMode="relative" rAng="0" ptsTypes="AA">
                                      <p:cBhvr>
                                        <p:cTn id="464" dur="12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465" presetID="8" presetClass="emph" presetSubtype="0" fill="hold" grpId="13" nodeType="withEffect">
                                  <p:stCondLst>
                                    <p:cond delay="720"/>
                                  </p:stCondLst>
                                  <p:childTnLst>
                                    <p:animRot by="142440">
                                      <p:cBhvr>
                                        <p:cTn id="466" dur="12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467" presetID="0" presetClass="path" presetSubtype="0" fill="hold" grpId="8" nodeType="withEffect">
                                  <p:stCondLst>
                                    <p:cond delay="720"/>
                                  </p:stCondLst>
                                  <p:childTnLst>
                                    <p:animMotion origin="layout" path="M 0.051103 -0.012157 L 0.060388 -0.020651 E" pathEditMode="relative" rAng="0" ptsTypes="AA">
                                      <p:cBhvr>
                                        <p:cTn id="468" dur="12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469" presetID="8" presetClass="emph" presetSubtype="0" fill="hold" grpId="9" nodeType="withEffect">
                                  <p:stCondLst>
                                    <p:cond delay="720"/>
                                  </p:stCondLst>
                                  <p:childTnLst>
                                    <p:animRot by="398160">
                                      <p:cBhvr>
                                        <p:cTn id="470" dur="12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471" presetID="0" presetClass="path" presetSubtype="0" fill="hold" grpId="11" nodeType="withEffect">
                                  <p:stCondLst>
                                    <p:cond delay="720"/>
                                  </p:stCondLst>
                                  <p:childTnLst>
                                    <p:animMotion origin="layout" path="M 0.050022 0 L 0.059444 0 E" pathEditMode="relative" rAng="0" ptsTypes="AA">
                                      <p:cBhvr>
                                        <p:cTn id="472" dur="12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473" presetID="6" presetClass="emph" presetSubtype="0" fill="hold" grpId="12" nodeType="withEffect">
                                  <p:stCondLst>
                                    <p:cond delay="720"/>
                                  </p:stCondLst>
                                  <p:childTnLst>
                                    <p:animScale>
                                      <p:cBhvr>
                                        <p:cTn id="474" dur="120" fill="hold"/>
                                        <p:tgtEl>
                                          <p:spTgt spid="23"/>
                                        </p:tgtEl>
                                      </p:cBhvr>
                                      <p:by x="94200" y="94200"/>
                                    </p:animScale>
                                  </p:childTnLst>
                                </p:cTn>
                              </p:par>
                              <p:par>
                                <p:cTn id="475" presetID="0" presetClass="path" presetSubtype="0" fill="hold" grpId="8" nodeType="withEffect">
                                  <p:stCondLst>
                                    <p:cond delay="720"/>
                                  </p:stCondLst>
                                  <p:childTnLst>
                                    <p:animMotion origin="layout" path="M 0.044497 -0.004417 L 0.051388 -0.011853 E" pathEditMode="relative" rAng="0" ptsTypes="AA">
                                      <p:cBhvr>
                                        <p:cTn id="476" dur="12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477" presetID="8" presetClass="emph" presetSubtype="0" fill="hold" grpId="9" nodeType="withEffect">
                                  <p:stCondLst>
                                    <p:cond delay="720"/>
                                  </p:stCondLst>
                                  <p:childTnLst>
                                    <p:animRot by="641940">
                                      <p:cBhvr>
                                        <p:cTn id="478" dur="12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479" presetID="0" presetClass="path" presetSubtype="0" fill="hold" grpId="8" nodeType="withEffect">
                                  <p:stCondLst>
                                    <p:cond delay="720"/>
                                  </p:stCondLst>
                                  <p:childTnLst>
                                    <p:animMotion origin="layout" path="M 0.034859 -0.006768 L 0.034952 -0.01895 E" pathEditMode="relative" rAng="0" ptsTypes="AA">
                                      <p:cBhvr>
                                        <p:cTn id="480" dur="12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481" presetID="8" presetClass="emph" presetSubtype="0" fill="hold" grpId="9" nodeType="withEffect">
                                  <p:stCondLst>
                                    <p:cond delay="720"/>
                                  </p:stCondLst>
                                  <p:childTnLst>
                                    <p:animRot by="764040">
                                      <p:cBhvr>
                                        <p:cTn id="482" dur="12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483" presetID="0" presetClass="path" presetSubtype="0" fill="hold" grpId="8" nodeType="withEffect">
                                  <p:stCondLst>
                                    <p:cond delay="720"/>
                                  </p:stCondLst>
                                  <p:childTnLst>
                                    <p:animMotion origin="layout" path="M 0.027946 -0.005775 L 0.024138 -0.02008 E" pathEditMode="relative" rAng="0" ptsTypes="AA">
                                      <p:cBhvr>
                                        <p:cTn id="484" dur="12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485" presetID="8" presetClass="emph" presetSubtype="0" fill="hold" grpId="9" nodeType="withEffect">
                                  <p:stCondLst>
                                    <p:cond delay="720"/>
                                  </p:stCondLst>
                                  <p:childTnLst>
                                    <p:animRot by="432600">
                                      <p:cBhvr>
                                        <p:cTn id="486" dur="12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487" presetID="0" presetClass="path" presetSubtype="0" fill="hold" grpId="8" nodeType="withEffect">
                                  <p:stCondLst>
                                    <p:cond delay="720"/>
                                  </p:stCondLst>
                                  <p:childTnLst>
                                    <p:animMotion origin="layout" path="M 0.024071 -0.006825 L 0.019461 -0.021669 E" pathEditMode="relative" rAng="0" ptsTypes="AA">
                                      <p:cBhvr>
                                        <p:cTn id="488" dur="12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489" presetID="8" presetClass="emph" presetSubtype="0" fill="hold" grpId="9" nodeType="withEffect">
                                  <p:stCondLst>
                                    <p:cond delay="720"/>
                                  </p:stCondLst>
                                  <p:childTnLst>
                                    <p:animRot by="432600">
                                      <p:cBhvr>
                                        <p:cTn id="490" dur="12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491" presetID="0" presetClass="path" presetSubtype="0" fill="hold" grpId="8" nodeType="withEffect">
                                  <p:stCondLst>
                                    <p:cond delay="720"/>
                                  </p:stCondLst>
                                  <p:childTnLst>
                                    <p:animMotion origin="layout" path="M 0.055165 -0.00577 L 0.068168 -0.014318 E" pathEditMode="relative" rAng="0" ptsTypes="AA">
                                      <p:cBhvr>
                                        <p:cTn id="492" dur="12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493" presetID="8" presetClass="emph" presetSubtype="0" fill="hold" grpId="9" nodeType="withEffect">
                                  <p:stCondLst>
                                    <p:cond delay="720"/>
                                  </p:stCondLst>
                                  <p:childTnLst>
                                    <p:animRot by="-709440">
                                      <p:cBhvr>
                                        <p:cTn id="494" dur="12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495" presetID="0" presetClass="path" presetSubtype="0" fill="hold" grpId="8" nodeType="withEffect">
                                  <p:stCondLst>
                                    <p:cond delay="720"/>
                                  </p:stCondLst>
                                  <p:childTnLst>
                                    <p:animMotion origin="layout" path="M 0.068684 -0.010038 L 0.082952 -0.020633 E" pathEditMode="relative" rAng="0" ptsTypes="AA">
                                      <p:cBhvr>
                                        <p:cTn id="496" dur="12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497" presetID="8" presetClass="emph" presetSubtype="0" fill="hold" grpId="9" nodeType="withEffect">
                                  <p:stCondLst>
                                    <p:cond delay="720"/>
                                  </p:stCondLst>
                                  <p:childTnLst>
                                    <p:animRot by="553260">
                                      <p:cBhvr>
                                        <p:cTn id="498" dur="12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499" presetID="0" presetClass="path" presetSubtype="0" fill="hold" grpId="8" nodeType="withEffect">
                                  <p:stCondLst>
                                    <p:cond delay="720"/>
                                  </p:stCondLst>
                                  <p:childTnLst>
                                    <p:animMotion origin="layout" path="M 0.075849 -0.016085 L 0.08722 -0.023417 E" pathEditMode="relative" rAng="0" ptsTypes="AA">
                                      <p:cBhvr>
                                        <p:cTn id="500" dur="12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501" presetID="8" presetClass="emph" presetSubtype="0" fill="hold" grpId="9" nodeType="withEffect">
                                  <p:stCondLst>
                                    <p:cond delay="720"/>
                                  </p:stCondLst>
                                  <p:childTnLst>
                                    <p:animRot by="884700">
                                      <p:cBhvr>
                                        <p:cTn id="502" dur="12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503" presetID="0" presetClass="path" presetSubtype="0" fill="hold" grpId="8" nodeType="withEffect">
                                  <p:stCondLst>
                                    <p:cond delay="720"/>
                                  </p:stCondLst>
                                  <p:childTnLst>
                                    <p:animMotion origin="layout" path="M 0.054768 -0.00425 L 0.06704 -0.012019 E" pathEditMode="relative" rAng="0" ptsTypes="AA">
                                      <p:cBhvr>
                                        <p:cTn id="504" dur="12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505" presetID="8" presetClass="emph" presetSubtype="0" fill="hold" grpId="9" nodeType="withEffect">
                                  <p:stCondLst>
                                    <p:cond delay="720"/>
                                  </p:stCondLst>
                                  <p:childTnLst>
                                    <p:animRot by="-776040">
                                      <p:cBhvr>
                                        <p:cTn id="506" dur="12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507" presetID="0" presetClass="path" presetSubtype="0" fill="hold" grpId="8" nodeType="withEffect">
                                  <p:stCondLst>
                                    <p:cond delay="720"/>
                                  </p:stCondLst>
                                  <p:childTnLst>
                                    <p:animMotion origin="layout" path="M 0.067601 -0.010737 L 0.086842 -0.028881 E" pathEditMode="relative" rAng="0" ptsTypes="AA">
                                      <p:cBhvr>
                                        <p:cTn id="508" dur="12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509" presetID="8" presetClass="emph" presetSubtype="0" fill="hold" grpId="9" nodeType="withEffect">
                                  <p:stCondLst>
                                    <p:cond delay="720"/>
                                  </p:stCondLst>
                                  <p:childTnLst>
                                    <p:animRot by="-1459020">
                                      <p:cBhvr>
                                        <p:cTn id="510" dur="12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511" presetID="0" presetClass="path" presetSubtype="0" fill="hold" grpId="8" nodeType="withEffect">
                                  <p:stCondLst>
                                    <p:cond delay="720"/>
                                  </p:stCondLst>
                                  <p:childTnLst>
                                    <p:animMotion origin="layout" path="M 0.046776 -0.00449 L 0.054366 -0.011026 E" pathEditMode="relative" rAng="0" ptsTypes="AA">
                                      <p:cBhvr>
                                        <p:cTn id="512" dur="12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513" presetID="8" presetClass="emph" presetSubtype="0" fill="hold" grpId="9" nodeType="withEffect">
                                  <p:stCondLst>
                                    <p:cond delay="720"/>
                                  </p:stCondLst>
                                  <p:childTnLst>
                                    <p:animRot by="357360">
                                      <p:cBhvr>
                                        <p:cTn id="514" dur="12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515" presetID="0" presetClass="path" presetSubtype="0" fill="hold" grpId="8" nodeType="withEffect">
                                  <p:stCondLst>
                                    <p:cond delay="720"/>
                                  </p:stCondLst>
                                  <p:childTnLst>
                                    <p:animMotion origin="layout" path="M 0.042078 -0.00561 L 0.046677 -0.013293 E" pathEditMode="relative" rAng="0" ptsTypes="AA">
                                      <p:cBhvr>
                                        <p:cTn id="516" dur="12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517" presetID="8" presetClass="emph" presetSubtype="0" fill="hold" grpId="9" nodeType="withEffect">
                                  <p:stCondLst>
                                    <p:cond delay="720"/>
                                  </p:stCondLst>
                                  <p:childTnLst>
                                    <p:animRot by="357360">
                                      <p:cBhvr>
                                        <p:cTn id="518" dur="12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519" presetID="0" presetClass="path" presetSubtype="0" fill="hold" grpId="8" nodeType="withEffect">
                                  <p:stCondLst>
                                    <p:cond delay="720"/>
                                  </p:stCondLst>
                                  <p:childTnLst>
                                    <p:animMotion origin="layout" path="M 0.041762 -0.005734 L 0.044493 -0.013917 E" pathEditMode="relative" rAng="0" ptsTypes="AA">
                                      <p:cBhvr>
                                        <p:cTn id="520" dur="12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521" presetID="8" presetClass="emph" presetSubtype="0" fill="hold" grpId="9" nodeType="withEffect">
                                  <p:stCondLst>
                                    <p:cond delay="720"/>
                                  </p:stCondLst>
                                  <p:childTnLst>
                                    <p:animRot by="103320">
                                      <p:cBhvr>
                                        <p:cTn id="522" dur="12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523" presetID="0" presetClass="path" presetSubtype="0" fill="hold" grpId="8" nodeType="withEffect">
                                  <p:stCondLst>
                                    <p:cond delay="720"/>
                                  </p:stCondLst>
                                  <p:childTnLst>
                                    <p:animMotion origin="layout" path="M 0.041606 -0.005733 L 0.044814 -0.013914 E" pathEditMode="relative" rAng="0" ptsTypes="AA">
                                      <p:cBhvr>
                                        <p:cTn id="524" dur="12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525" presetID="8" presetClass="emph" presetSubtype="0" fill="hold" grpId="9" nodeType="withEffect">
                                  <p:stCondLst>
                                    <p:cond delay="720"/>
                                  </p:stCondLst>
                                  <p:childTnLst>
                                    <p:animRot by="103320">
                                      <p:cBhvr>
                                        <p:cTn id="526" dur="12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527" presetID="0" presetClass="path" presetSubtype="0" fill="hold" grpId="14" nodeType="withEffect">
                                  <p:stCondLst>
                                    <p:cond delay="840"/>
                                  </p:stCondLst>
                                  <p:childTnLst>
                                    <p:animMotion origin="layout" path="M 0.059444 -0.009045 L 0.070556 -0.009045 E" pathEditMode="relative" rAng="0" ptsTypes="AA">
                                      <p:cBhvr>
                                        <p:cTn id="528" dur="12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529" presetID="8" presetClass="emph" presetSubtype="0" fill="hold" grpId="15" nodeType="withEffect">
                                  <p:stCondLst>
                                    <p:cond delay="840"/>
                                  </p:stCondLst>
                                  <p:childTnLst>
                                    <p:animRot by="-23940">
                                      <p:cBhvr>
                                        <p:cTn id="530" dur="12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531" presetID="0" presetClass="path" presetSubtype="0" fill="hold" grpId="14" nodeType="withEffect">
                                  <p:stCondLst>
                                    <p:cond delay="840"/>
                                  </p:stCondLst>
                                  <p:childTnLst>
                                    <p:animMotion origin="layout" path="M 0.06072 -0.009025 L 0.071544 -0.009033 E" pathEditMode="relative" rAng="0" ptsTypes="AA">
                                      <p:cBhvr>
                                        <p:cTn id="532" dur="12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533" presetID="8" presetClass="emph" presetSubtype="0" fill="hold" grpId="15" nodeType="withEffect">
                                  <p:stCondLst>
                                    <p:cond delay="840"/>
                                  </p:stCondLst>
                                  <p:childTnLst>
                                    <p:animRot by="-23940">
                                      <p:cBhvr>
                                        <p:cTn id="534" dur="12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535" presetID="0" presetClass="path" presetSubtype="0" fill="hold" grpId="14" nodeType="withEffect">
                                  <p:stCondLst>
                                    <p:cond delay="840"/>
                                  </p:stCondLst>
                                  <p:childTnLst>
                                    <p:animMotion origin="layout" path="M 0.058969 -0.009052 L 0.070188 -0.009049 E" pathEditMode="relative" rAng="0" ptsTypes="AA">
                                      <p:cBhvr>
                                        <p:cTn id="536" dur="12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537" presetID="8" presetClass="emph" presetSubtype="0" fill="hold" grpId="15" nodeType="withEffect">
                                  <p:stCondLst>
                                    <p:cond delay="840"/>
                                  </p:stCondLst>
                                  <p:childTnLst>
                                    <p:animRot by="-23940">
                                      <p:cBhvr>
                                        <p:cTn id="538" dur="12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539" presetID="0" presetClass="path" presetSubtype="0" fill="hold" grpId="14" nodeType="withEffect">
                                  <p:stCondLst>
                                    <p:cond delay="840"/>
                                  </p:stCondLst>
                                  <p:childTnLst>
                                    <p:animMotion origin="layout" path="M 0.060863 -0.009006 L 0.071655 -0.009022 E" pathEditMode="relative" rAng="0" ptsTypes="AA">
                                      <p:cBhvr>
                                        <p:cTn id="540" dur="12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541" presetID="8" presetClass="emph" presetSubtype="0" fill="hold" grpId="15" nodeType="withEffect">
                                  <p:stCondLst>
                                    <p:cond delay="840"/>
                                  </p:stCondLst>
                                  <p:childTnLst>
                                    <p:animRot by="-10800">
                                      <p:cBhvr>
                                        <p:cTn id="542" dur="12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543" presetID="0" presetClass="path" presetSubtype="0" fill="hold" grpId="14" nodeType="withEffect">
                                  <p:stCondLst>
                                    <p:cond delay="840"/>
                                  </p:stCondLst>
                                  <p:childTnLst>
                                    <p:animMotion origin="layout" path="M 0.061477 -0.008991 L 0.07223 -0.009008 E" pathEditMode="relative" rAng="0" ptsTypes="AA">
                                      <p:cBhvr>
                                        <p:cTn id="544" dur="12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545" presetID="8" presetClass="emph" presetSubtype="0" fill="hold" grpId="15" nodeType="withEffect">
                                  <p:stCondLst>
                                    <p:cond delay="840"/>
                                  </p:stCondLst>
                                  <p:childTnLst>
                                    <p:animRot by="-10800">
                                      <p:cBhvr>
                                        <p:cTn id="546" dur="12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547" presetID="0" presetClass="path" presetSubtype="0" fill="hold" grpId="14" nodeType="withEffect">
                                  <p:stCondLst>
                                    <p:cond delay="840"/>
                                  </p:stCondLst>
                                  <p:childTnLst>
                                    <p:animMotion origin="layout" path="M 0.060951 -0.008765 L 0.071738 -0.008796 E" pathEditMode="relative" rAng="0" ptsTypes="AA">
                                      <p:cBhvr>
                                        <p:cTn id="548" dur="12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549" presetID="8" presetClass="emph" presetSubtype="0" fill="hold" grpId="15" nodeType="withEffect">
                                  <p:stCondLst>
                                    <p:cond delay="840"/>
                                  </p:stCondLst>
                                  <p:childTnLst>
                                    <p:animRot by="-10800">
                                      <p:cBhvr>
                                        <p:cTn id="550" dur="12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551" presetID="0" presetClass="path" presetSubtype="0" fill="hold" grpId="10" nodeType="withEffect">
                                  <p:stCondLst>
                                    <p:cond delay="840"/>
                                  </p:stCondLst>
                                  <p:childTnLst>
                                    <p:animMotion origin="layout" path="M 0.060388 -0.020651 L 0.07091 -0.014381 E" pathEditMode="relative" rAng="0" ptsTypes="AA">
                                      <p:cBhvr>
                                        <p:cTn id="552" dur="12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553" presetID="8" presetClass="emph" presetSubtype="0" fill="hold" grpId="11" nodeType="withEffect">
                                  <p:stCondLst>
                                    <p:cond delay="840"/>
                                  </p:stCondLst>
                                  <p:childTnLst>
                                    <p:animRot by="-809220">
                                      <p:cBhvr>
                                        <p:cTn id="554" dur="12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555" presetID="0" presetClass="path" presetSubtype="0" fill="hold" grpId="13" nodeType="withEffect">
                                  <p:stCondLst>
                                    <p:cond delay="840"/>
                                  </p:stCondLst>
                                  <p:childTnLst>
                                    <p:animMotion origin="layout" path="M 0.059444 0 L 0.070556 0 E" pathEditMode="relative" rAng="0" ptsTypes="AA">
                                      <p:cBhvr>
                                        <p:cTn id="556" dur="12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557" presetID="0" presetClass="path" presetSubtype="0" fill="hold" grpId="10" nodeType="withEffect">
                                  <p:stCondLst>
                                    <p:cond delay="840"/>
                                  </p:stCondLst>
                                  <p:childTnLst>
                                    <p:animMotion origin="layout" path="M 0.051388 -0.011853 L 0.061108 -0.013335 E" pathEditMode="relative" rAng="0" ptsTypes="AA">
                                      <p:cBhvr>
                                        <p:cTn id="558" dur="12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559" presetID="8" presetClass="emph" presetSubtype="0" fill="hold" grpId="11" nodeType="withEffect">
                                  <p:stCondLst>
                                    <p:cond delay="840"/>
                                  </p:stCondLst>
                                  <p:childTnLst>
                                    <p:animRot by="362520">
                                      <p:cBhvr>
                                        <p:cTn id="560" dur="12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561" presetID="0" presetClass="path" presetSubtype="0" fill="hold" grpId="10" nodeType="withEffect">
                                  <p:stCondLst>
                                    <p:cond delay="840"/>
                                  </p:stCondLst>
                                  <p:childTnLst>
                                    <p:animMotion origin="layout" path="M 0.034952 -0.01895 L 0.041375 -0.023825 E" pathEditMode="relative" rAng="0" ptsTypes="AA">
                                      <p:cBhvr>
                                        <p:cTn id="562" dur="12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563" presetID="8" presetClass="emph" presetSubtype="0" fill="hold" grpId="11" nodeType="withEffect">
                                  <p:stCondLst>
                                    <p:cond delay="840"/>
                                  </p:stCondLst>
                                  <p:childTnLst>
                                    <p:animRot by="362520">
                                      <p:cBhvr>
                                        <p:cTn id="564" dur="12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565" presetID="0" presetClass="path" presetSubtype="0" fill="hold" grpId="10" nodeType="withEffect">
                                  <p:stCondLst>
                                    <p:cond delay="840"/>
                                  </p:stCondLst>
                                  <p:childTnLst>
                                    <p:animMotion origin="layout" path="M 0.024138 -0.02008 L 0.029274 -0.026508 E" pathEditMode="relative" rAng="0" ptsTypes="AA">
                                      <p:cBhvr>
                                        <p:cTn id="566" dur="12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567" presetID="8" presetClass="emph" presetSubtype="0" fill="hold" grpId="11" nodeType="withEffect">
                                  <p:stCondLst>
                                    <p:cond delay="840"/>
                                  </p:stCondLst>
                                  <p:childTnLst>
                                    <p:animRot by="-140520">
                                      <p:cBhvr>
                                        <p:cTn id="568" dur="12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569" presetID="0" presetClass="path" presetSubtype="0" fill="hold" grpId="10" nodeType="withEffect">
                                  <p:stCondLst>
                                    <p:cond delay="840"/>
                                  </p:stCondLst>
                                  <p:childTnLst>
                                    <p:animMotion origin="layout" path="M 0.019461 -0.021669 L 0.02485 -0.02791 E" pathEditMode="relative" rAng="0" ptsTypes="AA">
                                      <p:cBhvr>
                                        <p:cTn id="570" dur="12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571" presetID="8" presetClass="emph" presetSubtype="0" fill="hold" grpId="11" nodeType="withEffect">
                                  <p:stCondLst>
                                    <p:cond delay="840"/>
                                  </p:stCondLst>
                                  <p:childTnLst>
                                    <p:animRot by="-140520">
                                      <p:cBhvr>
                                        <p:cTn id="572" dur="12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573" presetID="0" presetClass="path" presetSubtype="0" fill="hold" grpId="10" nodeType="withEffect">
                                  <p:stCondLst>
                                    <p:cond delay="840"/>
                                  </p:stCondLst>
                                  <p:childTnLst>
                                    <p:animMotion origin="layout" path="M 0.068168 -0.014318 L 0.077943 -0.012652 E" pathEditMode="relative" rAng="0" ptsTypes="AA">
                                      <p:cBhvr>
                                        <p:cTn id="574" dur="12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575" presetID="8" presetClass="emph" presetSubtype="0" fill="hold" grpId="11" nodeType="withEffect">
                                  <p:stCondLst>
                                    <p:cond delay="840"/>
                                  </p:stCondLst>
                                  <p:childTnLst>
                                    <p:animRot by="362520">
                                      <p:cBhvr>
                                        <p:cTn id="576" dur="12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577" presetID="0" presetClass="path" presetSubtype="0" fill="hold" grpId="10" nodeType="withEffect">
                                  <p:stCondLst>
                                    <p:cond delay="840"/>
                                  </p:stCondLst>
                                  <p:childTnLst>
                                    <p:animMotion origin="layout" path="M 0.082952 -0.020633 L 0.084729 -0.016931 E" pathEditMode="relative" rAng="0" ptsTypes="AA">
                                      <p:cBhvr>
                                        <p:cTn id="578" dur="12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579" presetID="8" presetClass="emph" presetSubtype="0" fill="hold" grpId="11" nodeType="withEffect">
                                  <p:stCondLst>
                                    <p:cond delay="840"/>
                                  </p:stCondLst>
                                  <p:childTnLst>
                                    <p:animRot by="1333620">
                                      <p:cBhvr>
                                        <p:cTn id="580" dur="12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581" presetID="0" presetClass="path" presetSubtype="0" fill="hold" grpId="10" nodeType="withEffect">
                                  <p:stCondLst>
                                    <p:cond delay="840"/>
                                  </p:stCondLst>
                                  <p:childTnLst>
                                    <p:animMotion origin="layout" path="M 0.08722 -0.023417 L 0.081144 -0.016397 E" pathEditMode="relative" rAng="0" ptsTypes="AA">
                                      <p:cBhvr>
                                        <p:cTn id="582" dur="12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583" presetID="8" presetClass="emph" presetSubtype="0" fill="hold" grpId="11" nodeType="withEffect">
                                  <p:stCondLst>
                                    <p:cond delay="840"/>
                                  </p:stCondLst>
                                  <p:childTnLst>
                                    <p:animRot by="1836600">
                                      <p:cBhvr>
                                        <p:cTn id="584" dur="12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585" presetID="0" presetClass="path" presetSubtype="0" fill="hold" grpId="10" nodeType="withEffect">
                                  <p:stCondLst>
                                    <p:cond delay="840"/>
                                  </p:stCondLst>
                                  <p:childTnLst>
                                    <p:animMotion origin="layout" path="M 0.06704 -0.012019 L 0.078004 -0.012026 E" pathEditMode="relative" rAng="0" ptsTypes="AA">
                                      <p:cBhvr>
                                        <p:cTn id="586" dur="12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587" presetID="0" presetClass="path" presetSubtype="0" fill="hold" grpId="10" nodeType="withEffect">
                                  <p:stCondLst>
                                    <p:cond delay="840"/>
                                  </p:stCondLst>
                                  <p:childTnLst>
                                    <p:animMotion origin="layout" path="M 0.086842 -0.028881 L 0.098117 -0.030101 E" pathEditMode="relative" rAng="0" ptsTypes="AA">
                                      <p:cBhvr>
                                        <p:cTn id="588" dur="12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589" presetID="8" presetClass="emph" presetSubtype="0" fill="hold" grpId="11" nodeType="withEffect">
                                  <p:stCondLst>
                                    <p:cond delay="840"/>
                                  </p:stCondLst>
                                  <p:childTnLst>
                                    <p:animRot by="-184200">
                                      <p:cBhvr>
                                        <p:cTn id="590" dur="12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591" presetID="0" presetClass="path" presetSubtype="0" fill="hold" grpId="10" nodeType="withEffect">
                                  <p:stCondLst>
                                    <p:cond delay="840"/>
                                  </p:stCondLst>
                                  <p:childTnLst>
                                    <p:animMotion origin="layout" path="M 0.054366 -0.011026 L 0.065331 -0.011033 E" pathEditMode="relative" rAng="0" ptsTypes="AA">
                                      <p:cBhvr>
                                        <p:cTn id="592" dur="12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593" presetID="0" presetClass="path" presetSubtype="0" fill="hold" grpId="10" nodeType="withEffect">
                                  <p:stCondLst>
                                    <p:cond delay="840"/>
                                  </p:stCondLst>
                                  <p:childTnLst>
                                    <p:animMotion origin="layout" path="M 0.046677 -0.013293 L 0.057642 -0.0133 E" pathEditMode="relative" rAng="0" ptsTypes="AA">
                                      <p:cBhvr>
                                        <p:cTn id="594" dur="12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595" presetID="0" presetClass="path" presetSubtype="0" fill="hold" grpId="10" nodeType="withEffect">
                                  <p:stCondLst>
                                    <p:cond delay="840"/>
                                  </p:stCondLst>
                                  <p:childTnLst>
                                    <p:animMotion origin="layout" path="M 0.044493 -0.013917 L 0.055621 -0.014047 E" pathEditMode="relative" rAng="0" ptsTypes="AA">
                                      <p:cBhvr>
                                        <p:cTn id="596" dur="12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597" presetID="8" presetClass="emph" presetSubtype="0" fill="hold" grpId="11" nodeType="withEffect">
                                  <p:stCondLst>
                                    <p:cond delay="840"/>
                                  </p:stCondLst>
                                  <p:childTnLst>
                                    <p:animRot by="-115500">
                                      <p:cBhvr>
                                        <p:cTn id="598" dur="12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599" presetID="0" presetClass="path" presetSubtype="0" fill="hold" grpId="10" nodeType="withEffect">
                                  <p:stCondLst>
                                    <p:cond delay="840"/>
                                  </p:stCondLst>
                                  <p:childTnLst>
                                    <p:animMotion origin="layout" path="M 0.044814 -0.013914 L 0.055409 -0.014046 E" pathEditMode="relative" rAng="0" ptsTypes="AA">
                                      <p:cBhvr>
                                        <p:cTn id="600" dur="12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601" presetID="8" presetClass="emph" presetSubtype="0" fill="hold" grpId="11" nodeType="withEffect">
                                  <p:stCondLst>
                                    <p:cond delay="840"/>
                                  </p:stCondLst>
                                  <p:childTnLst>
                                    <p:animRot by="-115500">
                                      <p:cBhvr>
                                        <p:cTn id="602" dur="12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603" presetID="0" presetClass="path" presetSubtype="0" fill="hold" grpId="16" nodeType="withEffect">
                                  <p:stCondLst>
                                    <p:cond delay="960"/>
                                  </p:stCondLst>
                                  <p:childTnLst>
                                    <p:animMotion origin="layout" path="M 0.070556 -0.009045 L 0.079978 -0.003455 E" pathEditMode="relative" rAng="0" ptsTypes="AA">
                                      <p:cBhvr>
                                        <p:cTn id="604" dur="12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605" presetID="8" presetClass="emph" presetSubtype="0" fill="hold" grpId="17" nodeType="withEffect">
                                  <p:stCondLst>
                                    <p:cond delay="960"/>
                                  </p:stCondLst>
                                  <p:childTnLst>
                                    <p:animRot by="9780">
                                      <p:cBhvr>
                                        <p:cTn id="606" dur="12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607" presetID="0" presetClass="path" presetSubtype="0" fill="hold" grpId="16" nodeType="withEffect">
                                  <p:stCondLst>
                                    <p:cond delay="960"/>
                                  </p:stCondLst>
                                  <p:childTnLst>
                                    <p:animMotion origin="layout" path="M 0.071544 -0.009033 L 0.081084 -0.00344 E" pathEditMode="relative" rAng="0" ptsTypes="AA">
                                      <p:cBhvr>
                                        <p:cTn id="608" dur="12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609" presetID="8" presetClass="emph" presetSubtype="0" fill="hold" grpId="17" nodeType="withEffect">
                                  <p:stCondLst>
                                    <p:cond delay="960"/>
                                  </p:stCondLst>
                                  <p:childTnLst>
                                    <p:animRot by="9780">
                                      <p:cBhvr>
                                        <p:cTn id="610" dur="12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611" presetID="0" presetClass="path" presetSubtype="0" fill="hold" grpId="16" nodeType="withEffect">
                                  <p:stCondLst>
                                    <p:cond delay="960"/>
                                  </p:stCondLst>
                                  <p:childTnLst>
                                    <p:animMotion origin="layout" path="M 0.070188 -0.009049 L 0.079567 -0.00346 E" pathEditMode="relative" rAng="0" ptsTypes="AA">
                                      <p:cBhvr>
                                        <p:cTn id="612" dur="12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613" presetID="8" presetClass="emph" presetSubtype="0" fill="hold" grpId="17" nodeType="withEffect">
                                  <p:stCondLst>
                                    <p:cond delay="960"/>
                                  </p:stCondLst>
                                  <p:childTnLst>
                                    <p:animRot by="9780">
                                      <p:cBhvr>
                                        <p:cTn id="614" dur="12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615" presetID="0" presetClass="path" presetSubtype="0" fill="hold" grpId="16" nodeType="withEffect">
                                  <p:stCondLst>
                                    <p:cond delay="960"/>
                                  </p:stCondLst>
                                  <p:childTnLst>
                                    <p:animMotion origin="layout" path="M 0.071655 -0.009022 L 0.081208 -0.003426 E" pathEditMode="relative" rAng="0" ptsTypes="AA">
                                      <p:cBhvr>
                                        <p:cTn id="616" dur="12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617" presetID="8" presetClass="emph" presetSubtype="0" fill="hold" grpId="17" nodeType="withEffect">
                                  <p:stCondLst>
                                    <p:cond delay="960"/>
                                  </p:stCondLst>
                                  <p:childTnLst>
                                    <p:animRot by="-163320">
                                      <p:cBhvr>
                                        <p:cTn id="618" dur="12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619" presetID="0" presetClass="path" presetSubtype="0" fill="hold" grpId="16" nodeType="withEffect">
                                  <p:stCondLst>
                                    <p:cond delay="960"/>
                                  </p:stCondLst>
                                  <p:childTnLst>
                                    <p:animMotion origin="layout" path="M 0.07223 -0.009008 L 0.08119 -0.003426 E" pathEditMode="relative" rAng="0" ptsTypes="AA">
                                      <p:cBhvr>
                                        <p:cTn id="620" dur="12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621" presetID="8" presetClass="emph" presetSubtype="0" fill="hold" grpId="17" nodeType="withEffect">
                                  <p:stCondLst>
                                    <p:cond delay="960"/>
                                  </p:stCondLst>
                                  <p:childTnLst>
                                    <p:animRot by="-163320">
                                      <p:cBhvr>
                                        <p:cTn id="622" dur="12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623" presetID="0" presetClass="path" presetSubtype="0" fill="hold" grpId="16" nodeType="withEffect">
                                  <p:stCondLst>
                                    <p:cond delay="960"/>
                                  </p:stCondLst>
                                  <p:childTnLst>
                                    <p:animMotion origin="layout" path="M 0.071738 -0.008796 L 0.081205 -0.003433 E" pathEditMode="relative" rAng="0" ptsTypes="AA">
                                      <p:cBhvr>
                                        <p:cTn id="624" dur="12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625" presetID="8" presetClass="emph" presetSubtype="0" fill="hold" grpId="17" nodeType="withEffect">
                                  <p:stCondLst>
                                    <p:cond delay="960"/>
                                  </p:stCondLst>
                                  <p:childTnLst>
                                    <p:animRot by="-163320">
                                      <p:cBhvr>
                                        <p:cTn id="626" dur="12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627" presetID="0" presetClass="path" presetSubtype="0" fill="hold" grpId="12" nodeType="withEffect">
                                  <p:stCondLst>
                                    <p:cond delay="960"/>
                                  </p:stCondLst>
                                  <p:childTnLst>
                                    <p:animMotion origin="layout" path="M 0.07091 -0.014381 L 0.080927 -0.00194 E" pathEditMode="relative" rAng="0" ptsTypes="AA">
                                      <p:cBhvr>
                                        <p:cTn id="628" dur="12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629" presetID="8" presetClass="emph" presetSubtype="0" fill="hold" grpId="13" nodeType="withEffect">
                                  <p:stCondLst>
                                    <p:cond delay="960"/>
                                  </p:stCondLst>
                                  <p:childTnLst>
                                    <p:animRot by="-898260">
                                      <p:cBhvr>
                                        <p:cTn id="630" dur="12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631" presetID="0" presetClass="path" presetSubtype="0" fill="hold" grpId="14" nodeType="withEffect">
                                  <p:stCondLst>
                                    <p:cond delay="960"/>
                                  </p:stCondLst>
                                  <p:childTnLst>
                                    <p:animMotion origin="layout" path="M 0.070556 0 L 0.079978 0 E" pathEditMode="relative" rAng="0" ptsTypes="AA">
                                      <p:cBhvr>
                                        <p:cTn id="632" dur="12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633" presetID="6" presetClass="emph" presetSubtype="0" fill="hold" grpId="15" nodeType="withEffect">
                                  <p:stCondLst>
                                    <p:cond delay="960"/>
                                  </p:stCondLst>
                                  <p:childTnLst>
                                    <p:animScale>
                                      <p:cBhvr>
                                        <p:cTn id="634" dur="120" fill="hold"/>
                                        <p:tgtEl>
                                          <p:spTgt spid="23"/>
                                        </p:tgtEl>
                                      </p:cBhvr>
                                      <p:by x="106157" y="106157"/>
                                    </p:animScale>
                                  </p:childTnLst>
                                </p:cTn>
                              </p:par>
                              <p:par>
                                <p:cTn id="635" presetID="0" presetClass="path" presetSubtype="0" fill="hold" grpId="12" nodeType="withEffect">
                                  <p:stCondLst>
                                    <p:cond delay="960"/>
                                  </p:stCondLst>
                                  <p:childTnLst>
                                    <p:animMotion origin="layout" path="M 0.061108 -0.013335 L 0.072294 -0.006056 E" pathEditMode="relative" rAng="0" ptsTypes="AA">
                                      <p:cBhvr>
                                        <p:cTn id="636" dur="12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637" presetID="8" presetClass="emph" presetSubtype="0" fill="hold" grpId="13" nodeType="withEffect">
                                  <p:stCondLst>
                                    <p:cond delay="960"/>
                                  </p:stCondLst>
                                  <p:childTnLst>
                                    <p:animRot by="-417900">
                                      <p:cBhvr>
                                        <p:cTn id="638" dur="12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639" presetID="0" presetClass="path" presetSubtype="0" fill="hold" grpId="12" nodeType="withEffect">
                                  <p:stCondLst>
                                    <p:cond delay="960"/>
                                  </p:stCondLst>
                                  <p:childTnLst>
                                    <p:animMotion origin="layout" path="M 0.041375 -0.023825 L 0.056878 -0.012216 E" pathEditMode="relative" rAng="0" ptsTypes="AA">
                                      <p:cBhvr>
                                        <p:cTn id="640" dur="12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641" presetID="8" presetClass="emph" presetSubtype="0" fill="hold" grpId="13" nodeType="withEffect">
                                  <p:stCondLst>
                                    <p:cond delay="960"/>
                                  </p:stCondLst>
                                  <p:childTnLst>
                                    <p:animRot by="-540000">
                                      <p:cBhvr>
                                        <p:cTn id="642" dur="12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643" presetID="0" presetClass="path" presetSubtype="0" fill="hold" grpId="12" nodeType="withEffect">
                                  <p:stCondLst>
                                    <p:cond delay="960"/>
                                  </p:stCondLst>
                                  <p:childTnLst>
                                    <p:animMotion origin="layout" path="M 0.029274 -0.026508 L 0.048273 -0.013352 E" pathEditMode="relative" rAng="0" ptsTypes="AA">
                                      <p:cBhvr>
                                        <p:cTn id="644" dur="12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645" presetID="8" presetClass="emph" presetSubtype="0" fill="hold" grpId="13" nodeType="withEffect">
                                  <p:stCondLst>
                                    <p:cond delay="960"/>
                                  </p:stCondLst>
                                  <p:childTnLst>
                                    <p:animRot by="-1022400">
                                      <p:cBhvr>
                                        <p:cTn id="646" dur="12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647" presetID="0" presetClass="path" presetSubtype="0" fill="hold" grpId="12" nodeType="withEffect">
                                  <p:stCondLst>
                                    <p:cond delay="960"/>
                                  </p:stCondLst>
                                  <p:childTnLst>
                                    <p:animMotion origin="layout" path="M 0.02485 -0.02791 L 0.045883 -0.013734 E" pathEditMode="relative" rAng="0" ptsTypes="AA">
                                      <p:cBhvr>
                                        <p:cTn id="648" dur="12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649" presetID="8" presetClass="emph" presetSubtype="0" fill="hold" grpId="13" nodeType="withEffect">
                                  <p:stCondLst>
                                    <p:cond delay="960"/>
                                  </p:stCondLst>
                                  <p:childTnLst>
                                    <p:animRot by="-1022400">
                                      <p:cBhvr>
                                        <p:cTn id="650" dur="12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651" presetID="0" presetClass="path" presetSubtype="0" fill="hold" grpId="12" nodeType="withEffect">
                                  <p:stCondLst>
                                    <p:cond delay="960"/>
                                  </p:stCondLst>
                                  <p:childTnLst>
                                    <p:animMotion origin="layout" path="M 0.077943 -0.012652 L 0.082942 -0.004188 E" pathEditMode="relative" rAng="0" ptsTypes="AA">
                                      <p:cBhvr>
                                        <p:cTn id="652" dur="12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653" presetID="8" presetClass="emph" presetSubtype="0" fill="hold" grpId="13" nodeType="withEffect">
                                  <p:stCondLst>
                                    <p:cond delay="960"/>
                                  </p:stCondLst>
                                  <p:childTnLst>
                                    <p:animRot by="933480">
                                      <p:cBhvr>
                                        <p:cTn id="654" dur="12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655" presetID="0" presetClass="path" presetSubtype="0" fill="hold" grpId="12" nodeType="withEffect">
                                  <p:stCondLst>
                                    <p:cond delay="960"/>
                                  </p:stCondLst>
                                  <p:childTnLst>
                                    <p:animMotion origin="layout" path="M 0.084729 -0.016931 L 0.081089 -0.007161 E" pathEditMode="relative" rAng="0" ptsTypes="AA">
                                      <p:cBhvr>
                                        <p:cTn id="656" dur="12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657" presetID="8" presetClass="emph" presetSubtype="0" fill="hold" grpId="13" nodeType="withEffect">
                                  <p:stCondLst>
                                    <p:cond delay="960"/>
                                  </p:stCondLst>
                                  <p:childTnLst>
                                    <p:animRot by="779700">
                                      <p:cBhvr>
                                        <p:cTn id="658" dur="12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659" presetID="0" presetClass="path" presetSubtype="0" fill="hold" grpId="12" nodeType="withEffect">
                                  <p:stCondLst>
                                    <p:cond delay="960"/>
                                  </p:stCondLst>
                                  <p:childTnLst>
                                    <p:animMotion origin="layout" path="M 0.081144 -0.016397 L 0.072474 -0.007429 E" pathEditMode="relative" rAng="0" ptsTypes="AA">
                                      <p:cBhvr>
                                        <p:cTn id="660" dur="12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661" presetID="8" presetClass="emph" presetSubtype="0" fill="hold" grpId="13" nodeType="withEffect">
                                  <p:stCondLst>
                                    <p:cond delay="960"/>
                                  </p:stCondLst>
                                  <p:childTnLst>
                                    <p:animRot by="1262160">
                                      <p:cBhvr>
                                        <p:cTn id="662" dur="12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663" presetID="0" presetClass="path" presetSubtype="0" fill="hold" grpId="11" nodeType="withEffect">
                                  <p:stCondLst>
                                    <p:cond delay="960"/>
                                  </p:stCondLst>
                                  <p:childTnLst>
                                    <p:animMotion origin="layout" path="M 0.078004 -0.012026 L 0.084294 -0.004279 E" pathEditMode="relative" rAng="0" ptsTypes="AA">
                                      <p:cBhvr>
                                        <p:cTn id="664" dur="12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665" presetID="8" presetClass="emph" presetSubtype="0" fill="hold" grpId="12" nodeType="withEffect">
                                  <p:stCondLst>
                                    <p:cond delay="960"/>
                                  </p:stCondLst>
                                  <p:childTnLst>
                                    <p:animRot by="776040">
                                      <p:cBhvr>
                                        <p:cTn id="666" dur="12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667" presetID="0" presetClass="path" presetSubtype="0" fill="hold" grpId="12" nodeType="withEffect">
                                  <p:stCondLst>
                                    <p:cond delay="960"/>
                                  </p:stCondLst>
                                  <p:childTnLst>
                                    <p:animMotion origin="layout" path="M 0.098117 -0.030101 L 0.098544 -0.013176 E" pathEditMode="relative" rAng="0" ptsTypes="AA">
                                      <p:cBhvr>
                                        <p:cTn id="668" dur="12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669" presetID="8" presetClass="emph" presetSubtype="0" fill="hold" grpId="13" nodeType="withEffect">
                                  <p:stCondLst>
                                    <p:cond delay="960"/>
                                  </p:stCondLst>
                                  <p:childTnLst>
                                    <p:animRot by="1161060">
                                      <p:cBhvr>
                                        <p:cTn id="670" dur="12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671" presetID="0" presetClass="path" presetSubtype="0" fill="hold" grpId="11" nodeType="withEffect">
                                  <p:stCondLst>
                                    <p:cond delay="960"/>
                                  </p:stCondLst>
                                  <p:childTnLst>
                                    <p:animMotion origin="layout" path="M 0.065331 -0.011033 L 0.076301 -0.004518 E" pathEditMode="relative" rAng="0" ptsTypes="AA">
                                      <p:cBhvr>
                                        <p:cTn id="672" dur="12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673" presetID="8" presetClass="emph" presetSubtype="0" fill="hold" grpId="12" nodeType="withEffect">
                                  <p:stCondLst>
                                    <p:cond delay="960"/>
                                  </p:stCondLst>
                                  <p:childTnLst>
                                    <p:animRot by="-357360">
                                      <p:cBhvr>
                                        <p:cTn id="674" dur="12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675" presetID="0" presetClass="path" presetSubtype="0" fill="hold" grpId="11" nodeType="withEffect">
                                  <p:stCondLst>
                                    <p:cond delay="960"/>
                                  </p:stCondLst>
                                  <p:childTnLst>
                                    <p:animMotion origin="layout" path="M 0.057642 -0.0133 L 0.071604 -0.005639 E" pathEditMode="relative" rAng="0" ptsTypes="AA">
                                      <p:cBhvr>
                                        <p:cTn id="676" dur="12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677" presetID="8" presetClass="emph" presetSubtype="0" fill="hold" grpId="12" nodeType="withEffect">
                                  <p:stCondLst>
                                    <p:cond delay="960"/>
                                  </p:stCondLst>
                                  <p:childTnLst>
                                    <p:animRot by="-357360">
                                      <p:cBhvr>
                                        <p:cTn id="678" dur="12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679" presetID="0" presetClass="path" presetSubtype="0" fill="hold" grpId="12" nodeType="withEffect">
                                  <p:stCondLst>
                                    <p:cond delay="960"/>
                                  </p:stCondLst>
                                  <p:childTnLst>
                                    <p:animMotion origin="layout" path="M 0.055621 -0.014047 L 0.071702 -0.006127 E" pathEditMode="relative" rAng="0" ptsTypes="AA">
                                      <p:cBhvr>
                                        <p:cTn id="680" dur="12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681" presetID="8" presetClass="emph" presetSubtype="0" fill="hold" grpId="13" nodeType="withEffect">
                                  <p:stCondLst>
                                    <p:cond delay="960"/>
                                  </p:stCondLst>
                                  <p:childTnLst>
                                    <p:animRot by="-290280">
                                      <p:cBhvr>
                                        <p:cTn id="682" dur="12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683" presetID="0" presetClass="path" presetSubtype="0" fill="hold" grpId="12" nodeType="withEffect">
                                  <p:stCondLst>
                                    <p:cond delay="960"/>
                                  </p:stCondLst>
                                  <p:childTnLst>
                                    <p:animMotion origin="layout" path="M 0.055409 -0.014046 L 0.070155 -0.006051 E" pathEditMode="relative" rAng="0" ptsTypes="AA">
                                      <p:cBhvr>
                                        <p:cTn id="684" dur="12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685" presetID="8" presetClass="emph" presetSubtype="0" fill="hold" grpId="13" nodeType="withEffect">
                                  <p:stCondLst>
                                    <p:cond delay="960"/>
                                  </p:stCondLst>
                                  <p:childTnLst>
                                    <p:animRot by="-290280">
                                      <p:cBhvr>
                                        <p:cTn id="686" dur="12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687" presetID="0" presetClass="path" presetSubtype="0" fill="hold" grpId="18" nodeType="withEffect">
                                  <p:stCondLst>
                                    <p:cond delay="1080"/>
                                  </p:stCondLst>
                                  <p:childTnLst>
                                    <p:animMotion origin="layout" path="M 0.079978 -0.003455 L 0.086667 0 E" pathEditMode="relative" rAng="0" ptsTypes="AA">
                                      <p:cBhvr>
                                        <p:cTn id="688" dur="12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689" presetID="8" presetClass="emph" presetSubtype="0" fill="hold" grpId="19" nodeType="withEffect">
                                  <p:stCondLst>
                                    <p:cond delay="1080"/>
                                  </p:stCondLst>
                                  <p:childTnLst>
                                    <p:animRot by="27900">
                                      <p:cBhvr>
                                        <p:cTn id="690" dur="12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691" presetID="0" presetClass="path" presetSubtype="0" fill="hold" grpId="18" nodeType="withEffect">
                                  <p:stCondLst>
                                    <p:cond delay="1080"/>
                                  </p:stCondLst>
                                  <p:childTnLst>
                                    <p:animMotion origin="layout" path="M 0.081084 -0.00344 L 0.088107 2.5e-05 E" pathEditMode="relative" rAng="0" ptsTypes="AA">
                                      <p:cBhvr>
                                        <p:cTn id="692" dur="12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693" presetID="8" presetClass="emph" presetSubtype="0" fill="hold" grpId="19" nodeType="withEffect">
                                  <p:stCondLst>
                                    <p:cond delay="1080"/>
                                  </p:stCondLst>
                                  <p:childTnLst>
                                    <p:animRot by="27900">
                                      <p:cBhvr>
                                        <p:cTn id="694" dur="12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695" presetID="0" presetClass="path" presetSubtype="0" fill="hold" grpId="18" nodeType="withEffect">
                                  <p:stCondLst>
                                    <p:cond delay="1080"/>
                                  </p:stCondLst>
                                  <p:childTnLst>
                                    <p:animMotion origin="layout" path="M 0.079567 -0.00346 L 0.086131 -9e-06 E" pathEditMode="relative" rAng="0" ptsTypes="AA">
                                      <p:cBhvr>
                                        <p:cTn id="696" dur="12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697" presetID="8" presetClass="emph" presetSubtype="0" fill="hold" grpId="19" nodeType="withEffect">
                                  <p:stCondLst>
                                    <p:cond delay="1080"/>
                                  </p:stCondLst>
                                  <p:childTnLst>
                                    <p:animRot by="27900">
                                      <p:cBhvr>
                                        <p:cTn id="698" dur="12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699" presetID="0" presetClass="path" presetSubtype="0" fill="hold" grpId="18" nodeType="withEffect">
                                  <p:stCondLst>
                                    <p:cond delay="1080"/>
                                  </p:stCondLst>
                                  <p:childTnLst>
                                    <p:animMotion origin="layout" path="M 0.081208 -0.003426 L 0.088269 5e-05 E" pathEditMode="relative" rAng="0" ptsTypes="AA">
                                      <p:cBhvr>
                                        <p:cTn id="700" dur="12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701" presetID="8" presetClass="emph" presetSubtype="0" fill="hold" grpId="19" nodeType="withEffect">
                                  <p:stCondLst>
                                    <p:cond delay="1080"/>
                                  </p:stCondLst>
                                  <p:childTnLst>
                                    <p:animRot by="-91080">
                                      <p:cBhvr>
                                        <p:cTn id="702" dur="12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703" presetID="0" presetClass="path" presetSubtype="0" fill="hold" grpId="18" nodeType="withEffect">
                                  <p:stCondLst>
                                    <p:cond delay="1080"/>
                                  </p:stCondLst>
                                  <p:childTnLst>
                                    <p:animMotion origin="layout" path="M 0.08119 -0.003426 L 0.08792 5.5e-05 E" pathEditMode="relative" rAng="0" ptsTypes="AA">
                                      <p:cBhvr>
                                        <p:cTn id="704" dur="12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705" presetID="8" presetClass="emph" presetSubtype="0" fill="hold" grpId="19" nodeType="withEffect">
                                  <p:stCondLst>
                                    <p:cond delay="1080"/>
                                  </p:stCondLst>
                                  <p:childTnLst>
                                    <p:animRot by="-91080">
                                      <p:cBhvr>
                                        <p:cTn id="706" dur="12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707" presetID="0" presetClass="path" presetSubtype="0" fill="hold" grpId="18" nodeType="withEffect">
                                  <p:stCondLst>
                                    <p:cond delay="1080"/>
                                  </p:stCondLst>
                                  <p:childTnLst>
                                    <p:animMotion origin="layout" path="M 0.081205 -0.003433 L 0.088213 -8.5e-05 E" pathEditMode="relative" rAng="0" ptsTypes="AA">
                                      <p:cBhvr>
                                        <p:cTn id="708" dur="12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709" presetID="8" presetClass="emph" presetSubtype="0" fill="hold" grpId="19" nodeType="withEffect">
                                  <p:stCondLst>
                                    <p:cond delay="1080"/>
                                  </p:stCondLst>
                                  <p:childTnLst>
                                    <p:animRot by="-91080">
                                      <p:cBhvr>
                                        <p:cTn id="710" dur="12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711" presetID="0" presetClass="path" presetSubtype="0" fill="hold" grpId="14" nodeType="withEffect">
                                  <p:stCondLst>
                                    <p:cond delay="1080"/>
                                  </p:stCondLst>
                                  <p:childTnLst>
                                    <p:animMotion origin="layout" path="M 0.080927 -0.00194 L 0.087584 -0.00047 E" pathEditMode="relative" rAng="0" ptsTypes="AA">
                                      <p:cBhvr>
                                        <p:cTn id="712" dur="12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713" presetID="8" presetClass="emph" presetSubtype="0" fill="hold" grpId="15" nodeType="withEffect">
                                  <p:stCondLst>
                                    <p:cond delay="1080"/>
                                  </p:stCondLst>
                                  <p:childTnLst>
                                    <p:animRot by="254040">
                                      <p:cBhvr>
                                        <p:cTn id="714" dur="12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715" presetID="0" presetClass="path" presetSubtype="0" fill="hold" grpId="16" nodeType="withEffect">
                                  <p:stCondLst>
                                    <p:cond delay="1080"/>
                                  </p:stCondLst>
                                  <p:childTnLst>
                                    <p:animMotion origin="layout" path="M 0.079978 0 L 0.086667 0 E" pathEditMode="relative" rAng="0" ptsTypes="AA">
                                      <p:cBhvr>
                                        <p:cTn id="716" dur="12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717" presetID="6" presetClass="emph" presetSubtype="0" fill="hold" grpId="17" nodeType="withEffect">
                                  <p:stCondLst>
                                    <p:cond delay="1080"/>
                                  </p:stCondLst>
                                  <p:childTnLst>
                                    <p:animScale>
                                      <p:cBhvr>
                                        <p:cTn id="718" dur="120" fill="hold"/>
                                        <p:tgtEl>
                                          <p:spTgt spid="23"/>
                                        </p:tgtEl>
                                      </p:cBhvr>
                                      <p:by x="103573" y="103573"/>
                                    </p:animScale>
                                  </p:childTnLst>
                                </p:cTn>
                              </p:par>
                              <p:par>
                                <p:cTn id="719" presetID="0" presetClass="path" presetSubtype="0" fill="hold" grpId="14" nodeType="withEffect">
                                  <p:stCondLst>
                                    <p:cond delay="1080"/>
                                  </p:stCondLst>
                                  <p:childTnLst>
                                    <p:animMotion origin="layout" path="M 0.072294 -0.006056 L 0.084994 -5.4e-05 E" pathEditMode="relative" rAng="0" ptsTypes="AA">
                                      <p:cBhvr>
                                        <p:cTn id="720" dur="12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721" presetID="8" presetClass="emph" presetSubtype="0" fill="hold" grpId="15" nodeType="withEffect">
                                  <p:stCondLst>
                                    <p:cond delay="1080"/>
                                  </p:stCondLst>
                                  <p:childTnLst>
                                    <p:animRot by="-1296480">
                                      <p:cBhvr>
                                        <p:cTn id="722" dur="12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723" presetID="0" presetClass="path" presetSubtype="0" fill="hold" grpId="14" nodeType="withEffect">
                                  <p:stCondLst>
                                    <p:cond delay="1080"/>
                                  </p:stCondLst>
                                  <p:childTnLst>
                                    <p:animMotion origin="layout" path="M 0.056878 -0.012216 L 0.083623 -0.0001 E" pathEditMode="relative" rAng="0" ptsTypes="AA">
                                      <p:cBhvr>
                                        <p:cTn id="724" dur="12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725" presetID="8" presetClass="emph" presetSubtype="0" fill="hold" grpId="15" nodeType="withEffect">
                                  <p:stCondLst>
                                    <p:cond delay="1080"/>
                                  </p:stCondLst>
                                  <p:childTnLst>
                                    <p:animRot by="-1493940">
                                      <p:cBhvr>
                                        <p:cTn id="726" dur="12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727" presetID="0" presetClass="path" presetSubtype="0" fill="hold" grpId="14" nodeType="withEffect">
                                  <p:stCondLst>
                                    <p:cond delay="1080"/>
                                  </p:stCondLst>
                                  <p:childTnLst>
                                    <p:animMotion origin="layout" path="M 0.048273 -0.013352 L 0.083609 -0.00123 E" pathEditMode="relative" rAng="0" ptsTypes="AA">
                                      <p:cBhvr>
                                        <p:cTn id="728" dur="12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729" presetID="8" presetClass="emph" presetSubtype="0" fill="hold" grpId="15" nodeType="withEffect">
                                  <p:stCondLst>
                                    <p:cond delay="1080"/>
                                  </p:stCondLst>
                                  <p:childTnLst>
                                    <p:animRot by="-1771560">
                                      <p:cBhvr>
                                        <p:cTn id="730" dur="12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731" presetID="0" presetClass="path" presetSubtype="0" fill="hold" grpId="14" nodeType="withEffect">
                                  <p:stCondLst>
                                    <p:cond delay="1080"/>
                                  </p:stCondLst>
                                  <p:childTnLst>
                                    <p:animMotion origin="layout" path="M 0.045883 -0.013734 L 0.085126 -0.001381 E" pathEditMode="relative" rAng="0" ptsTypes="AA">
                                      <p:cBhvr>
                                        <p:cTn id="732" dur="12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733" presetID="8" presetClass="emph" presetSubtype="0" fill="hold" grpId="15" nodeType="withEffect">
                                  <p:stCondLst>
                                    <p:cond delay="1080"/>
                                  </p:stCondLst>
                                  <p:childTnLst>
                                    <p:animRot by="-1771560">
                                      <p:cBhvr>
                                        <p:cTn id="734" dur="12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735" presetID="0" presetClass="path" presetSubtype="0" fill="hold" grpId="14" nodeType="withEffect">
                                  <p:stCondLst>
                                    <p:cond delay="1080"/>
                                  </p:stCondLst>
                                  <p:childTnLst>
                                    <p:animMotion origin="layout" path="M 0.082942 -0.004188 L 0.084994 -2e-05 E" pathEditMode="relative" rAng="0" ptsTypes="AA">
                                      <p:cBhvr>
                                        <p:cTn id="736" dur="12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737" presetID="8" presetClass="emph" presetSubtype="0" fill="hold" grpId="15" nodeType="withEffect">
                                  <p:stCondLst>
                                    <p:cond delay="1080"/>
                                  </p:stCondLst>
                                  <p:childTnLst>
                                    <p:animRot by="890100">
                                      <p:cBhvr>
                                        <p:cTn id="738" dur="12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739" presetID="0" presetClass="path" presetSubtype="0" fill="hold" grpId="14" nodeType="withEffect">
                                  <p:stCondLst>
                                    <p:cond delay="1080"/>
                                  </p:stCondLst>
                                  <p:childTnLst>
                                    <p:animMotion origin="layout" path="M 0.081089 -0.007161 L 0.079081 -0.0016 E" pathEditMode="relative" rAng="0" ptsTypes="AA">
                                      <p:cBhvr>
                                        <p:cTn id="740" dur="12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741" presetID="8" presetClass="emph" presetSubtype="0" fill="hold" grpId="15" nodeType="withEffect">
                                  <p:stCondLst>
                                    <p:cond delay="1080"/>
                                  </p:stCondLst>
                                  <p:childTnLst>
                                    <p:animRot by="-267300">
                                      <p:cBhvr>
                                        <p:cTn id="742" dur="12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743" presetID="0" presetClass="path" presetSubtype="0" fill="hold" grpId="14" nodeType="withEffect">
                                  <p:stCondLst>
                                    <p:cond delay="1080"/>
                                  </p:stCondLst>
                                  <p:childTnLst>
                                    <p:animMotion origin="layout" path="M 0.072474 -0.007429 L 0.071632 -0.001115 E" pathEditMode="relative" rAng="0" ptsTypes="AA">
                                      <p:cBhvr>
                                        <p:cTn id="744" dur="12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745" presetID="8" presetClass="emph" presetSubtype="0" fill="hold" grpId="15" nodeType="withEffect">
                                  <p:stCondLst>
                                    <p:cond delay="1080"/>
                                  </p:stCondLst>
                                  <p:childTnLst>
                                    <p:animRot by="10320">
                                      <p:cBhvr>
                                        <p:cTn id="746" dur="12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747" presetID="0" presetClass="path" presetSubtype="0" fill="hold" grpId="13" nodeType="withEffect">
                                  <p:stCondLst>
                                    <p:cond delay="1080"/>
                                  </p:stCondLst>
                                  <p:childTnLst>
                                    <p:animMotion origin="layout" path="M 0.084294 -0.004279 L 0.086578 -1.7e-05 E" pathEditMode="relative" rAng="0" ptsTypes="AA">
                                      <p:cBhvr>
                                        <p:cTn id="748" dur="12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749" presetID="8" presetClass="emph" presetSubtype="0" fill="hold" grpId="14" nodeType="withEffect">
                                  <p:stCondLst>
                                    <p:cond delay="1080"/>
                                  </p:stCondLst>
                                  <p:childTnLst>
                                    <p:animRot by="1046280">
                                      <p:cBhvr>
                                        <p:cTn id="750" dur="12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751" presetID="0" presetClass="path" presetSubtype="0" fill="hold" grpId="14" nodeType="withEffect">
                                  <p:stCondLst>
                                    <p:cond delay="1080"/>
                                  </p:stCondLst>
                                  <p:childTnLst>
                                    <p:animMotion origin="layout" path="M 0.098544 -0.013176 L 0.08978 -0.001153 E" pathEditMode="relative" rAng="0" ptsTypes="AA">
                                      <p:cBhvr>
                                        <p:cTn id="752" dur="12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753" presetID="8" presetClass="emph" presetSubtype="0" fill="hold" grpId="15" nodeType="withEffect">
                                  <p:stCondLst>
                                    <p:cond delay="1080"/>
                                  </p:stCondLst>
                                  <p:childTnLst>
                                    <p:animRot by="1853460">
                                      <p:cBhvr>
                                        <p:cTn id="754" dur="12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755" presetID="0" presetClass="path" presetSubtype="0" fill="hold" grpId="13" nodeType="withEffect">
                                  <p:stCondLst>
                                    <p:cond delay="1080"/>
                                  </p:stCondLst>
                                  <p:childTnLst>
                                    <p:animMotion origin="layout" path="M 0.076301 -0.004518 L 0.086578 -1.7e-05 E" pathEditMode="relative" rAng="0" ptsTypes="AA">
                                      <p:cBhvr>
                                        <p:cTn id="756" dur="12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757" presetID="8" presetClass="emph" presetSubtype="0" fill="hold" grpId="14" nodeType="withEffect">
                                  <p:stCondLst>
                                    <p:cond delay="1080"/>
                                  </p:stCondLst>
                                  <p:childTnLst>
                                    <p:animRot by="-787620">
                                      <p:cBhvr>
                                        <p:cTn id="758" dur="12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759" presetID="0" presetClass="path" presetSubtype="0" fill="hold" grpId="13" nodeType="withEffect">
                                  <p:stCondLst>
                                    <p:cond delay="1080"/>
                                  </p:stCondLst>
                                  <p:childTnLst>
                                    <p:animMotion origin="layout" path="M 0.071604 -0.005639 L 0.088605 -0.000591 E" pathEditMode="relative" rAng="0" ptsTypes="AA">
                                      <p:cBhvr>
                                        <p:cTn id="760" dur="12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761" presetID="8" presetClass="emph" presetSubtype="0" fill="hold" grpId="14" nodeType="withEffect">
                                  <p:stCondLst>
                                    <p:cond delay="1080"/>
                                  </p:stCondLst>
                                  <p:childTnLst>
                                    <p:animRot by="-787620">
                                      <p:cBhvr>
                                        <p:cTn id="762" dur="12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763" presetID="0" presetClass="path" presetSubtype="0" fill="hold" grpId="14" nodeType="withEffect">
                                  <p:stCondLst>
                                    <p:cond delay="1080"/>
                                  </p:stCondLst>
                                  <p:childTnLst>
                                    <p:animMotion origin="layout" path="M 0.071702 -0.006127 L 0.093281 -0.001718 E" pathEditMode="relative" rAng="0" ptsTypes="AA">
                                      <p:cBhvr>
                                        <p:cTn id="764" dur="12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765" presetID="8" presetClass="emph" presetSubtype="0" fill="hold" grpId="15" nodeType="withEffect">
                                  <p:stCondLst>
                                    <p:cond delay="1080"/>
                                  </p:stCondLst>
                                  <p:childTnLst>
                                    <p:animRot by="-563400">
                                      <p:cBhvr>
                                        <p:cTn id="766" dur="12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767" presetID="0" presetClass="path" presetSubtype="0" fill="hold" grpId="14" nodeType="withEffect">
                                  <p:stCondLst>
                                    <p:cond delay="1080"/>
                                  </p:stCondLst>
                                  <p:childTnLst>
                                    <p:animMotion origin="layout" path="M 0.070155 -0.006051 L 0.089183 -0.001178 E" pathEditMode="relative" rAng="0" ptsTypes="AA">
                                      <p:cBhvr>
                                        <p:cTn id="768" dur="12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769" presetID="8" presetClass="emph" presetSubtype="0" fill="hold" grpId="15" nodeType="withEffect">
                                  <p:stCondLst>
                                    <p:cond delay="1080"/>
                                  </p:stCondLst>
                                  <p:childTnLst>
                                    <p:animRot by="-563400">
                                      <p:cBhvr>
                                        <p:cTn id="770" dur="12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771" presetID="0" presetClass="path" presetSubtype="0" fill="hold" grpId="20" nodeType="withEffect">
                                  <p:stCondLst>
                                    <p:cond delay="1200"/>
                                  </p:stCondLst>
                                  <p:childTnLst>
                                    <p:animMotion origin="layout" path="M 0.086667 0 L 0.093355 -0.003455 E" pathEditMode="relative" rAng="0" ptsTypes="AA">
                                      <p:cBhvr>
                                        <p:cTn id="772" dur="12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773" presetID="8" presetClass="emph" presetSubtype="0" fill="hold" grpId="21" nodeType="withEffect">
                                  <p:stCondLst>
                                    <p:cond delay="1200"/>
                                  </p:stCondLst>
                                  <p:childTnLst>
                                    <p:animRot by="19680">
                                      <p:cBhvr>
                                        <p:cTn id="774" dur="12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775" presetID="0" presetClass="path" presetSubtype="0" fill="hold" grpId="20" nodeType="withEffect">
                                  <p:stCondLst>
                                    <p:cond delay="1200"/>
                                  </p:stCondLst>
                                  <p:childTnLst>
                                    <p:animMotion origin="layout" path="M 0.088107 2.5e-05 L 0.095032 -0.003421 E" pathEditMode="relative" rAng="0" ptsTypes="AA">
                                      <p:cBhvr>
                                        <p:cTn id="776" dur="12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777" presetID="8" presetClass="emph" presetSubtype="0" fill="hold" grpId="21" nodeType="withEffect">
                                  <p:stCondLst>
                                    <p:cond delay="1200"/>
                                  </p:stCondLst>
                                  <p:childTnLst>
                                    <p:animRot by="19680">
                                      <p:cBhvr>
                                        <p:cTn id="778" dur="12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779" presetID="0" presetClass="path" presetSubtype="0" fill="hold" grpId="20" nodeType="withEffect">
                                  <p:stCondLst>
                                    <p:cond delay="1200"/>
                                  </p:stCondLst>
                                  <p:childTnLst>
                                    <p:animMotion origin="layout" path="M 0.086131 -9e-06 L 0.092731 -0.003468 E" pathEditMode="relative" rAng="0" ptsTypes="AA">
                                      <p:cBhvr>
                                        <p:cTn id="780" dur="12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781" presetID="8" presetClass="emph" presetSubtype="0" fill="hold" grpId="21" nodeType="withEffect">
                                  <p:stCondLst>
                                    <p:cond delay="1200"/>
                                  </p:stCondLst>
                                  <p:childTnLst>
                                    <p:animRot by="19680">
                                      <p:cBhvr>
                                        <p:cTn id="782" dur="12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783" presetID="0" presetClass="path" presetSubtype="0" fill="hold" grpId="20" nodeType="withEffect">
                                  <p:stCondLst>
                                    <p:cond delay="1200"/>
                                  </p:stCondLst>
                                  <p:childTnLst>
                                    <p:animMotion origin="layout" path="M 0.088269 5e-05 L 0.09522 -0.003388 E" pathEditMode="relative" rAng="0" ptsTypes="AA">
                                      <p:cBhvr>
                                        <p:cTn id="784" dur="12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785" presetID="8" presetClass="emph" presetSubtype="0" fill="hold" grpId="21" nodeType="withEffect">
                                  <p:stCondLst>
                                    <p:cond delay="1200"/>
                                  </p:stCondLst>
                                  <p:childTnLst>
                                    <p:animRot by="112500">
                                      <p:cBhvr>
                                        <p:cTn id="786" dur="12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787" presetID="0" presetClass="path" presetSubtype="0" fill="hold" grpId="20" nodeType="withEffect">
                                  <p:stCondLst>
                                    <p:cond delay="1200"/>
                                  </p:stCondLst>
                                  <p:childTnLst>
                                    <p:animMotion origin="layout" path="M 0.08792 5.5e-05 L 0.09528 -0.003387 E" pathEditMode="relative" rAng="0" ptsTypes="AA">
                                      <p:cBhvr>
                                        <p:cTn id="788" dur="12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789" presetID="8" presetClass="emph" presetSubtype="0" fill="hold" grpId="21" nodeType="withEffect">
                                  <p:stCondLst>
                                    <p:cond delay="1200"/>
                                  </p:stCondLst>
                                  <p:childTnLst>
                                    <p:animRot by="112500">
                                      <p:cBhvr>
                                        <p:cTn id="790" dur="12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791" presetID="0" presetClass="path" presetSubtype="0" fill="hold" grpId="20" nodeType="withEffect">
                                  <p:stCondLst>
                                    <p:cond delay="1200"/>
                                  </p:stCondLst>
                                  <p:childTnLst>
                                    <p:animMotion origin="layout" path="M 0.088213 -8.5e-05 L 0.095229 -0.003364 E" pathEditMode="relative" rAng="0" ptsTypes="AA">
                                      <p:cBhvr>
                                        <p:cTn id="792" dur="12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793" presetID="8" presetClass="emph" presetSubtype="0" fill="hold" grpId="21" nodeType="withEffect">
                                  <p:stCondLst>
                                    <p:cond delay="1200"/>
                                  </p:stCondLst>
                                  <p:childTnLst>
                                    <p:animRot by="112500">
                                      <p:cBhvr>
                                        <p:cTn id="794" dur="12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795" presetID="0" presetClass="path" presetSubtype="0" fill="hold" grpId="16" nodeType="withEffect">
                                  <p:stCondLst>
                                    <p:cond delay="1200"/>
                                  </p:stCondLst>
                                  <p:childTnLst>
                                    <p:animMotion origin="layout" path="M 0.087584 -0.00047 L 0.094259 -0.012106 E" pathEditMode="relative" rAng="0" ptsTypes="AA">
                                      <p:cBhvr>
                                        <p:cTn id="796" dur="12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797" presetID="8" presetClass="emph" presetSubtype="0" fill="hold" grpId="17" nodeType="withEffect">
                                  <p:stCondLst>
                                    <p:cond delay="1200"/>
                                  </p:stCondLst>
                                  <p:childTnLst>
                                    <p:animRot by="1055280">
                                      <p:cBhvr>
                                        <p:cTn id="798" dur="12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799" presetID="0" presetClass="path" presetSubtype="0" fill="hold" grpId="18" nodeType="withEffect">
                                  <p:stCondLst>
                                    <p:cond delay="1200"/>
                                  </p:stCondLst>
                                  <p:childTnLst>
                                    <p:animMotion origin="layout" path="M 0.086667 0 L 0.093355 0 E" pathEditMode="relative" rAng="0" ptsTypes="AA">
                                      <p:cBhvr>
                                        <p:cTn id="800" dur="12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801" presetID="6" presetClass="emph" presetSubtype="0" fill="hold" grpId="19" nodeType="withEffect">
                                  <p:stCondLst>
                                    <p:cond delay="1200"/>
                                  </p:stCondLst>
                                  <p:childTnLst>
                                    <p:animScale>
                                      <p:cBhvr>
                                        <p:cTn id="802" dur="120" fill="hold"/>
                                        <p:tgtEl>
                                          <p:spTgt spid="23"/>
                                        </p:tgtEl>
                                      </p:cBhvr>
                                      <p:by x="96550" y="96550"/>
                                    </p:animScale>
                                  </p:childTnLst>
                                </p:cTn>
                              </p:par>
                              <p:par>
                                <p:cTn id="803" presetID="0" presetClass="path" presetSubtype="0" fill="hold" grpId="16" nodeType="withEffect">
                                  <p:stCondLst>
                                    <p:cond delay="1200"/>
                                  </p:stCondLst>
                                  <p:childTnLst>
                                    <p:animMotion origin="layout" path="M 0.084994 -5.4e-05 L 0.098693 -0.0058 E" pathEditMode="relative" rAng="0" ptsTypes="AA">
                                      <p:cBhvr>
                                        <p:cTn id="804" dur="12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805" presetID="8" presetClass="emph" presetSubtype="0" fill="hold" grpId="17" nodeType="withEffect">
                                  <p:stCondLst>
                                    <p:cond delay="1200"/>
                                  </p:stCondLst>
                                  <p:childTnLst>
                                    <p:animRot by="-1476660">
                                      <p:cBhvr>
                                        <p:cTn id="806" dur="12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807" presetID="0" presetClass="path" presetSubtype="0" fill="hold" grpId="16" nodeType="withEffect">
                                  <p:stCondLst>
                                    <p:cond delay="1200"/>
                                  </p:stCondLst>
                                  <p:childTnLst>
                                    <p:animMotion origin="layout" path="M 0.083623 -0.0001 L 0.112171 -0.010434 E" pathEditMode="relative" rAng="0" ptsTypes="AA">
                                      <p:cBhvr>
                                        <p:cTn id="808" dur="12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809" presetID="8" presetClass="emph" presetSubtype="0" fill="hold" grpId="17" nodeType="withEffect">
                                  <p:stCondLst>
                                    <p:cond delay="1200"/>
                                  </p:stCondLst>
                                  <p:childTnLst>
                                    <p:animRot by="-1399680">
                                      <p:cBhvr>
                                        <p:cTn id="810" dur="12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811" presetID="0" presetClass="path" presetSubtype="0" fill="hold" grpId="16" nodeType="withEffect">
                                  <p:stCondLst>
                                    <p:cond delay="1200"/>
                                  </p:stCondLst>
                                  <p:childTnLst>
                                    <p:animMotion origin="layout" path="M 0.083609 -0.00123 L 0.119286 -0.016874 E" pathEditMode="relative" rAng="0" ptsTypes="AA">
                                      <p:cBhvr>
                                        <p:cTn id="812" dur="12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813" presetID="8" presetClass="emph" presetSubtype="0" fill="hold" grpId="17" nodeType="withEffect">
                                  <p:stCondLst>
                                    <p:cond delay="1200"/>
                                  </p:stCondLst>
                                  <p:childTnLst>
                                    <p:animRot by="-1366380">
                                      <p:cBhvr>
                                        <p:cTn id="814" dur="12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815" presetID="0" presetClass="path" presetSubtype="0" fill="hold" grpId="16" nodeType="withEffect">
                                  <p:stCondLst>
                                    <p:cond delay="1200"/>
                                  </p:stCondLst>
                                  <p:childTnLst>
                                    <p:animMotion origin="layout" path="M 0.085126 -0.001381 L 0.123599 -0.018199 E" pathEditMode="relative" rAng="0" ptsTypes="AA">
                                      <p:cBhvr>
                                        <p:cTn id="816" dur="12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817" presetID="8" presetClass="emph" presetSubtype="0" fill="hold" grpId="17" nodeType="withEffect">
                                  <p:stCondLst>
                                    <p:cond delay="1200"/>
                                  </p:stCondLst>
                                  <p:childTnLst>
                                    <p:animRot by="-1366380">
                                      <p:cBhvr>
                                        <p:cTn id="818" dur="12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819" presetID="0" presetClass="path" presetSubtype="0" fill="hold" grpId="16" nodeType="withEffect">
                                  <p:stCondLst>
                                    <p:cond delay="1200"/>
                                  </p:stCondLst>
                                  <p:childTnLst>
                                    <p:animMotion origin="layout" path="M 0.084994 -2e-05 L 0.088023 -0.004363 E" pathEditMode="relative" rAng="0" ptsTypes="AA">
                                      <p:cBhvr>
                                        <p:cTn id="820" dur="12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821" presetID="8" presetClass="emph" presetSubtype="0" fill="hold" grpId="17" nodeType="withEffect">
                                  <p:stCondLst>
                                    <p:cond delay="1200"/>
                                  </p:stCondLst>
                                  <p:childTnLst>
                                    <p:animRot by="709920">
                                      <p:cBhvr>
                                        <p:cTn id="822" dur="12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823" presetID="0" presetClass="path" presetSubtype="0" fill="hold" grpId="16" nodeType="withEffect">
                                  <p:stCondLst>
                                    <p:cond delay="1200"/>
                                  </p:stCondLst>
                                  <p:childTnLst>
                                    <p:animMotion origin="layout" path="M 0.079081 -0.0016 L 0.078402 -0.006946 E" pathEditMode="relative" rAng="0" ptsTypes="AA">
                                      <p:cBhvr>
                                        <p:cTn id="824" dur="12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825" presetID="8" presetClass="emph" presetSubtype="0" fill="hold" grpId="17" nodeType="withEffect">
                                  <p:stCondLst>
                                    <p:cond delay="1200"/>
                                  </p:stCondLst>
                                  <p:childTnLst>
                                    <p:animRot by="-92220">
                                      <p:cBhvr>
                                        <p:cTn id="826" dur="12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827" presetID="0" presetClass="path" presetSubtype="0" fill="hold" grpId="16" nodeType="withEffect">
                                  <p:stCondLst>
                                    <p:cond delay="1200"/>
                                  </p:stCondLst>
                                  <p:childTnLst>
                                    <p:animMotion origin="layout" path="M 0.071632 -0.001115 L 0.071525 -0.006287 E" pathEditMode="relative" rAng="0" ptsTypes="AA">
                                      <p:cBhvr>
                                        <p:cTn id="828" dur="12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829" presetID="8" presetClass="emph" presetSubtype="0" fill="hold" grpId="17" nodeType="withEffect">
                                  <p:stCondLst>
                                    <p:cond delay="1200"/>
                                  </p:stCondLst>
                                  <p:childTnLst>
                                    <p:animRot by="-125520">
                                      <p:cBhvr>
                                        <p:cTn id="830" dur="12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831" presetID="0" presetClass="path" presetSubtype="0" fill="hold" grpId="15" nodeType="withEffect">
                                  <p:stCondLst>
                                    <p:cond delay="1200"/>
                                  </p:stCondLst>
                                  <p:childTnLst>
                                    <p:animMotion origin="layout" path="M 0.086578 -1.7e-05 L 0.08997 -0.0045 E" pathEditMode="relative" rAng="0" ptsTypes="AA">
                                      <p:cBhvr>
                                        <p:cTn id="832" dur="12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833" presetID="8" presetClass="emph" presetSubtype="0" fill="hold" grpId="16" nodeType="withEffect">
                                  <p:stCondLst>
                                    <p:cond delay="1200"/>
                                  </p:stCondLst>
                                  <p:childTnLst>
                                    <p:animRot by="787620">
                                      <p:cBhvr>
                                        <p:cTn id="834" dur="12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835" presetID="0" presetClass="path" presetSubtype="0" fill="hold" grpId="16" nodeType="withEffect">
                                  <p:stCondLst>
                                    <p:cond delay="1200"/>
                                  </p:stCondLst>
                                  <p:childTnLst>
                                    <p:animMotion origin="layout" path="M 0.08978 -0.001153 L 0.085283 -0.005755 E" pathEditMode="relative" rAng="0" ptsTypes="AA">
                                      <p:cBhvr>
                                        <p:cTn id="836" dur="12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837" presetID="8" presetClass="emph" presetSubtype="0" fill="hold" grpId="17" nodeType="withEffect">
                                  <p:stCondLst>
                                    <p:cond delay="1200"/>
                                  </p:stCondLst>
                                  <p:childTnLst>
                                    <p:animRot by="1085640">
                                      <p:cBhvr>
                                        <p:cTn id="838" dur="12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839" presetID="0" presetClass="path" presetSubtype="0" fill="hold" grpId="15" nodeType="withEffect">
                                  <p:stCondLst>
                                    <p:cond delay="1200"/>
                                  </p:stCondLst>
                                  <p:childTnLst>
                                    <p:animMotion origin="layout" path="M 0.086578 -1.7e-05 L 0.097962 -0.004261 E" pathEditMode="relative" rAng="0" ptsTypes="AA">
                                      <p:cBhvr>
                                        <p:cTn id="840" dur="12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841" presetID="8" presetClass="emph" presetSubtype="0" fill="hold" grpId="16" nodeType="withEffect">
                                  <p:stCondLst>
                                    <p:cond delay="1200"/>
                                  </p:stCondLst>
                                  <p:childTnLst>
                                    <p:animRot by="-1046280">
                                      <p:cBhvr>
                                        <p:cTn id="842" dur="12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843" presetID="0" presetClass="path" presetSubtype="0" fill="hold" grpId="15" nodeType="withEffect">
                                  <p:stCondLst>
                                    <p:cond delay="1200"/>
                                  </p:stCondLst>
                                  <p:childTnLst>
                                    <p:animMotion origin="layout" path="M 0.088605 -0.000591 L 0.110787 -0.010867 E" pathEditMode="relative" rAng="0" ptsTypes="AA">
                                      <p:cBhvr>
                                        <p:cTn id="844" dur="12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845" presetID="8" presetClass="emph" presetSubtype="0" fill="hold" grpId="16" nodeType="withEffect">
                                  <p:stCondLst>
                                    <p:cond delay="1200"/>
                                  </p:stCondLst>
                                  <p:childTnLst>
                                    <p:animRot by="-1669320">
                                      <p:cBhvr>
                                        <p:cTn id="846" dur="12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847" presetID="0" presetClass="path" presetSubtype="0" fill="hold" grpId="16" nodeType="withEffect">
                                  <p:stCondLst>
                                    <p:cond delay="1200"/>
                                  </p:stCondLst>
                                  <p:childTnLst>
                                    <p:animMotion origin="layout" path="M 0.093281 -0.001718 L 0.124507 -0.019462 E" pathEditMode="relative" rAng="0" ptsTypes="AA">
                                      <p:cBhvr>
                                        <p:cTn id="848" dur="12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849" presetID="8" presetClass="emph" presetSubtype="0" fill="hold" grpId="17" nodeType="withEffect">
                                  <p:stCondLst>
                                    <p:cond delay="1200"/>
                                  </p:stCondLst>
                                  <p:childTnLst>
                                    <p:animRot by="-1373760">
                                      <p:cBhvr>
                                        <p:cTn id="850" dur="12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851" presetID="0" presetClass="path" presetSubtype="0" fill="hold" grpId="16" nodeType="withEffect">
                                  <p:stCondLst>
                                    <p:cond delay="1200"/>
                                  </p:stCondLst>
                                  <p:childTnLst>
                                    <p:animMotion origin="layout" path="M 0.089183 -0.001178 L 0.114779 -0.016122 E" pathEditMode="relative" rAng="0" ptsTypes="AA">
                                      <p:cBhvr>
                                        <p:cTn id="852" dur="12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853" presetID="8" presetClass="emph" presetSubtype="0" fill="hold" grpId="17" nodeType="withEffect">
                                  <p:stCondLst>
                                    <p:cond delay="1200"/>
                                  </p:stCondLst>
                                  <p:childTnLst>
                                    <p:animRot by="-1373760">
                                      <p:cBhvr>
                                        <p:cTn id="854" dur="12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855" presetID="0" presetClass="path" presetSubtype="0" fill="hold" grpId="22" nodeType="withEffect">
                                  <p:stCondLst>
                                    <p:cond delay="1320"/>
                                  </p:stCondLst>
                                  <p:childTnLst>
                                    <p:animMotion origin="layout" path="M 0.093355 -0.003455 L 0.102777 -0.009045 E" pathEditMode="relative" rAng="0" ptsTypes="AA">
                                      <p:cBhvr>
                                        <p:cTn id="856" dur="12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857" presetID="8" presetClass="emph" presetSubtype="0" fill="hold" grpId="23" nodeType="withEffect">
                                  <p:stCondLst>
                                    <p:cond delay="1320"/>
                                  </p:stCondLst>
                                  <p:childTnLst>
                                    <p:animRot by="-14160">
                                      <p:cBhvr>
                                        <p:cTn id="858" dur="12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859" presetID="0" presetClass="path" presetSubtype="0" fill="hold" grpId="22" nodeType="withEffect">
                                  <p:stCondLst>
                                    <p:cond delay="1320"/>
                                  </p:stCondLst>
                                  <p:childTnLst>
                                    <p:animMotion origin="layout" path="M 0.095032 -0.003421 L 0.104284 -0.009018 E" pathEditMode="relative" rAng="0" ptsTypes="AA">
                                      <p:cBhvr>
                                        <p:cTn id="860" dur="12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861" presetID="8" presetClass="emph" presetSubtype="0" fill="hold" grpId="23" nodeType="withEffect">
                                  <p:stCondLst>
                                    <p:cond delay="1320"/>
                                  </p:stCondLst>
                                  <p:childTnLst>
                                    <p:animRot by="-14160">
                                      <p:cBhvr>
                                        <p:cTn id="862" dur="12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863" presetID="0" presetClass="path" presetSubtype="0" fill="hold" grpId="22" nodeType="withEffect">
                                  <p:stCondLst>
                                    <p:cond delay="1320"/>
                                  </p:stCondLst>
                                  <p:childTnLst>
                                    <p:animMotion origin="layout" path="M 0.092731 -0.003468 L 0.102217 -0.009055 E" pathEditMode="relative" rAng="0" ptsTypes="AA">
                                      <p:cBhvr>
                                        <p:cTn id="864" dur="12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865" presetID="8" presetClass="emph" presetSubtype="0" fill="hold" grpId="23" nodeType="withEffect">
                                  <p:stCondLst>
                                    <p:cond delay="1320"/>
                                  </p:stCondLst>
                                  <p:childTnLst>
                                    <p:animRot by="-14160">
                                      <p:cBhvr>
                                        <p:cTn id="866" dur="12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867" presetID="0" presetClass="path" presetSubtype="0" fill="hold" grpId="22" nodeType="withEffect">
                                  <p:stCondLst>
                                    <p:cond delay="1320"/>
                                  </p:stCondLst>
                                  <p:childTnLst>
                                    <p:animMotion origin="layout" path="M 0.09522 -0.003388 L 0.104453 -0.008991 E" pathEditMode="relative" rAng="0" ptsTypes="AA">
                                      <p:cBhvr>
                                        <p:cTn id="868" dur="12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869" presetID="8" presetClass="emph" presetSubtype="0" fill="hold" grpId="23" nodeType="withEffect">
                                  <p:stCondLst>
                                    <p:cond delay="1320"/>
                                  </p:stCondLst>
                                  <p:childTnLst>
                                    <p:animRot by="161340">
                                      <p:cBhvr>
                                        <p:cTn id="870" dur="12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871" presetID="0" presetClass="path" presetSubtype="0" fill="hold" grpId="22" nodeType="withEffect">
                                  <p:stCondLst>
                                    <p:cond delay="1320"/>
                                  </p:stCondLst>
                                  <p:childTnLst>
                                    <p:animMotion origin="layout" path="M 0.09528 -0.003387 L 0.105099 -0.008974 E" pathEditMode="relative" rAng="0" ptsTypes="AA">
                                      <p:cBhvr>
                                        <p:cTn id="872" dur="12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873" presetID="8" presetClass="emph" presetSubtype="0" fill="hold" grpId="23" nodeType="withEffect">
                                  <p:stCondLst>
                                    <p:cond delay="1320"/>
                                  </p:stCondLst>
                                  <p:childTnLst>
                                    <p:animRot by="161340">
                                      <p:cBhvr>
                                        <p:cTn id="874" dur="12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875" presetID="0" presetClass="path" presetSubtype="0" fill="hold" grpId="22" nodeType="withEffect">
                                  <p:stCondLst>
                                    <p:cond delay="1320"/>
                                  </p:stCondLst>
                                  <p:childTnLst>
                                    <p:animMotion origin="layout" path="M 0.095229 -0.003364 L 0.104546 -0.008737 E" pathEditMode="relative" rAng="0" ptsTypes="AA">
                                      <p:cBhvr>
                                        <p:cTn id="876" dur="12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877" presetID="8" presetClass="emph" presetSubtype="0" fill="hold" grpId="23" nodeType="withEffect">
                                  <p:stCondLst>
                                    <p:cond delay="1320"/>
                                  </p:stCondLst>
                                  <p:childTnLst>
                                    <p:animRot by="161340">
                                      <p:cBhvr>
                                        <p:cTn id="878" dur="12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879" presetID="0" presetClass="path" presetSubtype="0" fill="hold" grpId="18" nodeType="withEffect">
                                  <p:stCondLst>
                                    <p:cond delay="1320"/>
                                  </p:stCondLst>
                                  <p:childTnLst>
                                    <p:animMotion origin="layout" path="M 0.094259 -0.012106 L 0.103872 -0.020698 E" pathEditMode="relative" rAng="0" ptsTypes="AA">
                                      <p:cBhvr>
                                        <p:cTn id="880" dur="12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881" presetID="8" presetClass="emph" presetSubtype="0" fill="hold" grpId="19" nodeType="withEffect">
                                  <p:stCondLst>
                                    <p:cond delay="1320"/>
                                  </p:stCondLst>
                                  <p:childTnLst>
                                    <p:animRot by="398160">
                                      <p:cBhvr>
                                        <p:cTn id="882" dur="12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883" presetID="0" presetClass="path" presetSubtype="0" fill="hold" grpId="20" nodeType="withEffect">
                                  <p:stCondLst>
                                    <p:cond delay="1320"/>
                                  </p:stCondLst>
                                  <p:childTnLst>
                                    <p:animMotion origin="layout" path="M 0.093355 0 L 0.102777 0 E" pathEditMode="relative" rAng="0" ptsTypes="AA">
                                      <p:cBhvr>
                                        <p:cTn id="884" dur="12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885" presetID="6" presetClass="emph" presetSubtype="0" fill="hold" grpId="21" nodeType="withEffect">
                                  <p:stCondLst>
                                    <p:cond delay="1320"/>
                                  </p:stCondLst>
                                  <p:childTnLst>
                                    <p:animScale>
                                      <p:cBhvr>
                                        <p:cTn id="886" dur="120" fill="hold"/>
                                        <p:tgtEl>
                                          <p:spTgt spid="23"/>
                                        </p:tgtEl>
                                      </p:cBhvr>
                                      <p:by x="94200" y="94200"/>
                                    </p:animScale>
                                  </p:childTnLst>
                                </p:cTn>
                              </p:par>
                              <p:par>
                                <p:cTn id="887" presetID="0" presetClass="path" presetSubtype="0" fill="hold" grpId="18" nodeType="withEffect">
                                  <p:stCondLst>
                                    <p:cond delay="1320"/>
                                  </p:stCondLst>
                                  <p:childTnLst>
                                    <p:animMotion origin="layout" path="M 0.098693 -0.0058 L 0.111337 -0.014357 E" pathEditMode="relative" rAng="0" ptsTypes="AA">
                                      <p:cBhvr>
                                        <p:cTn id="888" dur="12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889" presetID="8" presetClass="emph" presetSubtype="0" fill="hold" grpId="19" nodeType="withEffect">
                                  <p:stCondLst>
                                    <p:cond delay="1320"/>
                                  </p:stCondLst>
                                  <p:childTnLst>
                                    <p:animRot by="-709440">
                                      <p:cBhvr>
                                        <p:cTn id="890" dur="12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891" presetID="0" presetClass="path" presetSubtype="0" fill="hold" grpId="18" nodeType="withEffect">
                                  <p:stCondLst>
                                    <p:cond delay="1320"/>
                                  </p:stCondLst>
                                  <p:childTnLst>
                                    <p:animMotion origin="layout" path="M 0.112171 -0.010434 L 0.126028 -0.021213 E" pathEditMode="relative" rAng="0" ptsTypes="AA">
                                      <p:cBhvr>
                                        <p:cTn id="892" dur="12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893" presetID="8" presetClass="emph" presetSubtype="0" fill="hold" grpId="19" nodeType="withEffect">
                                  <p:stCondLst>
                                    <p:cond delay="1320"/>
                                  </p:stCondLst>
                                  <p:childTnLst>
                                    <p:animRot by="553260">
                                      <p:cBhvr>
                                        <p:cTn id="894" dur="12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895" presetID="0" presetClass="path" presetSubtype="0" fill="hold" grpId="18" nodeType="withEffect">
                                  <p:stCondLst>
                                    <p:cond delay="1320"/>
                                  </p:stCondLst>
                                  <p:childTnLst>
                                    <p:animMotion origin="layout" path="M 0.119286 -0.016874 L 0.130279 -0.024225 E" pathEditMode="relative" rAng="0" ptsTypes="AA">
                                      <p:cBhvr>
                                        <p:cTn id="896" dur="12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897" presetID="8" presetClass="emph" presetSubtype="0" fill="hold" grpId="19" nodeType="withEffect">
                                  <p:stCondLst>
                                    <p:cond delay="1320"/>
                                  </p:stCondLst>
                                  <p:childTnLst>
                                    <p:animRot by="884700">
                                      <p:cBhvr>
                                        <p:cTn id="898" dur="12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899" presetID="0" presetClass="path" presetSubtype="0" fill="hold" grpId="18" nodeType="withEffect">
                                  <p:stCondLst>
                                    <p:cond delay="1320"/>
                                  </p:stCondLst>
                                  <p:childTnLst>
                                    <p:animMotion origin="layout" path="M 0.123599 -0.018199 L 0.132832 -0.024662 E" pathEditMode="relative" rAng="0" ptsTypes="AA">
                                      <p:cBhvr>
                                        <p:cTn id="900" dur="12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901" presetID="8" presetClass="emph" presetSubtype="0" fill="hold" grpId="19" nodeType="withEffect">
                                  <p:stCondLst>
                                    <p:cond delay="1320"/>
                                  </p:stCondLst>
                                  <p:childTnLst>
                                    <p:animRot by="884700">
                                      <p:cBhvr>
                                        <p:cTn id="902" dur="12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903" presetID="0" presetClass="path" presetSubtype="0" fill="hold" grpId="18" nodeType="withEffect">
                                  <p:stCondLst>
                                    <p:cond delay="1320"/>
                                  </p:stCondLst>
                                  <p:childTnLst>
                                    <p:animMotion origin="layout" path="M 0.088023 -0.004363 L 0.094557 -0.011828 E" pathEditMode="relative" rAng="0" ptsTypes="AA">
                                      <p:cBhvr>
                                        <p:cTn id="904" dur="12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905" presetID="8" presetClass="emph" presetSubtype="0" fill="hold" grpId="19" nodeType="withEffect">
                                  <p:stCondLst>
                                    <p:cond delay="1320"/>
                                  </p:stCondLst>
                                  <p:childTnLst>
                                    <p:animRot by="641940">
                                      <p:cBhvr>
                                        <p:cTn id="906" dur="12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907" presetID="0" presetClass="path" presetSubtype="0" fill="hold" grpId="18" nodeType="withEffect">
                                  <p:stCondLst>
                                    <p:cond delay="1320"/>
                                  </p:stCondLst>
                                  <p:childTnLst>
                                    <p:animMotion origin="layout" path="M 0.078402 -0.006946 L 0.07817 -0.019326 E" pathEditMode="relative" rAng="0" ptsTypes="AA">
                                      <p:cBhvr>
                                        <p:cTn id="908" dur="12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909" presetID="8" presetClass="emph" presetSubtype="0" fill="hold" grpId="19" nodeType="withEffect">
                                  <p:stCondLst>
                                    <p:cond delay="1320"/>
                                  </p:stCondLst>
                                  <p:childTnLst>
                                    <p:animRot by="764040">
                                      <p:cBhvr>
                                        <p:cTn id="910" dur="12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911" presetID="0" presetClass="path" presetSubtype="0" fill="hold" grpId="18" nodeType="withEffect">
                                  <p:stCondLst>
                                    <p:cond delay="1320"/>
                                  </p:stCondLst>
                                  <p:childTnLst>
                                    <p:animMotion origin="layout" path="M 0.071525 -0.006287 L 0.067438 -0.020962 E" pathEditMode="relative" rAng="0" ptsTypes="AA">
                                      <p:cBhvr>
                                        <p:cTn id="912" dur="12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913" presetID="8" presetClass="emph" presetSubtype="0" fill="hold" grpId="19" nodeType="withEffect">
                                  <p:stCondLst>
                                    <p:cond delay="1320"/>
                                  </p:stCondLst>
                                  <p:childTnLst>
                                    <p:animRot by="432600">
                                      <p:cBhvr>
                                        <p:cTn id="914" dur="12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915" presetID="0" presetClass="path" presetSubtype="0" fill="hold" grpId="17" nodeType="withEffect">
                                  <p:stCondLst>
                                    <p:cond delay="1320"/>
                                  </p:stCondLst>
                                  <p:childTnLst>
                                    <p:animMotion origin="layout" path="M 0.08997 -0.0045 L 0.097818 -0.011019 E" pathEditMode="relative" rAng="0" ptsTypes="AA">
                                      <p:cBhvr>
                                        <p:cTn id="916" dur="12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917" presetID="8" presetClass="emph" presetSubtype="0" fill="hold" grpId="18" nodeType="withEffect">
                                  <p:stCondLst>
                                    <p:cond delay="1320"/>
                                  </p:stCondLst>
                                  <p:childTnLst>
                                    <p:animRot by="357360">
                                      <p:cBhvr>
                                        <p:cTn id="918" dur="12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919" presetID="0" presetClass="path" presetSubtype="0" fill="hold" grpId="18" nodeType="withEffect">
                                  <p:stCondLst>
                                    <p:cond delay="1320"/>
                                  </p:stCondLst>
                                  <p:childTnLst>
                                    <p:animMotion origin="layout" path="M 0.085283 -0.005755 L 0.090149 -0.013467 E" pathEditMode="relative" rAng="0" ptsTypes="AA">
                                      <p:cBhvr>
                                        <p:cTn id="920" dur="12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921" presetID="8" presetClass="emph" presetSubtype="0" fill="hold" grpId="19" nodeType="withEffect">
                                  <p:stCondLst>
                                    <p:cond delay="1320"/>
                                  </p:stCondLst>
                                  <p:childTnLst>
                                    <p:animRot by="357360">
                                      <p:cBhvr>
                                        <p:cTn id="922" dur="12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923" presetID="0" presetClass="path" presetSubtype="0" fill="hold" grpId="17" nodeType="withEffect">
                                  <p:stCondLst>
                                    <p:cond delay="1320"/>
                                  </p:stCondLst>
                                  <p:childTnLst>
                                    <p:animMotion origin="layout" path="M 0.097962 -0.004261 L 0.110491 -0.012012 E" pathEditMode="relative" rAng="0" ptsTypes="AA">
                                      <p:cBhvr>
                                        <p:cTn id="924" dur="12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925" presetID="8" presetClass="emph" presetSubtype="0" fill="hold" grpId="18" nodeType="withEffect">
                                  <p:stCondLst>
                                    <p:cond delay="1320"/>
                                  </p:stCondLst>
                                  <p:childTnLst>
                                    <p:animRot by="-776040">
                                      <p:cBhvr>
                                        <p:cTn id="926" dur="12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927" presetID="0" presetClass="path" presetSubtype="0" fill="hold" grpId="17" nodeType="withEffect">
                                  <p:stCondLst>
                                    <p:cond delay="1320"/>
                                  </p:stCondLst>
                                  <p:childTnLst>
                                    <p:animMotion origin="layout" path="M 0.110787 -0.010867 L 0.130264 -0.029093 E" pathEditMode="relative" rAng="0" ptsTypes="AA">
                                      <p:cBhvr>
                                        <p:cTn id="928" dur="12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929" presetID="8" presetClass="emph" presetSubtype="0" fill="hold" grpId="18" nodeType="withEffect">
                                  <p:stCondLst>
                                    <p:cond delay="1320"/>
                                  </p:stCondLst>
                                  <p:childTnLst>
                                    <p:animRot by="-1459020">
                                      <p:cBhvr>
                                        <p:cTn id="930" dur="12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931" presetID="0" presetClass="path" presetSubtype="0" fill="hold" grpId="18" nodeType="withEffect">
                                  <p:stCondLst>
                                    <p:cond delay="1320"/>
                                  </p:stCondLst>
                                  <p:childTnLst>
                                    <p:animMotion origin="layout" path="M 0.124507 -0.019462 L 0.149625 -0.04969 E" pathEditMode="relative" rAng="0" ptsTypes="AA">
                                      <p:cBhvr>
                                        <p:cTn id="932" dur="12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933" presetID="8" presetClass="emph" presetSubtype="0" fill="hold" grpId="19" nodeType="withEffect">
                                  <p:stCondLst>
                                    <p:cond delay="1320"/>
                                  </p:stCondLst>
                                  <p:childTnLst>
                                    <p:animRot by="-1204980">
                                      <p:cBhvr>
                                        <p:cTn id="934" dur="12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935" presetID="0" presetClass="path" presetSubtype="0" fill="hold" grpId="18" nodeType="withEffect">
                                  <p:stCondLst>
                                    <p:cond delay="1320"/>
                                  </p:stCondLst>
                                  <p:childTnLst>
                                    <p:animMotion origin="layout" path="M 0.114779 -0.016122 L 0.136196 -0.04225 E" pathEditMode="relative" rAng="0" ptsTypes="AA">
                                      <p:cBhvr>
                                        <p:cTn id="936" dur="12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937" presetID="8" presetClass="emph" presetSubtype="0" fill="hold" grpId="19" nodeType="withEffect">
                                  <p:stCondLst>
                                    <p:cond delay="1320"/>
                                  </p:stCondLst>
                                  <p:childTnLst>
                                    <p:animRot by="-1204980">
                                      <p:cBhvr>
                                        <p:cTn id="938" dur="12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939" presetID="0" presetClass="path" presetSubtype="0" fill="hold" grpId="24" nodeType="withEffect">
                                  <p:stCondLst>
                                    <p:cond delay="1440"/>
                                  </p:stCondLst>
                                  <p:childTnLst>
                                    <p:animMotion origin="layout" path="M 0.102777 -0.009045 L 0.113889 -0.009045 E" pathEditMode="relative" rAng="0" ptsTypes="AA">
                                      <p:cBhvr>
                                        <p:cTn id="940" dur="12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941" presetID="0" presetClass="path" presetSubtype="0" fill="hold" grpId="24" nodeType="withEffect">
                                  <p:stCondLst>
                                    <p:cond delay="1440"/>
                                  </p:stCondLst>
                                  <p:childTnLst>
                                    <p:animMotion origin="layout" path="M 0.104284 -0.009018 L 0.115396 -0.009018 E" pathEditMode="relative" rAng="0" ptsTypes="AA">
                                      <p:cBhvr>
                                        <p:cTn id="942" dur="12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943" presetID="0" presetClass="path" presetSubtype="0" fill="hold" grpId="24" nodeType="withEffect">
                                  <p:stCondLst>
                                    <p:cond delay="1440"/>
                                  </p:stCondLst>
                                  <p:childTnLst>
                                    <p:animMotion origin="layout" path="M 0.102217 -0.009055 L 0.113329 -0.009055 E" pathEditMode="relative" rAng="0" ptsTypes="AA">
                                      <p:cBhvr>
                                        <p:cTn id="944" dur="12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945" presetID="0" presetClass="path" presetSubtype="0" fill="hold" grpId="24" nodeType="withEffect">
                                  <p:stCondLst>
                                    <p:cond delay="1440"/>
                                  </p:stCondLst>
                                  <p:childTnLst>
                                    <p:animMotion origin="layout" path="M 0.104453 -0.008991 L 0.115565 -0.008991 E" pathEditMode="relative" rAng="0" ptsTypes="AA">
                                      <p:cBhvr>
                                        <p:cTn id="946" dur="12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947" presetID="0" presetClass="path" presetSubtype="0" fill="hold" grpId="24" nodeType="withEffect">
                                  <p:stCondLst>
                                    <p:cond delay="1440"/>
                                  </p:stCondLst>
                                  <p:childTnLst>
                                    <p:animMotion origin="layout" path="M 0.105099 -0.008974 L 0.11621 -0.008974 E" pathEditMode="relative" rAng="0" ptsTypes="AA">
                                      <p:cBhvr>
                                        <p:cTn id="948" dur="12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949" presetID="0" presetClass="path" presetSubtype="0" fill="hold" grpId="24" nodeType="withEffect">
                                  <p:stCondLst>
                                    <p:cond delay="1440"/>
                                  </p:stCondLst>
                                  <p:childTnLst>
                                    <p:animMotion origin="layout" path="M 0.104546 -0.008737 L 0.115658 -0.008737 E" pathEditMode="relative" rAng="0" ptsTypes="AA">
                                      <p:cBhvr>
                                        <p:cTn id="950" dur="12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951" presetID="0" presetClass="path" presetSubtype="0" fill="hold" grpId="20" nodeType="withEffect">
                                  <p:stCondLst>
                                    <p:cond delay="1440"/>
                                  </p:stCondLst>
                                  <p:childTnLst>
                                    <p:animMotion origin="layout" path="M 0.103872 -0.020698 L 0.11458 -0.014487 E" pathEditMode="relative" rAng="0" ptsTypes="AA">
                                      <p:cBhvr>
                                        <p:cTn id="952" dur="12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953" presetID="8" presetClass="emph" presetSubtype="0" fill="hold" grpId="21" nodeType="withEffect">
                                  <p:stCondLst>
                                    <p:cond delay="1440"/>
                                  </p:stCondLst>
                                  <p:childTnLst>
                                    <p:animRot by="-809220">
                                      <p:cBhvr>
                                        <p:cTn id="954" dur="12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955" presetID="0" presetClass="path" presetSubtype="0" fill="hold" grpId="22" nodeType="withEffect">
                                  <p:stCondLst>
                                    <p:cond delay="1440"/>
                                  </p:stCondLst>
                                  <p:childTnLst>
                                    <p:animMotion origin="layout" path="M 0.102777 0 L 0.113889 0 E" pathEditMode="relative" rAng="0" ptsTypes="AA">
                                      <p:cBhvr>
                                        <p:cTn id="956" dur="12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957" presetID="0" presetClass="path" presetSubtype="0" fill="hold" grpId="20" nodeType="withEffect">
                                  <p:stCondLst>
                                    <p:cond delay="1440"/>
                                  </p:stCondLst>
                                  <p:childTnLst>
                                    <p:animMotion origin="layout" path="M 0.111337 -0.014357 L 0.120908 -0.012695 E" pathEditMode="relative" rAng="0" ptsTypes="AA">
                                      <p:cBhvr>
                                        <p:cTn id="958" dur="12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959" presetID="8" presetClass="emph" presetSubtype="0" fill="hold" grpId="21" nodeType="withEffect">
                                  <p:stCondLst>
                                    <p:cond delay="1440"/>
                                  </p:stCondLst>
                                  <p:childTnLst>
                                    <p:animRot by="362520">
                                      <p:cBhvr>
                                        <p:cTn id="960" dur="12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961" presetID="0" presetClass="path" presetSubtype="0" fill="hold" grpId="20" nodeType="withEffect">
                                  <p:stCondLst>
                                    <p:cond delay="1440"/>
                                  </p:stCondLst>
                                  <p:childTnLst>
                                    <p:animMotion origin="layout" path="M 0.126028 -0.021213 L 0.127629 -0.017427 E" pathEditMode="relative" rAng="0" ptsTypes="AA">
                                      <p:cBhvr>
                                        <p:cTn id="962" dur="12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963" presetID="8" presetClass="emph" presetSubtype="0" fill="hold" grpId="21" nodeType="withEffect">
                                  <p:stCondLst>
                                    <p:cond delay="1440"/>
                                  </p:stCondLst>
                                  <p:childTnLst>
                                    <p:animRot by="1333620">
                                      <p:cBhvr>
                                        <p:cTn id="964" dur="12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965" presetID="0" presetClass="path" presetSubtype="0" fill="hold" grpId="20" nodeType="withEffect">
                                  <p:stCondLst>
                                    <p:cond delay="1440"/>
                                  </p:stCondLst>
                                  <p:childTnLst>
                                    <p:animMotion origin="layout" path="M 0.130279 -0.024225 L 0.124035 -0.016718 E" pathEditMode="relative" rAng="0" ptsTypes="AA">
                                      <p:cBhvr>
                                        <p:cTn id="966" dur="12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967" presetID="8" presetClass="emph" presetSubtype="0" fill="hold" grpId="21" nodeType="withEffect">
                                  <p:stCondLst>
                                    <p:cond delay="1440"/>
                                  </p:stCondLst>
                                  <p:childTnLst>
                                    <p:animRot by="1836600">
                                      <p:cBhvr>
                                        <p:cTn id="968" dur="12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969" presetID="0" presetClass="path" presetSubtype="0" fill="hold" grpId="20" nodeType="withEffect">
                                  <p:stCondLst>
                                    <p:cond delay="1440"/>
                                  </p:stCondLst>
                                  <p:childTnLst>
                                    <p:animMotion origin="layout" path="M 0.132832 -0.024662 L 0.122545 -0.016865 E" pathEditMode="relative" rAng="0" ptsTypes="AA">
                                      <p:cBhvr>
                                        <p:cTn id="970" dur="12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971" presetID="8" presetClass="emph" presetSubtype="0" fill="hold" grpId="21" nodeType="withEffect">
                                  <p:stCondLst>
                                    <p:cond delay="1440"/>
                                  </p:stCondLst>
                                  <p:childTnLst>
                                    <p:animRot by="1836600">
                                      <p:cBhvr>
                                        <p:cTn id="972" dur="12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973" presetID="0" presetClass="path" presetSubtype="0" fill="hold" grpId="20" nodeType="withEffect">
                                  <p:stCondLst>
                                    <p:cond delay="1440"/>
                                  </p:stCondLst>
                                  <p:childTnLst>
                                    <p:animMotion origin="layout" path="M 0.094557 -0.011828 L 0.104072 -0.013319 E" pathEditMode="relative" rAng="0" ptsTypes="AA">
                                      <p:cBhvr>
                                        <p:cTn id="974" dur="12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975" presetID="8" presetClass="emph" presetSubtype="0" fill="hold" grpId="21" nodeType="withEffect">
                                  <p:stCondLst>
                                    <p:cond delay="1440"/>
                                  </p:stCondLst>
                                  <p:childTnLst>
                                    <p:animRot by="362520">
                                      <p:cBhvr>
                                        <p:cTn id="976" dur="12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977" presetID="0" presetClass="path" presetSubtype="0" fill="hold" grpId="20" nodeType="withEffect">
                                  <p:stCondLst>
                                    <p:cond delay="1440"/>
                                  </p:stCondLst>
                                  <p:childTnLst>
                                    <p:animMotion origin="layout" path="M 0.07817 -0.019326 L 0.084415 -0.024301 E" pathEditMode="relative" rAng="0" ptsTypes="AA">
                                      <p:cBhvr>
                                        <p:cTn id="978" dur="12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979" presetID="8" presetClass="emph" presetSubtype="0" fill="hold" grpId="21" nodeType="withEffect">
                                  <p:stCondLst>
                                    <p:cond delay="1440"/>
                                  </p:stCondLst>
                                  <p:childTnLst>
                                    <p:animRot by="362520">
                                      <p:cBhvr>
                                        <p:cTn id="980" dur="12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981" presetID="0" presetClass="path" presetSubtype="0" fill="hold" grpId="20" nodeType="withEffect">
                                  <p:stCondLst>
                                    <p:cond delay="1440"/>
                                  </p:stCondLst>
                                  <p:childTnLst>
                                    <p:animMotion origin="layout" path="M 0.067438 -0.020962 L 0.072416 -0.027546 E" pathEditMode="relative" rAng="0" ptsTypes="AA">
                                      <p:cBhvr>
                                        <p:cTn id="982" dur="12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983" presetID="8" presetClass="emph" presetSubtype="0" fill="hold" grpId="21" nodeType="withEffect">
                                  <p:stCondLst>
                                    <p:cond delay="1440"/>
                                  </p:stCondLst>
                                  <p:childTnLst>
                                    <p:animRot by="-140520">
                                      <p:cBhvr>
                                        <p:cTn id="984" dur="12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985" presetID="0" presetClass="path" presetSubtype="0" fill="hold" grpId="19" nodeType="withEffect">
                                  <p:stCondLst>
                                    <p:cond delay="1440"/>
                                  </p:stCondLst>
                                  <p:childTnLst>
                                    <p:animMotion origin="layout" path="M 0.097818 -0.011019 L 0.10893 -0.011019 E" pathEditMode="relative" rAng="0" ptsTypes="AA">
                                      <p:cBhvr>
                                        <p:cTn id="986" dur="12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987" presetID="0" presetClass="path" presetSubtype="0" fill="hold" grpId="20" nodeType="withEffect">
                                  <p:stCondLst>
                                    <p:cond delay="1440"/>
                                  </p:stCondLst>
                                  <p:childTnLst>
                                    <p:animMotion origin="layout" path="M 0.090149 -0.013467 L 0.10126 -0.013467 E" pathEditMode="relative" rAng="0" ptsTypes="AA">
                                      <p:cBhvr>
                                        <p:cTn id="988" dur="12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989" presetID="0" presetClass="path" presetSubtype="0" fill="hold" grpId="19" nodeType="withEffect">
                                  <p:stCondLst>
                                    <p:cond delay="1440"/>
                                  </p:stCondLst>
                                  <p:childTnLst>
                                    <p:animMotion origin="layout" path="M 0.110491 -0.012012 L 0.121603 -0.012012 E" pathEditMode="relative" rAng="0" ptsTypes="AA">
                                      <p:cBhvr>
                                        <p:cTn id="990" dur="12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991" presetID="0" presetClass="path" presetSubtype="0" fill="hold" grpId="19" nodeType="withEffect">
                                  <p:stCondLst>
                                    <p:cond delay="1440"/>
                                  </p:stCondLst>
                                  <p:childTnLst>
                                    <p:animMotion origin="layout" path="M 0.130264 -0.029093 L 0.141686 -0.030307 E" pathEditMode="relative" rAng="0" ptsTypes="AA">
                                      <p:cBhvr>
                                        <p:cTn id="992" dur="12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993" presetID="8" presetClass="emph" presetSubtype="0" fill="hold" grpId="20" nodeType="withEffect">
                                  <p:stCondLst>
                                    <p:cond delay="1440"/>
                                  </p:stCondLst>
                                  <p:childTnLst>
                                    <p:animRot by="-184200">
                                      <p:cBhvr>
                                        <p:cTn id="994" dur="12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995" presetID="0" presetClass="path" presetSubtype="0" fill="hold" grpId="20" nodeType="withEffect">
                                  <p:stCondLst>
                                    <p:cond delay="1440"/>
                                  </p:stCondLst>
                                  <p:childTnLst>
                                    <p:animMotion origin="layout" path="M 0.149625 -0.04969 L 0.161535 -0.05246 E" pathEditMode="relative" rAng="0" ptsTypes="AA">
                                      <p:cBhvr>
                                        <p:cTn id="996" dur="12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997" presetID="8" presetClass="emph" presetSubtype="0" fill="hold" grpId="21" nodeType="withEffect">
                                  <p:stCondLst>
                                    <p:cond delay="1440"/>
                                  </p:stCondLst>
                                  <p:childTnLst>
                                    <p:animRot by="-68640">
                                      <p:cBhvr>
                                        <p:cTn id="998" dur="12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999" presetID="0" presetClass="path" presetSubtype="0" fill="hold" grpId="20" nodeType="withEffect">
                                  <p:stCondLst>
                                    <p:cond delay="1440"/>
                                  </p:stCondLst>
                                  <p:childTnLst>
                                    <p:animMotion origin="layout" path="M 0.136196 -0.04225 L 0.147941 -0.04475 E" pathEditMode="relative" rAng="0" ptsTypes="AA">
                                      <p:cBhvr>
                                        <p:cTn id="1000" dur="12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1001" presetID="8" presetClass="emph" presetSubtype="0" fill="hold" grpId="21" nodeType="withEffect">
                                  <p:stCondLst>
                                    <p:cond delay="1440"/>
                                  </p:stCondLst>
                                  <p:childTnLst>
                                    <p:animRot by="-68640">
                                      <p:cBhvr>
                                        <p:cTn id="1002" dur="12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003" presetID="0" presetClass="path" presetSubtype="0" fill="hold" grpId="25" nodeType="withEffect">
                                  <p:stCondLst>
                                    <p:cond delay="1560"/>
                                  </p:stCondLst>
                                  <p:childTnLst>
                                    <p:animMotion origin="layout" path="M 0.113889 -0.009045 L 0.123312 -0.003455 E" pathEditMode="relative" rAng="0" ptsTypes="AA">
                                      <p:cBhvr>
                                        <p:cTn id="1004" dur="12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1005" presetID="8" presetClass="emph" presetSubtype="0" fill="hold" grpId="26" nodeType="withEffect">
                                  <p:stCondLst>
                                    <p:cond delay="1560"/>
                                  </p:stCondLst>
                                  <p:childTnLst>
                                    <p:animRot by="-47940">
                                      <p:cBhvr>
                                        <p:cTn id="1006" dur="12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007" presetID="0" presetClass="path" presetSubtype="0" fill="hold" grpId="25" nodeType="withEffect">
                                  <p:stCondLst>
                                    <p:cond delay="1560"/>
                                  </p:stCondLst>
                                  <p:childTnLst>
                                    <p:animMotion origin="layout" path="M 0.115396 -0.009018 L 0.124243 -0.003444 E" pathEditMode="relative" rAng="0" ptsTypes="AA">
                                      <p:cBhvr>
                                        <p:cTn id="1008" dur="12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1009" presetID="8" presetClass="emph" presetSubtype="0" fill="hold" grpId="26" nodeType="withEffect">
                                  <p:stCondLst>
                                    <p:cond delay="1560"/>
                                  </p:stCondLst>
                                  <p:childTnLst>
                                    <p:animRot by="-47940">
                                      <p:cBhvr>
                                        <p:cTn id="1010" dur="12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011" presetID="0" presetClass="path" presetSubtype="0" fill="hold" grpId="25" nodeType="withEffect">
                                  <p:stCondLst>
                                    <p:cond delay="1560"/>
                                  </p:stCondLst>
                                  <p:childTnLst>
                                    <p:animMotion origin="layout" path="M 0.113329 -0.009055 L 0.122965 -0.003459 E" pathEditMode="relative" rAng="0" ptsTypes="AA">
                                      <p:cBhvr>
                                        <p:cTn id="1012" dur="12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1013" presetID="8" presetClass="emph" presetSubtype="0" fill="hold" grpId="26" nodeType="withEffect">
                                  <p:stCondLst>
                                    <p:cond delay="1560"/>
                                  </p:stCondLst>
                                  <p:childTnLst>
                                    <p:animRot by="-47940">
                                      <p:cBhvr>
                                        <p:cTn id="1014" dur="12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015" presetID="0" presetClass="path" presetSubtype="0" fill="hold" grpId="25" nodeType="withEffect">
                                  <p:stCondLst>
                                    <p:cond delay="1560"/>
                                  </p:stCondLst>
                                  <p:childTnLst>
                                    <p:animMotion origin="layout" path="M 0.115565 -0.008991 L 0.124347 -0.003434 E" pathEditMode="relative" rAng="0" ptsTypes="AA">
                                      <p:cBhvr>
                                        <p:cTn id="1016" dur="12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1017" presetID="8" presetClass="emph" presetSubtype="0" fill="hold" grpId="26" nodeType="withEffect">
                                  <p:stCondLst>
                                    <p:cond delay="1560"/>
                                  </p:stCondLst>
                                  <p:childTnLst>
                                    <p:animRot by="-189300">
                                      <p:cBhvr>
                                        <p:cTn id="1018" dur="12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019" presetID="0" presetClass="path" presetSubtype="0" fill="hold" grpId="25" nodeType="withEffect">
                                  <p:stCondLst>
                                    <p:cond delay="1560"/>
                                  </p:stCondLst>
                                  <p:childTnLst>
                                    <p:animMotion origin="layout" path="M 0.11621 -0.008974 L 0.124306 -0.003434 E" pathEditMode="relative" rAng="0" ptsTypes="AA">
                                      <p:cBhvr>
                                        <p:cTn id="1020" dur="12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1021" presetID="8" presetClass="emph" presetSubtype="0" fill="hold" grpId="26" nodeType="withEffect">
                                  <p:stCondLst>
                                    <p:cond delay="1560"/>
                                  </p:stCondLst>
                                  <p:childTnLst>
                                    <p:animRot by="-189300">
                                      <p:cBhvr>
                                        <p:cTn id="1022" dur="12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023" presetID="0" presetClass="path" presetSubtype="0" fill="hold" grpId="25" nodeType="withEffect">
                                  <p:stCondLst>
                                    <p:cond delay="1560"/>
                                  </p:stCondLst>
                                  <p:childTnLst>
                                    <p:animMotion origin="layout" path="M 0.115658 -0.008737 L 0.124341 -0.00345 E" pathEditMode="relative" rAng="0" ptsTypes="AA">
                                      <p:cBhvr>
                                        <p:cTn id="1024" dur="12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1025" presetID="8" presetClass="emph" presetSubtype="0" fill="hold" grpId="26" nodeType="withEffect">
                                  <p:stCondLst>
                                    <p:cond delay="1560"/>
                                  </p:stCondLst>
                                  <p:childTnLst>
                                    <p:animRot by="-189300">
                                      <p:cBhvr>
                                        <p:cTn id="1026" dur="12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027" presetID="0" presetClass="path" presetSubtype="0" fill="hold" grpId="22" nodeType="withEffect">
                                  <p:stCondLst>
                                    <p:cond delay="1560"/>
                                  </p:stCondLst>
                                  <p:childTnLst>
                                    <p:animMotion origin="layout" path="M 0.11458 -0.014487 L 0.124147 -0.001903 E" pathEditMode="relative" rAng="0" ptsTypes="AA">
                                      <p:cBhvr>
                                        <p:cTn id="1028" dur="12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1029" presetID="8" presetClass="emph" presetSubtype="0" fill="hold" grpId="23" nodeType="withEffect">
                                  <p:stCondLst>
                                    <p:cond delay="1560"/>
                                  </p:stCondLst>
                                  <p:childTnLst>
                                    <p:animRot by="-898260">
                                      <p:cBhvr>
                                        <p:cTn id="1030" dur="12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031" presetID="0" presetClass="path" presetSubtype="0" fill="hold" grpId="23" nodeType="withEffect">
                                  <p:stCondLst>
                                    <p:cond delay="1560"/>
                                  </p:stCondLst>
                                  <p:childTnLst>
                                    <p:animMotion origin="layout" path="M 0.113889 0 L 0.123312 0 E" pathEditMode="relative" rAng="0" ptsTypes="AA">
                                      <p:cBhvr>
                                        <p:cTn id="1032" dur="12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1033" presetID="6" presetClass="emph" presetSubtype="0" fill="hold" grpId="24" nodeType="withEffect">
                                  <p:stCondLst>
                                    <p:cond delay="1560"/>
                                  </p:stCondLst>
                                  <p:childTnLst>
                                    <p:animScale>
                                      <p:cBhvr>
                                        <p:cTn id="1034" dur="120" fill="hold"/>
                                        <p:tgtEl>
                                          <p:spTgt spid="23"/>
                                        </p:tgtEl>
                                      </p:cBhvr>
                                      <p:by x="106157" y="106157"/>
                                    </p:animScale>
                                  </p:childTnLst>
                                </p:cTn>
                              </p:par>
                              <p:par>
                                <p:cTn id="1035" presetID="0" presetClass="path" presetSubtype="0" fill="hold" grpId="22" nodeType="withEffect">
                                  <p:stCondLst>
                                    <p:cond delay="1560"/>
                                  </p:stCondLst>
                                  <p:childTnLst>
                                    <p:animMotion origin="layout" path="M 0.120908 -0.012695 L 0.126399 -0.004208 E" pathEditMode="relative" rAng="0" ptsTypes="AA">
                                      <p:cBhvr>
                                        <p:cTn id="1036" dur="12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1037" presetID="8" presetClass="emph" presetSubtype="0" fill="hold" grpId="23" nodeType="withEffect">
                                  <p:stCondLst>
                                    <p:cond delay="1560"/>
                                  </p:stCondLst>
                                  <p:childTnLst>
                                    <p:animRot by="933480">
                                      <p:cBhvr>
                                        <p:cTn id="1038" dur="12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039" presetID="0" presetClass="path" presetSubtype="0" fill="hold" grpId="22" nodeType="withEffect">
                                  <p:stCondLst>
                                    <p:cond delay="1560"/>
                                  </p:stCondLst>
                                  <p:childTnLst>
                                    <p:animMotion origin="layout" path="M 0.127629 -0.017427 L 0.124534 -0.007392 E" pathEditMode="relative" rAng="0" ptsTypes="AA">
                                      <p:cBhvr>
                                        <p:cTn id="1040" dur="12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1041" presetID="8" presetClass="emph" presetSubtype="0" fill="hold" grpId="23" nodeType="withEffect">
                                  <p:stCondLst>
                                    <p:cond delay="1560"/>
                                  </p:stCondLst>
                                  <p:childTnLst>
                                    <p:animRot by="779700">
                                      <p:cBhvr>
                                        <p:cTn id="1042" dur="12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043" presetID="0" presetClass="path" presetSubtype="0" fill="hold" grpId="22" nodeType="withEffect">
                                  <p:stCondLst>
                                    <p:cond delay="1560"/>
                                  </p:stCondLst>
                                  <p:childTnLst>
                                    <p:animMotion origin="layout" path="M 0.124035 -0.016718 L 0.115865 -0.007249 E" pathEditMode="relative" rAng="0" ptsTypes="AA">
                                      <p:cBhvr>
                                        <p:cTn id="1044" dur="12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1045" presetID="8" presetClass="emph" presetSubtype="0" fill="hold" grpId="23" nodeType="withEffect">
                                  <p:stCondLst>
                                    <p:cond delay="1560"/>
                                  </p:stCondLst>
                                  <p:childTnLst>
                                    <p:animRot by="1262160">
                                      <p:cBhvr>
                                        <p:cTn id="1046" dur="12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047" presetID="0" presetClass="path" presetSubtype="0" fill="hold" grpId="22" nodeType="withEffect">
                                  <p:stCondLst>
                                    <p:cond delay="1560"/>
                                  </p:stCondLst>
                                  <p:childTnLst>
                                    <p:animMotion origin="layout" path="M 0.122545 -0.016865 L 0.111769 -0.008432 E" pathEditMode="relative" rAng="0" ptsTypes="AA">
                                      <p:cBhvr>
                                        <p:cTn id="1048" dur="12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1049" presetID="8" presetClass="emph" presetSubtype="0" fill="hold" grpId="23" nodeType="withEffect">
                                  <p:stCondLst>
                                    <p:cond delay="1560"/>
                                  </p:stCondLst>
                                  <p:childTnLst>
                                    <p:animRot by="1262160">
                                      <p:cBhvr>
                                        <p:cTn id="1050" dur="12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051" presetID="0" presetClass="path" presetSubtype="0" fill="hold" grpId="22" nodeType="withEffect">
                                  <p:stCondLst>
                                    <p:cond delay="1560"/>
                                  </p:stCondLst>
                                  <p:childTnLst>
                                    <p:animMotion origin="layout" path="M 0.104072 -0.013319 L 0.115751 -0.006029 E" pathEditMode="relative" rAng="0" ptsTypes="AA">
                                      <p:cBhvr>
                                        <p:cTn id="1052" dur="12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1053" presetID="8" presetClass="emph" presetSubtype="0" fill="hold" grpId="23" nodeType="withEffect">
                                  <p:stCondLst>
                                    <p:cond delay="1560"/>
                                  </p:stCondLst>
                                  <p:childTnLst>
                                    <p:animRot by="-417900">
                                      <p:cBhvr>
                                        <p:cTn id="1054" dur="12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055" presetID="0" presetClass="path" presetSubtype="0" fill="hold" grpId="22" nodeType="withEffect">
                                  <p:stCondLst>
                                    <p:cond delay="1560"/>
                                  </p:stCondLst>
                                  <p:childTnLst>
                                    <p:animMotion origin="layout" path="M 0.084415 -0.024301 L 0.100381 -0.012576 E" pathEditMode="relative" rAng="0" ptsTypes="AA">
                                      <p:cBhvr>
                                        <p:cTn id="1056" dur="12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1057" presetID="8" presetClass="emph" presetSubtype="0" fill="hold" grpId="23" nodeType="withEffect">
                                  <p:stCondLst>
                                    <p:cond delay="1560"/>
                                  </p:stCondLst>
                                  <p:childTnLst>
                                    <p:animRot by="-540000">
                                      <p:cBhvr>
                                        <p:cTn id="1058" dur="12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059" presetID="0" presetClass="path" presetSubtype="0" fill="hold" grpId="22" nodeType="withEffect">
                                  <p:stCondLst>
                                    <p:cond delay="1560"/>
                                  </p:stCondLst>
                                  <p:childTnLst>
                                    <p:animMotion origin="layout" path="M 0.072416 -0.027546 L 0.091828 -0.014116 E" pathEditMode="relative" rAng="0" ptsTypes="AA">
                                      <p:cBhvr>
                                        <p:cTn id="1060" dur="12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1061" presetID="8" presetClass="emph" presetSubtype="0" fill="hold" grpId="23" nodeType="withEffect">
                                  <p:stCondLst>
                                    <p:cond delay="1560"/>
                                  </p:stCondLst>
                                  <p:childTnLst>
                                    <p:animRot by="-1022400">
                                      <p:cBhvr>
                                        <p:cTn id="1062" dur="12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063" presetID="0" presetClass="path" presetSubtype="0" fill="hold" grpId="20" nodeType="withEffect">
                                  <p:stCondLst>
                                    <p:cond delay="1560"/>
                                  </p:stCondLst>
                                  <p:childTnLst>
                                    <p:animMotion origin="layout" path="M 0.10893 -0.011019 L 0.119546 -0.004522 E" pathEditMode="relative" rAng="0" ptsTypes="AA">
                                      <p:cBhvr>
                                        <p:cTn id="1064" dur="12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1065" presetID="8" presetClass="emph" presetSubtype="0" fill="hold" grpId="21" nodeType="withEffect">
                                  <p:stCondLst>
                                    <p:cond delay="1560"/>
                                  </p:stCondLst>
                                  <p:childTnLst>
                                    <p:animRot by="-357360">
                                      <p:cBhvr>
                                        <p:cTn id="1066" dur="12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067" presetID="0" presetClass="path" presetSubtype="0" fill="hold" grpId="21" nodeType="withEffect">
                                  <p:stCondLst>
                                    <p:cond delay="1560"/>
                                  </p:stCondLst>
                                  <p:childTnLst>
                                    <p:animMotion origin="layout" path="M 0.10126 -0.013467 L 0.114859 -0.005777 E" pathEditMode="relative" rAng="0" ptsTypes="AA">
                                      <p:cBhvr>
                                        <p:cTn id="1068" dur="12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1069" presetID="8" presetClass="emph" presetSubtype="0" fill="hold" grpId="22" nodeType="withEffect">
                                  <p:stCondLst>
                                    <p:cond delay="1560"/>
                                  </p:stCondLst>
                                  <p:childTnLst>
                                    <p:animRot by="-357360">
                                      <p:cBhvr>
                                        <p:cTn id="1070" dur="12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071" presetID="0" presetClass="path" presetSubtype="0" fill="hold" grpId="20" nodeType="withEffect">
                                  <p:stCondLst>
                                    <p:cond delay="1560"/>
                                  </p:stCondLst>
                                  <p:childTnLst>
                                    <p:animMotion origin="layout" path="M 0.121603 -0.012012 L 0.127538 -0.004283 E" pathEditMode="relative" rAng="0" ptsTypes="AA">
                                      <p:cBhvr>
                                        <p:cTn id="1072" dur="12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1073" presetID="8" presetClass="emph" presetSubtype="0" fill="hold" grpId="21" nodeType="withEffect">
                                  <p:stCondLst>
                                    <p:cond delay="1560"/>
                                  </p:stCondLst>
                                  <p:childTnLst>
                                    <p:animRot by="776040">
                                      <p:cBhvr>
                                        <p:cTn id="1074" dur="12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075" presetID="0" presetClass="path" presetSubtype="0" fill="hold" grpId="21" nodeType="withEffect">
                                  <p:stCondLst>
                                    <p:cond delay="1560"/>
                                  </p:stCondLst>
                                  <p:childTnLst>
                                    <p:animMotion origin="layout" path="M 0.141686 -0.030307 L 0.14178 -0.013299 E" pathEditMode="relative" rAng="0" ptsTypes="AA">
                                      <p:cBhvr>
                                        <p:cTn id="1076" dur="12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1077" presetID="8" presetClass="emph" presetSubtype="0" fill="hold" grpId="22" nodeType="withEffect">
                                  <p:stCondLst>
                                    <p:cond delay="1560"/>
                                  </p:stCondLst>
                                  <p:childTnLst>
                                    <p:animRot by="1161060">
                                      <p:cBhvr>
                                        <p:cTn id="1078" dur="12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079" presetID="0" presetClass="path" presetSubtype="0" fill="hold" grpId="22" nodeType="withEffect">
                                  <p:stCondLst>
                                    <p:cond delay="1560"/>
                                  </p:stCondLst>
                                  <p:childTnLst>
                                    <p:animMotion origin="layout" path="M 0.161535 -0.05246 L 0.157525 -0.024841 E" pathEditMode="relative" rAng="0" ptsTypes="AA">
                                      <p:cBhvr>
                                        <p:cTn id="1080" dur="12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1081" presetID="8" presetClass="emph" presetSubtype="0" fill="hold" grpId="23" nodeType="withEffect">
                                  <p:stCondLst>
                                    <p:cond delay="1560"/>
                                  </p:stCondLst>
                                  <p:childTnLst>
                                    <p:animRot by="1093860">
                                      <p:cBhvr>
                                        <p:cTn id="1082" dur="12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083" presetID="0" presetClass="path" presetSubtype="0" fill="hold" grpId="22" nodeType="withEffect">
                                  <p:stCondLst>
                                    <p:cond delay="1560"/>
                                  </p:stCondLst>
                                  <p:childTnLst>
                                    <p:animMotion origin="layout" path="M 0.147941 -0.04475 L 0.147157 -0.020976 E" pathEditMode="relative" rAng="0" ptsTypes="AA">
                                      <p:cBhvr>
                                        <p:cTn id="1084" dur="12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1085" presetID="8" presetClass="emph" presetSubtype="0" fill="hold" grpId="23" nodeType="withEffect">
                                  <p:stCondLst>
                                    <p:cond delay="1560"/>
                                  </p:stCondLst>
                                  <p:childTnLst>
                                    <p:animRot by="1093860">
                                      <p:cBhvr>
                                        <p:cTn id="1086" dur="12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087" presetID="0" presetClass="path" presetSubtype="0" fill="hold" grpId="27" nodeType="withEffect">
                                  <p:stCondLst>
                                    <p:cond delay="1680"/>
                                  </p:stCondLst>
                                  <p:childTnLst>
                                    <p:animMotion origin="layout" path="M 0.123312 -0.003455 L 0.13 0 E" pathEditMode="relative" rAng="0" ptsTypes="AA">
                                      <p:cBhvr>
                                        <p:cTn id="1088" dur="12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1089" presetID="8" presetClass="emph" presetSubtype="0" fill="hold" grpId="28" nodeType="withEffect">
                                  <p:stCondLst>
                                    <p:cond delay="1680"/>
                                  </p:stCondLst>
                                  <p:childTnLst>
                                    <p:animRot by="-77580">
                                      <p:cBhvr>
                                        <p:cTn id="1090" dur="12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091" presetID="0" presetClass="path" presetSubtype="0" fill="hold" grpId="27" nodeType="withEffect">
                                  <p:stCondLst>
                                    <p:cond delay="1680"/>
                                  </p:stCondLst>
                                  <p:childTnLst>
                                    <p:animMotion origin="layout" path="M 0.124243 -0.003444 L 0.13 0 E" pathEditMode="relative" rAng="0" ptsTypes="AA">
                                      <p:cBhvr>
                                        <p:cTn id="1092" dur="12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1093" presetID="8" presetClass="emph" presetSubtype="0" fill="hold" grpId="28" nodeType="withEffect">
                                  <p:stCondLst>
                                    <p:cond delay="1680"/>
                                  </p:stCondLst>
                                  <p:childTnLst>
                                    <p:animRot by="-77580">
                                      <p:cBhvr>
                                        <p:cTn id="1094" dur="12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095" presetID="0" presetClass="path" presetSubtype="0" fill="hold" grpId="27" nodeType="withEffect">
                                  <p:stCondLst>
                                    <p:cond delay="1680"/>
                                  </p:stCondLst>
                                  <p:childTnLst>
                                    <p:animMotion origin="layout" path="M 0.122965 -0.003459 L 0.13 0 E" pathEditMode="relative" rAng="0" ptsTypes="AA">
                                      <p:cBhvr>
                                        <p:cTn id="1096" dur="12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1097" presetID="8" presetClass="emph" presetSubtype="0" fill="hold" grpId="28" nodeType="withEffect">
                                  <p:stCondLst>
                                    <p:cond delay="1680"/>
                                  </p:stCondLst>
                                  <p:childTnLst>
                                    <p:animRot by="-77580">
                                      <p:cBhvr>
                                        <p:cTn id="1098" dur="12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099" presetID="0" presetClass="path" presetSubtype="0" fill="hold" grpId="27" nodeType="withEffect">
                                  <p:stCondLst>
                                    <p:cond delay="1680"/>
                                  </p:stCondLst>
                                  <p:childTnLst>
                                    <p:animMotion origin="layout" path="M 0.124347 -0.003434 L 0.13 0 E" pathEditMode="relative" rAng="0" ptsTypes="AA">
                                      <p:cBhvr>
                                        <p:cTn id="1100" dur="12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1101" presetID="8" presetClass="emph" presetSubtype="0" fill="hold" grpId="28" nodeType="withEffect">
                                  <p:stCondLst>
                                    <p:cond delay="1680"/>
                                  </p:stCondLst>
                                  <p:childTnLst>
                                    <p:animRot by="-138540">
                                      <p:cBhvr>
                                        <p:cTn id="1102" dur="12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103" presetID="0" presetClass="path" presetSubtype="0" fill="hold" grpId="27" nodeType="withEffect">
                                  <p:stCondLst>
                                    <p:cond delay="1680"/>
                                  </p:stCondLst>
                                  <p:childTnLst>
                                    <p:animMotion origin="layout" path="M 0.124306 -0.003434 L 0.129456 1.2e-05 E" pathEditMode="relative" rAng="0" ptsTypes="AA">
                                      <p:cBhvr>
                                        <p:cTn id="1104" dur="12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1105" presetID="8" presetClass="emph" presetSubtype="0" fill="hold" grpId="28" nodeType="withEffect">
                                  <p:stCondLst>
                                    <p:cond delay="1680"/>
                                  </p:stCondLst>
                                  <p:childTnLst>
                                    <p:animRot by="-138540">
                                      <p:cBhvr>
                                        <p:cTn id="1106" dur="12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107" presetID="0" presetClass="path" presetSubtype="0" fill="hold" grpId="27" nodeType="withEffect">
                                  <p:stCondLst>
                                    <p:cond delay="1680"/>
                                  </p:stCondLst>
                                  <p:childTnLst>
                                    <p:animMotion origin="layout" path="M 0.124341 -0.00345 L 0.129912 -0.00021 E" pathEditMode="relative" rAng="0" ptsTypes="AA">
                                      <p:cBhvr>
                                        <p:cTn id="1108" dur="12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1109" presetID="8" presetClass="emph" presetSubtype="0" fill="hold" grpId="28" nodeType="withEffect">
                                  <p:stCondLst>
                                    <p:cond delay="1680"/>
                                  </p:stCondLst>
                                  <p:childTnLst>
                                    <p:animRot by="-138540">
                                      <p:cBhvr>
                                        <p:cTn id="1110" dur="12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111" presetID="0" presetClass="path" presetSubtype="0" fill="hold" grpId="24" nodeType="withEffect">
                                  <p:stCondLst>
                                    <p:cond delay="1680"/>
                                  </p:stCondLst>
                                  <p:childTnLst>
                                    <p:animMotion origin="layout" path="M 0.124147 -0.001903 L 0.129983 -0.000154 E" pathEditMode="relative" rAng="0" ptsTypes="AA">
                                      <p:cBhvr>
                                        <p:cTn id="1112" dur="12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1113" presetID="8" presetClass="emph" presetSubtype="0" fill="hold" grpId="25" nodeType="withEffect">
                                  <p:stCondLst>
                                    <p:cond delay="1680"/>
                                  </p:stCondLst>
                                  <p:childTnLst>
                                    <p:animRot by="254040">
                                      <p:cBhvr>
                                        <p:cTn id="1114" dur="12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115" presetID="0" presetClass="path" presetSubtype="0" fill="hold" grpId="25" nodeType="withEffect">
                                  <p:stCondLst>
                                    <p:cond delay="1680"/>
                                  </p:stCondLst>
                                  <p:childTnLst>
                                    <p:animMotion origin="layout" path="M 0.123312 0 L 0.13 0 E" pathEditMode="relative" rAng="0" ptsTypes="AA">
                                      <p:cBhvr>
                                        <p:cTn id="1116" dur="12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1117" presetID="6" presetClass="emph" presetSubtype="0" fill="hold" grpId="26" nodeType="withEffect">
                                  <p:stCondLst>
                                    <p:cond delay="1680"/>
                                  </p:stCondLst>
                                  <p:childTnLst>
                                    <p:animScale>
                                      <p:cBhvr>
                                        <p:cTn id="1118" dur="120" fill="hold"/>
                                        <p:tgtEl>
                                          <p:spTgt spid="23"/>
                                        </p:tgtEl>
                                      </p:cBhvr>
                                      <p:by x="103573" y="103573"/>
                                    </p:animScale>
                                  </p:childTnLst>
                                </p:cTn>
                              </p:par>
                              <p:par>
                                <p:cTn id="1119" presetID="0" presetClass="path" presetSubtype="0" fill="hold" grpId="24" nodeType="withEffect">
                                  <p:stCondLst>
                                    <p:cond delay="1680"/>
                                  </p:stCondLst>
                                  <p:childTnLst>
                                    <p:animMotion origin="layout" path="M 0.126399 -0.004208 L 0.129351 -2.2e-05 E" pathEditMode="relative" rAng="0" ptsTypes="AA">
                                      <p:cBhvr>
                                        <p:cTn id="1120" dur="12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1121" presetID="8" presetClass="emph" presetSubtype="0" fill="hold" grpId="25" nodeType="withEffect">
                                  <p:stCondLst>
                                    <p:cond delay="1680"/>
                                  </p:stCondLst>
                                  <p:childTnLst>
                                    <p:animRot by="890100">
                                      <p:cBhvr>
                                        <p:cTn id="1122" dur="12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123" presetID="0" presetClass="path" presetSubtype="0" fill="hold" grpId="24" nodeType="withEffect">
                                  <p:stCondLst>
                                    <p:cond delay="1680"/>
                                  </p:stCondLst>
                                  <p:childTnLst>
                                    <p:animMotion origin="layout" path="M 0.124534 -0.007392 L 0.123438 -0.001565 E" pathEditMode="relative" rAng="0" ptsTypes="AA">
                                      <p:cBhvr>
                                        <p:cTn id="1124" dur="12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1125" presetID="8" presetClass="emph" presetSubtype="0" fill="hold" grpId="25" nodeType="withEffect">
                                  <p:stCondLst>
                                    <p:cond delay="1680"/>
                                  </p:stCondLst>
                                  <p:childTnLst>
                                    <p:animRot by="-267300">
                                      <p:cBhvr>
                                        <p:cTn id="1126" dur="12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127" presetID="0" presetClass="path" presetSubtype="0" fill="hold" grpId="24" nodeType="withEffect">
                                  <p:stCondLst>
                                    <p:cond delay="1680"/>
                                  </p:stCondLst>
                                  <p:childTnLst>
                                    <p:animMotion origin="layout" path="M 0.115865 -0.007249 L 0.115947 -0.000721 E" pathEditMode="relative" rAng="0" ptsTypes="AA">
                                      <p:cBhvr>
                                        <p:cTn id="1128" dur="12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1129" presetID="8" presetClass="emph" presetSubtype="0" fill="hold" grpId="25" nodeType="withEffect">
                                  <p:stCondLst>
                                    <p:cond delay="1680"/>
                                  </p:stCondLst>
                                  <p:childTnLst>
                                    <p:animRot by="10320">
                                      <p:cBhvr>
                                        <p:cTn id="1130" dur="12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131" presetID="0" presetClass="path" presetSubtype="0" fill="hold" grpId="24" nodeType="withEffect">
                                  <p:stCondLst>
                                    <p:cond delay="1680"/>
                                  </p:stCondLst>
                                  <p:childTnLst>
                                    <p:animMotion origin="layout" path="M 0.111769 -0.008432 L 0.111832 -0.001917 E" pathEditMode="relative" rAng="0" ptsTypes="AA">
                                      <p:cBhvr>
                                        <p:cTn id="1132" dur="12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1133" presetID="8" presetClass="emph" presetSubtype="0" fill="hold" grpId="25" nodeType="withEffect">
                                  <p:stCondLst>
                                    <p:cond delay="1680"/>
                                  </p:stCondLst>
                                  <p:childTnLst>
                                    <p:animRot by="10320">
                                      <p:cBhvr>
                                        <p:cTn id="1134" dur="12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135" presetID="0" presetClass="path" presetSubtype="0" fill="hold" grpId="24" nodeType="withEffect">
                                  <p:stCondLst>
                                    <p:cond delay="1680"/>
                                  </p:stCondLst>
                                  <p:childTnLst>
                                    <p:animMotion origin="layout" path="M 0.115751 -0.006029 L 0.129351 -2.2e-05 E" pathEditMode="relative" rAng="0" ptsTypes="AA">
                                      <p:cBhvr>
                                        <p:cTn id="1136" dur="12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1137" presetID="8" presetClass="emph" presetSubtype="0" fill="hold" grpId="25" nodeType="withEffect">
                                  <p:stCondLst>
                                    <p:cond delay="1680"/>
                                  </p:stCondLst>
                                  <p:childTnLst>
                                    <p:animRot by="-1296480">
                                      <p:cBhvr>
                                        <p:cTn id="1138" dur="12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139" presetID="0" presetClass="path" presetSubtype="0" fill="hold" grpId="24" nodeType="withEffect">
                                  <p:stCondLst>
                                    <p:cond delay="1680"/>
                                  </p:stCondLst>
                                  <p:childTnLst>
                                    <p:animMotion origin="layout" path="M 0.100381 -0.012576 L 0.12798 -0.000105 E" pathEditMode="relative" rAng="0" ptsTypes="AA">
                                      <p:cBhvr>
                                        <p:cTn id="1140" dur="12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1141" presetID="8" presetClass="emph" presetSubtype="0" fill="hold" grpId="25" nodeType="withEffect">
                                  <p:stCondLst>
                                    <p:cond delay="1680"/>
                                  </p:stCondLst>
                                  <p:childTnLst>
                                    <p:animRot by="-1493940">
                                      <p:cBhvr>
                                        <p:cTn id="1142" dur="12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143" presetID="0" presetClass="path" presetSubtype="0" fill="hold" grpId="24" nodeType="withEffect">
                                  <p:stCondLst>
                                    <p:cond delay="1680"/>
                                  </p:stCondLst>
                                  <p:childTnLst>
                                    <p:animMotion origin="layout" path="M 0.091828 -0.014116 L 0.12797 -0.001217 E" pathEditMode="relative" rAng="0" ptsTypes="AA">
                                      <p:cBhvr>
                                        <p:cTn id="1144" dur="12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1145" presetID="8" presetClass="emph" presetSubtype="0" fill="hold" grpId="25" nodeType="withEffect">
                                  <p:stCondLst>
                                    <p:cond delay="1680"/>
                                  </p:stCondLst>
                                  <p:childTnLst>
                                    <p:animRot by="-1771560">
                                      <p:cBhvr>
                                        <p:cTn id="1146" dur="12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147" presetID="0" presetClass="path" presetSubtype="0" fill="hold" grpId="22" nodeType="withEffect">
                                  <p:stCondLst>
                                    <p:cond delay="1680"/>
                                  </p:stCondLst>
                                  <p:childTnLst>
                                    <p:animMotion origin="layout" path="M 0.119546 -0.004522 L 0.129175 -4e-05 E" pathEditMode="relative" rAng="0" ptsTypes="AA">
                                      <p:cBhvr>
                                        <p:cTn id="1148" dur="12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1149" presetID="8" presetClass="emph" presetSubtype="0" fill="hold" grpId="23" nodeType="withEffect">
                                  <p:stCondLst>
                                    <p:cond delay="1680"/>
                                  </p:stCondLst>
                                  <p:childTnLst>
                                    <p:animRot by="-787620">
                                      <p:cBhvr>
                                        <p:cTn id="1150" dur="12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151" presetID="0" presetClass="path" presetSubtype="0" fill="hold" grpId="23" nodeType="withEffect">
                                  <p:stCondLst>
                                    <p:cond delay="1680"/>
                                  </p:stCondLst>
                                  <p:childTnLst>
                                    <p:animMotion origin="layout" path="M 0.114859 -0.005777 L 0.131202 -0.00064 E" pathEditMode="relative" rAng="0" ptsTypes="AA">
                                      <p:cBhvr>
                                        <p:cTn id="1152" dur="12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1153" presetID="8" presetClass="emph" presetSubtype="0" fill="hold" grpId="24" nodeType="withEffect">
                                  <p:stCondLst>
                                    <p:cond delay="1680"/>
                                  </p:stCondLst>
                                  <p:childTnLst>
                                    <p:animRot by="-787620">
                                      <p:cBhvr>
                                        <p:cTn id="1154" dur="12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155" presetID="0" presetClass="path" presetSubtype="0" fill="hold" grpId="22" nodeType="withEffect">
                                  <p:stCondLst>
                                    <p:cond delay="1680"/>
                                  </p:stCondLst>
                                  <p:childTnLst>
                                    <p:animMotion origin="layout" path="M 0.127538 -0.004283 L 0.129175 -4e-05 E" pathEditMode="relative" rAng="0" ptsTypes="AA">
                                      <p:cBhvr>
                                        <p:cTn id="1156" dur="12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1157" presetID="8" presetClass="emph" presetSubtype="0" fill="hold" grpId="23" nodeType="withEffect">
                                  <p:stCondLst>
                                    <p:cond delay="1680"/>
                                  </p:stCondLst>
                                  <p:childTnLst>
                                    <p:animRot by="1046280">
                                      <p:cBhvr>
                                        <p:cTn id="1158" dur="12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159" presetID="0" presetClass="path" presetSubtype="0" fill="hold" grpId="23" nodeType="withEffect">
                                  <p:stCondLst>
                                    <p:cond delay="1680"/>
                                  </p:stCondLst>
                                  <p:childTnLst>
                                    <p:animMotion origin="layout" path="M 0.14178 -0.013299 L 0.132376 -0.001149 E" pathEditMode="relative" rAng="0" ptsTypes="AA">
                                      <p:cBhvr>
                                        <p:cTn id="1160" dur="12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1161" presetID="8" presetClass="emph" presetSubtype="0" fill="hold" grpId="24" nodeType="withEffect">
                                  <p:stCondLst>
                                    <p:cond delay="1680"/>
                                  </p:stCondLst>
                                  <p:childTnLst>
                                    <p:animRot by="1853460">
                                      <p:cBhvr>
                                        <p:cTn id="1162" dur="12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163" presetID="0" presetClass="path" presetSubtype="0" fill="hold" grpId="24" nodeType="withEffect">
                                  <p:stCondLst>
                                    <p:cond delay="1680"/>
                                  </p:stCondLst>
                                  <p:childTnLst>
                                    <p:animMotion origin="layout" path="M 0.157525 -0.024841 L 0.138412 -0.002481 E" pathEditMode="relative" rAng="0" ptsTypes="AA">
                                      <p:cBhvr>
                                        <p:cTn id="1164" dur="12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1165" presetID="8" presetClass="emph" presetSubtype="0" fill="hold" grpId="25" nodeType="withEffect">
                                  <p:stCondLst>
                                    <p:cond delay="1680"/>
                                  </p:stCondLst>
                                  <p:childTnLst>
                                    <p:animRot by="1629360">
                                      <p:cBhvr>
                                        <p:cTn id="1166" dur="12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167" presetID="0" presetClass="path" presetSubtype="0" fill="hold" grpId="24" nodeType="withEffect">
                                  <p:stCondLst>
                                    <p:cond delay="1680"/>
                                  </p:stCondLst>
                                  <p:childTnLst>
                                    <p:animMotion origin="layout" path="M 0.147157 -0.020976 L 0.134653 -0.002028 E" pathEditMode="relative" rAng="0" ptsTypes="AA">
                                      <p:cBhvr>
                                        <p:cTn id="1168" dur="12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1169" presetID="8" presetClass="emph" presetSubtype="0" fill="hold" grpId="25" nodeType="withEffect">
                                  <p:stCondLst>
                                    <p:cond delay="1680"/>
                                  </p:stCondLst>
                                  <p:childTnLst>
                                    <p:animRot by="1629360">
                                      <p:cBhvr>
                                        <p:cTn id="1170" dur="12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171" presetID="0" presetClass="path" presetSubtype="0" fill="hold" grpId="29" nodeType="withEffect">
                                  <p:stCondLst>
                                    <p:cond delay="1800"/>
                                  </p:stCondLst>
                                  <p:childTnLst>
                                    <p:animMotion origin="layout" path="M 0.13 0 L 0.136688 -0.003455 E" pathEditMode="relative" rAng="0" ptsTypes="AA">
                                      <p:cBhvr>
                                        <p:cTn id="1172" dur="12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1173" presetID="8" presetClass="emph" presetSubtype="0" fill="hold" grpId="30" nodeType="withEffect">
                                  <p:stCondLst>
                                    <p:cond delay="1800"/>
                                  </p:stCondLst>
                                  <p:childTnLst>
                                    <p:animRot by="-77580">
                                      <p:cBhvr>
                                        <p:cTn id="1174" dur="12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175" presetID="0" presetClass="path" presetSubtype="0" fill="hold" grpId="29" nodeType="withEffect">
                                  <p:stCondLst>
                                    <p:cond delay="1800"/>
                                  </p:stCondLst>
                                  <p:childTnLst>
                                    <p:animMotion origin="layout" path="M 0.13 0 L 0.135757 -0.003444 E" pathEditMode="relative" rAng="0" ptsTypes="AA">
                                      <p:cBhvr>
                                        <p:cTn id="1176" dur="12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1177" presetID="8" presetClass="emph" presetSubtype="0" fill="hold" grpId="30" nodeType="withEffect">
                                  <p:stCondLst>
                                    <p:cond delay="1800"/>
                                  </p:stCondLst>
                                  <p:childTnLst>
                                    <p:animRot by="-77580">
                                      <p:cBhvr>
                                        <p:cTn id="1178" dur="12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179" presetID="0" presetClass="path" presetSubtype="0" fill="hold" grpId="29" nodeType="withEffect">
                                  <p:stCondLst>
                                    <p:cond delay="1800"/>
                                  </p:stCondLst>
                                  <p:childTnLst>
                                    <p:animMotion origin="layout" path="M 0.13 0 L 0.137035 -0.003459 E" pathEditMode="relative" rAng="0" ptsTypes="AA">
                                      <p:cBhvr>
                                        <p:cTn id="1180" dur="12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1181" presetID="8" presetClass="emph" presetSubtype="0" fill="hold" grpId="30" nodeType="withEffect">
                                  <p:stCondLst>
                                    <p:cond delay="1800"/>
                                  </p:stCondLst>
                                  <p:childTnLst>
                                    <p:animRot by="-77580">
                                      <p:cBhvr>
                                        <p:cTn id="1182" dur="12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183" presetID="0" presetClass="path" presetSubtype="0" fill="hold" grpId="29" nodeType="withEffect">
                                  <p:stCondLst>
                                    <p:cond delay="1800"/>
                                  </p:stCondLst>
                                  <p:childTnLst>
                                    <p:animMotion origin="layout" path="M 0.13 0 L 0.135653 -0.003434 E" pathEditMode="relative" rAng="0" ptsTypes="AA">
                                      <p:cBhvr>
                                        <p:cTn id="1184" dur="12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1185" presetID="8" presetClass="emph" presetSubtype="0" fill="hold" grpId="30" nodeType="withEffect">
                                  <p:stCondLst>
                                    <p:cond delay="1800"/>
                                  </p:stCondLst>
                                  <p:childTnLst>
                                    <p:animRot by="68760">
                                      <p:cBhvr>
                                        <p:cTn id="1186" dur="12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187" presetID="0" presetClass="path" presetSubtype="0" fill="hold" grpId="29" nodeType="withEffect">
                                  <p:stCondLst>
                                    <p:cond delay="1800"/>
                                  </p:stCondLst>
                                  <p:childTnLst>
                                    <p:animMotion origin="layout" path="M 0.129456 1.2e-05 L 0.135358 -0.003431 E" pathEditMode="relative" rAng="0" ptsTypes="AA">
                                      <p:cBhvr>
                                        <p:cTn id="1188" dur="12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1189" presetID="8" presetClass="emph" presetSubtype="0" fill="hold" grpId="30" nodeType="withEffect">
                                  <p:stCondLst>
                                    <p:cond delay="1800"/>
                                  </p:stCondLst>
                                  <p:childTnLst>
                                    <p:animRot by="68760">
                                      <p:cBhvr>
                                        <p:cTn id="1190" dur="12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191" presetID="0" presetClass="path" presetSubtype="0" fill="hold" grpId="29" nodeType="withEffect">
                                  <p:stCondLst>
                                    <p:cond delay="1800"/>
                                  </p:stCondLst>
                                  <p:childTnLst>
                                    <p:animMotion origin="layout" path="M 0.129912 -0.00021 L 0.135606 -0.003548 E" pathEditMode="relative" rAng="0" ptsTypes="AA">
                                      <p:cBhvr>
                                        <p:cTn id="1192" dur="12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1193" presetID="8" presetClass="emph" presetSubtype="0" fill="hold" grpId="30" nodeType="withEffect">
                                  <p:stCondLst>
                                    <p:cond delay="1800"/>
                                  </p:stCondLst>
                                  <p:childTnLst>
                                    <p:animRot by="68760">
                                      <p:cBhvr>
                                        <p:cTn id="1194" dur="12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195" presetID="0" presetClass="path" presetSubtype="0" fill="hold" grpId="26" nodeType="withEffect">
                                  <p:stCondLst>
                                    <p:cond delay="1800"/>
                                  </p:stCondLst>
                                  <p:childTnLst>
                                    <p:animMotion origin="layout" path="M 0.129983 -0.000154 L 0.135903 -0.011508 E" pathEditMode="relative" rAng="0" ptsTypes="AA">
                                      <p:cBhvr>
                                        <p:cTn id="1196" dur="12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1197" presetID="8" presetClass="emph" presetSubtype="0" fill="hold" grpId="27" nodeType="withEffect">
                                  <p:stCondLst>
                                    <p:cond delay="1800"/>
                                  </p:stCondLst>
                                  <p:childTnLst>
                                    <p:animRot by="1055280">
                                      <p:cBhvr>
                                        <p:cTn id="1198" dur="12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199" presetID="0" presetClass="path" presetSubtype="0" fill="hold" grpId="27" nodeType="withEffect">
                                  <p:stCondLst>
                                    <p:cond delay="1800"/>
                                  </p:stCondLst>
                                  <p:childTnLst>
                                    <p:animMotion origin="layout" path="M 0.13 0 L 0.136688 0 E" pathEditMode="relative" rAng="0" ptsTypes="AA">
                                      <p:cBhvr>
                                        <p:cTn id="1200" dur="12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1201" presetID="6" presetClass="emph" presetSubtype="0" fill="hold" grpId="28" nodeType="withEffect">
                                  <p:stCondLst>
                                    <p:cond delay="1800"/>
                                  </p:stCondLst>
                                  <p:childTnLst>
                                    <p:animScale>
                                      <p:cBhvr>
                                        <p:cTn id="1202" dur="120" fill="hold"/>
                                        <p:tgtEl>
                                          <p:spTgt spid="23"/>
                                        </p:tgtEl>
                                      </p:cBhvr>
                                      <p:by x="96550" y="96550"/>
                                    </p:animScale>
                                  </p:childTnLst>
                                </p:cTn>
                              </p:par>
                              <p:par>
                                <p:cTn id="1203" presetID="0" presetClass="path" presetSubtype="0" fill="hold" grpId="26" nodeType="withEffect">
                                  <p:stCondLst>
                                    <p:cond delay="1800"/>
                                  </p:stCondLst>
                                  <p:childTnLst>
                                    <p:animMotion origin="layout" path="M 0.129351 -2.2e-05 L 0.13321 -0.004372 E" pathEditMode="relative" rAng="0" ptsTypes="AA">
                                      <p:cBhvr>
                                        <p:cTn id="1204" dur="12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1205" presetID="8" presetClass="emph" presetSubtype="0" fill="hold" grpId="27" nodeType="withEffect">
                                  <p:stCondLst>
                                    <p:cond delay="1800"/>
                                  </p:stCondLst>
                                  <p:childTnLst>
                                    <p:animRot by="709920">
                                      <p:cBhvr>
                                        <p:cTn id="1206" dur="12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207" presetID="0" presetClass="path" presetSubtype="0" fill="hold" grpId="26" nodeType="withEffect">
                                  <p:stCondLst>
                                    <p:cond delay="1800"/>
                                  </p:stCondLst>
                                  <p:childTnLst>
                                    <p:animMotion origin="layout" path="M 0.123438 -0.001565 L 0.123573 -0.006723 E" pathEditMode="relative" rAng="0" ptsTypes="AA">
                                      <p:cBhvr>
                                        <p:cTn id="1208" dur="12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1209" presetID="8" presetClass="emph" presetSubtype="0" fill="hold" grpId="27" nodeType="withEffect">
                                  <p:stCondLst>
                                    <p:cond delay="1800"/>
                                  </p:stCondLst>
                                  <p:childTnLst>
                                    <p:animRot by="-92220">
                                      <p:cBhvr>
                                        <p:cTn id="1210" dur="12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211" presetID="0" presetClass="path" presetSubtype="0" fill="hold" grpId="26" nodeType="withEffect">
                                  <p:stCondLst>
                                    <p:cond delay="1800"/>
                                  </p:stCondLst>
                                  <p:childTnLst>
                                    <p:animMotion origin="layout" path="M 0.115947 -0.000721 L 0.11666 -0.00573 E" pathEditMode="relative" rAng="0" ptsTypes="AA">
                                      <p:cBhvr>
                                        <p:cTn id="1212" dur="12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1213" presetID="8" presetClass="emph" presetSubtype="0" fill="hold" grpId="27" nodeType="withEffect">
                                  <p:stCondLst>
                                    <p:cond delay="1800"/>
                                  </p:stCondLst>
                                  <p:childTnLst>
                                    <p:animRot by="-125520">
                                      <p:cBhvr>
                                        <p:cTn id="1214" dur="12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215" presetID="0" presetClass="path" presetSubtype="0" fill="hold" grpId="26" nodeType="withEffect">
                                  <p:stCondLst>
                                    <p:cond delay="1800"/>
                                  </p:stCondLst>
                                  <p:childTnLst>
                                    <p:animMotion origin="layout" path="M 0.111832 -0.001917 L 0.112785 -0.00678 E" pathEditMode="relative" rAng="0" ptsTypes="AA">
                                      <p:cBhvr>
                                        <p:cTn id="1216" dur="12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1217" presetID="8" presetClass="emph" presetSubtype="0" fill="hold" grpId="27" nodeType="withEffect">
                                  <p:stCondLst>
                                    <p:cond delay="1800"/>
                                  </p:stCondLst>
                                  <p:childTnLst>
                                    <p:animRot by="-125520">
                                      <p:cBhvr>
                                        <p:cTn id="1218" dur="12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219" presetID="0" presetClass="path" presetSubtype="0" fill="hold" grpId="26" nodeType="withEffect">
                                  <p:stCondLst>
                                    <p:cond delay="1800"/>
                                  </p:stCondLst>
                                  <p:childTnLst>
                                    <p:animMotion origin="layout" path="M 0.129351 -2.2e-05 L 0.14388 -0.005792 E" pathEditMode="relative" rAng="0" ptsTypes="AA">
                                      <p:cBhvr>
                                        <p:cTn id="1220" dur="12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1221" presetID="8" presetClass="emph" presetSubtype="0" fill="hold" grpId="27" nodeType="withEffect">
                                  <p:stCondLst>
                                    <p:cond delay="1800"/>
                                  </p:stCondLst>
                                  <p:childTnLst>
                                    <p:animRot by="-1476660">
                                      <p:cBhvr>
                                        <p:cTn id="1222" dur="12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223" presetID="0" presetClass="path" presetSubtype="0" fill="hold" grpId="26" nodeType="withEffect">
                                  <p:stCondLst>
                                    <p:cond delay="1800"/>
                                  </p:stCondLst>
                                  <p:childTnLst>
                                    <p:animMotion origin="layout" path="M 0.12798 -0.000105 L 0.157398 -0.01006 E" pathEditMode="relative" rAng="0" ptsTypes="AA">
                                      <p:cBhvr>
                                        <p:cTn id="1224" dur="12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1225" presetID="8" presetClass="emph" presetSubtype="0" fill="hold" grpId="27" nodeType="withEffect">
                                  <p:stCondLst>
                                    <p:cond delay="1800"/>
                                  </p:stCondLst>
                                  <p:childTnLst>
                                    <p:animRot by="-1399680">
                                      <p:cBhvr>
                                        <p:cTn id="1226" dur="12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227" presetID="0" presetClass="path" presetSubtype="0" fill="hold" grpId="26" nodeType="withEffect">
                                  <p:stCondLst>
                                    <p:cond delay="1800"/>
                                  </p:stCondLst>
                                  <p:childTnLst>
                                    <p:animMotion origin="layout" path="M 0.12797 -0.001217 L 0.164564 -0.016107 E" pathEditMode="relative" rAng="0" ptsTypes="AA">
                                      <p:cBhvr>
                                        <p:cTn id="1228" dur="12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1229" presetID="8" presetClass="emph" presetSubtype="0" fill="hold" grpId="27" nodeType="withEffect">
                                  <p:stCondLst>
                                    <p:cond delay="1800"/>
                                  </p:stCondLst>
                                  <p:childTnLst>
                                    <p:animRot by="-1366380">
                                      <p:cBhvr>
                                        <p:cTn id="1230" dur="12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231" presetID="0" presetClass="path" presetSubtype="0" fill="hold" grpId="24" nodeType="withEffect">
                                  <p:stCondLst>
                                    <p:cond delay="1800"/>
                                  </p:stCondLst>
                                  <p:childTnLst>
                                    <p:animMotion origin="layout" path="M 0.129175 -4e-05 L 0.139962 -0.004283 E" pathEditMode="relative" rAng="0" ptsTypes="AA">
                                      <p:cBhvr>
                                        <p:cTn id="1232" dur="12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1233" presetID="8" presetClass="emph" presetSubtype="0" fill="hold" grpId="25" nodeType="withEffect">
                                  <p:stCondLst>
                                    <p:cond delay="1800"/>
                                  </p:stCondLst>
                                  <p:childTnLst>
                                    <p:animRot by="-1046280">
                                      <p:cBhvr>
                                        <p:cTn id="1234" dur="12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235" presetID="0" presetClass="path" presetSubtype="0" fill="hold" grpId="25" nodeType="withEffect">
                                  <p:stCondLst>
                                    <p:cond delay="1800"/>
                                  </p:stCondLst>
                                  <p:childTnLst>
                                    <p:animMotion origin="layout" path="M 0.131202 -0.00064 L 0.152795 -0.01077 E" pathEditMode="relative" rAng="0" ptsTypes="AA">
                                      <p:cBhvr>
                                        <p:cTn id="1236" dur="12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1237" presetID="8" presetClass="emph" presetSubtype="0" fill="hold" grpId="26" nodeType="withEffect">
                                  <p:stCondLst>
                                    <p:cond delay="1800"/>
                                  </p:stCondLst>
                                  <p:childTnLst>
                                    <p:animRot by="-1669320">
                                      <p:cBhvr>
                                        <p:cTn id="1238" dur="12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239" presetID="0" presetClass="path" presetSubtype="0" fill="hold" grpId="24" nodeType="withEffect">
                                  <p:stCondLst>
                                    <p:cond delay="1800"/>
                                  </p:stCondLst>
                                  <p:childTnLst>
                                    <p:animMotion origin="layout" path="M 0.129175 -4e-05 L 0.13197 -0.004522 E" pathEditMode="relative" rAng="0" ptsTypes="AA">
                                      <p:cBhvr>
                                        <p:cTn id="1240" dur="12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1241" presetID="8" presetClass="emph" presetSubtype="0" fill="hold" grpId="25" nodeType="withEffect">
                                  <p:stCondLst>
                                    <p:cond delay="1800"/>
                                  </p:stCondLst>
                                  <p:childTnLst>
                                    <p:animRot by="787620">
                                      <p:cBhvr>
                                        <p:cTn id="1242" dur="12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243" presetID="0" presetClass="path" presetSubtype="0" fill="hold" grpId="25" nodeType="withEffect">
                                  <p:stCondLst>
                                    <p:cond delay="1800"/>
                                  </p:stCondLst>
                                  <p:childTnLst>
                                    <p:animMotion origin="layout" path="M 0.132376 -0.001149 L 0.127272 -0.005643 E" pathEditMode="relative" rAng="0" ptsTypes="AA">
                                      <p:cBhvr>
                                        <p:cTn id="1244" dur="12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1245" presetID="8" presetClass="emph" presetSubtype="0" fill="hold" grpId="26" nodeType="withEffect">
                                  <p:stCondLst>
                                    <p:cond delay="1800"/>
                                  </p:stCondLst>
                                  <p:childTnLst>
                                    <p:animRot by="1085640">
                                      <p:cBhvr>
                                        <p:cTn id="1246" dur="12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247" presetID="0" presetClass="path" presetSubtype="0" fill="hold" grpId="26" nodeType="withEffect">
                                  <p:stCondLst>
                                    <p:cond delay="1800"/>
                                  </p:stCondLst>
                                  <p:childTnLst>
                                    <p:animMotion origin="layout" path="M 0.138412 -0.002481 L 0.126956 -0.005767 E" pathEditMode="relative" rAng="0" ptsTypes="AA">
                                      <p:cBhvr>
                                        <p:cTn id="1248" dur="12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1249" presetID="8" presetClass="emph" presetSubtype="0" fill="hold" grpId="27" nodeType="withEffect">
                                  <p:stCondLst>
                                    <p:cond delay="1800"/>
                                  </p:stCondLst>
                                  <p:childTnLst>
                                    <p:animRot by="790020">
                                      <p:cBhvr>
                                        <p:cTn id="1250" dur="12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251" presetID="0" presetClass="path" presetSubtype="0" fill="hold" grpId="26" nodeType="withEffect">
                                  <p:stCondLst>
                                    <p:cond delay="1800"/>
                                  </p:stCondLst>
                                  <p:childTnLst>
                                    <p:animMotion origin="layout" path="M 0.134653 -0.002028 L 0.1268 -0.005766 E" pathEditMode="relative" rAng="0" ptsTypes="AA">
                                      <p:cBhvr>
                                        <p:cTn id="1252" dur="12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1253" presetID="8" presetClass="emph" presetSubtype="0" fill="hold" grpId="27" nodeType="withEffect">
                                  <p:stCondLst>
                                    <p:cond delay="1800"/>
                                  </p:stCondLst>
                                  <p:childTnLst>
                                    <p:animRot by="790020">
                                      <p:cBhvr>
                                        <p:cTn id="1254" dur="12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255" presetID="0" presetClass="path" presetSubtype="0" fill="hold" grpId="31" nodeType="withEffect">
                                  <p:stCondLst>
                                    <p:cond delay="1920"/>
                                  </p:stCondLst>
                                  <p:childTnLst>
                                    <p:animMotion origin="layout" path="M 0.136688 -0.003455 L 0.146111 -0.009045 E" pathEditMode="relative" rAng="0" ptsTypes="AA">
                                      <p:cBhvr>
                                        <p:cTn id="1256" dur="12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1257" presetID="8" presetClass="emph" presetSubtype="0" fill="hold" grpId="32" nodeType="withEffect">
                                  <p:stCondLst>
                                    <p:cond delay="1920"/>
                                  </p:stCondLst>
                                  <p:childTnLst>
                                    <p:animRot by="-47940">
                                      <p:cBhvr>
                                        <p:cTn id="1258" dur="12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259" presetID="0" presetClass="path" presetSubtype="0" fill="hold" grpId="31" nodeType="withEffect">
                                  <p:stCondLst>
                                    <p:cond delay="1920"/>
                                  </p:stCondLst>
                                  <p:childTnLst>
                                    <p:animMotion origin="layout" path="M 0.135757 -0.003444 L 0.144604 -0.009018 E" pathEditMode="relative" rAng="0" ptsTypes="AA">
                                      <p:cBhvr>
                                        <p:cTn id="1260" dur="12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1261" presetID="8" presetClass="emph" presetSubtype="0" fill="hold" grpId="32" nodeType="withEffect">
                                  <p:stCondLst>
                                    <p:cond delay="1920"/>
                                  </p:stCondLst>
                                  <p:childTnLst>
                                    <p:animRot by="-47940">
                                      <p:cBhvr>
                                        <p:cTn id="1262" dur="12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263" presetID="0" presetClass="path" presetSubtype="0" fill="hold" grpId="31" nodeType="withEffect">
                                  <p:stCondLst>
                                    <p:cond delay="1920"/>
                                  </p:stCondLst>
                                  <p:childTnLst>
                                    <p:animMotion origin="layout" path="M 0.137035 -0.003459 L 0.146671 -0.009055 E" pathEditMode="relative" rAng="0" ptsTypes="AA">
                                      <p:cBhvr>
                                        <p:cTn id="1264" dur="12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1265" presetID="8" presetClass="emph" presetSubtype="0" fill="hold" grpId="32" nodeType="withEffect">
                                  <p:stCondLst>
                                    <p:cond delay="1920"/>
                                  </p:stCondLst>
                                  <p:childTnLst>
                                    <p:animRot by="-47940">
                                      <p:cBhvr>
                                        <p:cTn id="1266" dur="12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267" presetID="0" presetClass="path" presetSubtype="0" fill="hold" grpId="31" nodeType="withEffect">
                                  <p:stCondLst>
                                    <p:cond delay="1920"/>
                                  </p:stCondLst>
                                  <p:childTnLst>
                                    <p:animMotion origin="layout" path="M 0.135653 -0.003434 L 0.144435 -0.008991 E" pathEditMode="relative" rAng="0" ptsTypes="AA">
                                      <p:cBhvr>
                                        <p:cTn id="1268" dur="12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1269" presetID="8" presetClass="emph" presetSubtype="0" fill="hold" grpId="32" nodeType="withEffect">
                                  <p:stCondLst>
                                    <p:cond delay="1920"/>
                                  </p:stCondLst>
                                  <p:childTnLst>
                                    <p:animRot by="146100">
                                      <p:cBhvr>
                                        <p:cTn id="1270" dur="12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271" presetID="0" presetClass="path" presetSubtype="0" fill="hold" grpId="31" nodeType="withEffect">
                                  <p:stCondLst>
                                    <p:cond delay="1920"/>
                                  </p:stCondLst>
                                  <p:childTnLst>
                                    <p:animMotion origin="layout" path="M 0.135358 -0.003431 L 0.14467 -0.008988 E" pathEditMode="relative" rAng="0" ptsTypes="AA">
                                      <p:cBhvr>
                                        <p:cTn id="1272" dur="12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1273" presetID="8" presetClass="emph" presetSubtype="0" fill="hold" grpId="32" nodeType="withEffect">
                                  <p:stCondLst>
                                    <p:cond delay="1920"/>
                                  </p:stCondLst>
                                  <p:childTnLst>
                                    <p:animRot by="146100">
                                      <p:cBhvr>
                                        <p:cTn id="1274" dur="12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275" presetID="0" presetClass="path" presetSubtype="0" fill="hold" grpId="31" nodeType="withEffect">
                                  <p:stCondLst>
                                    <p:cond delay="1920"/>
                                  </p:stCondLst>
                                  <p:childTnLst>
                                    <p:animMotion origin="layout" path="M 0.135606 -0.003548 L 0.14447 -0.008899 E" pathEditMode="relative" rAng="0" ptsTypes="AA">
                                      <p:cBhvr>
                                        <p:cTn id="1276" dur="12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1277" presetID="8" presetClass="emph" presetSubtype="0" fill="hold" grpId="32" nodeType="withEffect">
                                  <p:stCondLst>
                                    <p:cond delay="1920"/>
                                  </p:stCondLst>
                                  <p:childTnLst>
                                    <p:animRot by="146100">
                                      <p:cBhvr>
                                        <p:cTn id="1278" dur="12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279" presetID="0" presetClass="path" presetSubtype="0" fill="hold" grpId="28" nodeType="withEffect">
                                  <p:stCondLst>
                                    <p:cond delay="1920"/>
                                  </p:stCondLst>
                                  <p:childTnLst>
                                    <p:animMotion origin="layout" path="M 0.135903 -0.011508 L 0.145257 -0.019976 E" pathEditMode="relative" rAng="0" ptsTypes="AA">
                                      <p:cBhvr>
                                        <p:cTn id="1280" dur="12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1281" presetID="8" presetClass="emph" presetSubtype="0" fill="hold" grpId="29" nodeType="withEffect">
                                  <p:stCondLst>
                                    <p:cond delay="1920"/>
                                  </p:stCondLst>
                                  <p:childTnLst>
                                    <p:animRot by="398160">
                                      <p:cBhvr>
                                        <p:cTn id="1282" dur="12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283" presetID="0" presetClass="path" presetSubtype="0" fill="hold" grpId="29" nodeType="withEffect">
                                  <p:stCondLst>
                                    <p:cond delay="1920"/>
                                  </p:stCondLst>
                                  <p:childTnLst>
                                    <p:animMotion origin="layout" path="M 0.136688 0 L 0.146111 0 E" pathEditMode="relative" rAng="0" ptsTypes="AA">
                                      <p:cBhvr>
                                        <p:cTn id="1284" dur="12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1285" presetID="6" presetClass="emph" presetSubtype="0" fill="hold" grpId="30" nodeType="withEffect">
                                  <p:stCondLst>
                                    <p:cond delay="1920"/>
                                  </p:stCondLst>
                                  <p:childTnLst>
                                    <p:animScale>
                                      <p:cBhvr>
                                        <p:cTn id="1286" dur="120" fill="hold"/>
                                        <p:tgtEl>
                                          <p:spTgt spid="23"/>
                                        </p:tgtEl>
                                      </p:cBhvr>
                                      <p:by x="94200" y="94200"/>
                                    </p:animScale>
                                  </p:childTnLst>
                                </p:cTn>
                              </p:par>
                              <p:par>
                                <p:cTn id="1287" presetID="0" presetClass="path" presetSubtype="0" fill="hold" grpId="28" nodeType="withEffect">
                                  <p:stCondLst>
                                    <p:cond delay="1920"/>
                                  </p:stCondLst>
                                  <p:childTnLst>
                                    <p:animMotion origin="layout" path="M 0.13321 -0.004372 L 0.140032 -0.011863 E" pathEditMode="relative" rAng="0" ptsTypes="AA">
                                      <p:cBhvr>
                                        <p:cTn id="1288" dur="12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1289" presetID="8" presetClass="emph" presetSubtype="0" fill="hold" grpId="29" nodeType="withEffect">
                                  <p:stCondLst>
                                    <p:cond delay="1920"/>
                                  </p:stCondLst>
                                  <p:childTnLst>
                                    <p:animRot by="641940">
                                      <p:cBhvr>
                                        <p:cTn id="1290" dur="12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291" presetID="0" presetClass="path" presetSubtype="0" fill="hold" grpId="28" nodeType="withEffect">
                                  <p:stCondLst>
                                    <p:cond delay="1920"/>
                                  </p:stCondLst>
                                  <p:childTnLst>
                                    <p:animMotion origin="layout" path="M 0.123573 -0.006723 L 0.123596 -0.01896 E" pathEditMode="relative" rAng="0" ptsTypes="AA">
                                      <p:cBhvr>
                                        <p:cTn id="1292" dur="12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1293" presetID="8" presetClass="emph" presetSubtype="0" fill="hold" grpId="29" nodeType="withEffect">
                                  <p:stCondLst>
                                    <p:cond delay="1920"/>
                                  </p:stCondLst>
                                  <p:childTnLst>
                                    <p:animRot by="764040">
                                      <p:cBhvr>
                                        <p:cTn id="1294" dur="12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295" presetID="0" presetClass="path" presetSubtype="0" fill="hold" grpId="28" nodeType="withEffect">
                                  <p:stCondLst>
                                    <p:cond delay="1920"/>
                                  </p:stCondLst>
                                  <p:childTnLst>
                                    <p:animMotion origin="layout" path="M 0.11666 -0.00573 L 0.112782 -0.02009 E" pathEditMode="relative" rAng="0" ptsTypes="AA">
                                      <p:cBhvr>
                                        <p:cTn id="1296" dur="12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1297" presetID="8" presetClass="emph" presetSubtype="0" fill="hold" grpId="29" nodeType="withEffect">
                                  <p:stCondLst>
                                    <p:cond delay="1920"/>
                                  </p:stCondLst>
                                  <p:childTnLst>
                                    <p:animRot by="432600">
                                      <p:cBhvr>
                                        <p:cTn id="1298" dur="12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299" presetID="0" presetClass="path" presetSubtype="0" fill="hold" grpId="28" nodeType="withEffect">
                                  <p:stCondLst>
                                    <p:cond delay="1920"/>
                                  </p:stCondLst>
                                  <p:childTnLst>
                                    <p:animMotion origin="layout" path="M 0.112785 -0.00678 L 0.108105 -0.021679 E" pathEditMode="relative" rAng="0" ptsTypes="AA">
                                      <p:cBhvr>
                                        <p:cTn id="1300" dur="12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1301" presetID="8" presetClass="emph" presetSubtype="0" fill="hold" grpId="29" nodeType="withEffect">
                                  <p:stCondLst>
                                    <p:cond delay="1920"/>
                                  </p:stCondLst>
                                  <p:childTnLst>
                                    <p:animRot by="432600">
                                      <p:cBhvr>
                                        <p:cTn id="1302" dur="12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303" presetID="0" presetClass="path" presetSubtype="0" fill="hold" grpId="28" nodeType="withEffect">
                                  <p:stCondLst>
                                    <p:cond delay="1920"/>
                                  </p:stCondLst>
                                  <p:childTnLst>
                                    <p:animMotion origin="layout" path="M 0.14388 -0.005792 L 0.156812 -0.014392 E" pathEditMode="relative" rAng="0" ptsTypes="AA">
                                      <p:cBhvr>
                                        <p:cTn id="1304" dur="12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1305" presetID="8" presetClass="emph" presetSubtype="0" fill="hold" grpId="29" nodeType="withEffect">
                                  <p:stCondLst>
                                    <p:cond delay="1920"/>
                                  </p:stCondLst>
                                  <p:childTnLst>
                                    <p:animRot by="-709440">
                                      <p:cBhvr>
                                        <p:cTn id="1306" dur="12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307" presetID="0" presetClass="path" presetSubtype="0" fill="hold" grpId="28" nodeType="withEffect">
                                  <p:stCondLst>
                                    <p:cond delay="1920"/>
                                  </p:stCondLst>
                                  <p:childTnLst>
                                    <p:animMotion origin="layout" path="M 0.157398 -0.01006 L 0.171596 -0.020708 E" pathEditMode="relative" rAng="0" ptsTypes="AA">
                                      <p:cBhvr>
                                        <p:cTn id="1308" dur="12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1309" presetID="8" presetClass="emph" presetSubtype="0" fill="hold" grpId="29" nodeType="withEffect">
                                  <p:stCondLst>
                                    <p:cond delay="1920"/>
                                  </p:stCondLst>
                                  <p:childTnLst>
                                    <p:animRot by="553260">
                                      <p:cBhvr>
                                        <p:cTn id="1310" dur="12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311" presetID="0" presetClass="path" presetSubtype="0" fill="hold" grpId="28" nodeType="withEffect">
                                  <p:stCondLst>
                                    <p:cond delay="1920"/>
                                  </p:stCondLst>
                                  <p:childTnLst>
                                    <p:animMotion origin="layout" path="M 0.164564 -0.016107 L 0.175864 -0.023492 E" pathEditMode="relative" rAng="0" ptsTypes="AA">
                                      <p:cBhvr>
                                        <p:cTn id="1312" dur="12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1313" presetID="8" presetClass="emph" presetSubtype="0" fill="hold" grpId="29" nodeType="withEffect">
                                  <p:stCondLst>
                                    <p:cond delay="1920"/>
                                  </p:stCondLst>
                                  <p:childTnLst>
                                    <p:animRot by="884700">
                                      <p:cBhvr>
                                        <p:cTn id="1314" dur="12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315" presetID="0" presetClass="path" presetSubtype="0" fill="hold" grpId="26" nodeType="withEffect">
                                  <p:stCondLst>
                                    <p:cond delay="1920"/>
                                  </p:stCondLst>
                                  <p:childTnLst>
                                    <p:animMotion origin="layout" path="M 0.139962 -0.004283 L 0.152283 -0.012012 E" pathEditMode="relative" rAng="0" ptsTypes="AA">
                                      <p:cBhvr>
                                        <p:cTn id="1316" dur="12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1317" presetID="8" presetClass="emph" presetSubtype="0" fill="hold" grpId="27" nodeType="withEffect">
                                  <p:stCondLst>
                                    <p:cond delay="1920"/>
                                  </p:stCondLst>
                                  <p:childTnLst>
                                    <p:animRot by="-776040">
                                      <p:cBhvr>
                                        <p:cTn id="1318" dur="12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319" presetID="0" presetClass="path" presetSubtype="0" fill="hold" grpId="27" nodeType="withEffect">
                                  <p:stCondLst>
                                    <p:cond delay="1920"/>
                                  </p:stCondLst>
                                  <p:childTnLst>
                                    <p:animMotion origin="layout" path="M 0.152795 -0.01077 L 0.172086 -0.028874 E" pathEditMode="relative" rAng="0" ptsTypes="AA">
                                      <p:cBhvr>
                                        <p:cTn id="1320" dur="12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1321" presetID="8" presetClass="emph" presetSubtype="0" fill="hold" grpId="28" nodeType="withEffect">
                                  <p:stCondLst>
                                    <p:cond delay="1920"/>
                                  </p:stCondLst>
                                  <p:childTnLst>
                                    <p:animRot by="-1459020">
                                      <p:cBhvr>
                                        <p:cTn id="1322" dur="12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323" presetID="0" presetClass="path" presetSubtype="0" fill="hold" grpId="26" nodeType="withEffect">
                                  <p:stCondLst>
                                    <p:cond delay="1920"/>
                                  </p:stCondLst>
                                  <p:childTnLst>
                                    <p:animMotion origin="layout" path="M 0.13197 -0.004522 L 0.13961 -0.011019 E" pathEditMode="relative" rAng="0" ptsTypes="AA">
                                      <p:cBhvr>
                                        <p:cTn id="1324" dur="12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1325" presetID="8" presetClass="emph" presetSubtype="0" fill="hold" grpId="27" nodeType="withEffect">
                                  <p:stCondLst>
                                    <p:cond delay="1920"/>
                                  </p:stCondLst>
                                  <p:childTnLst>
                                    <p:animRot by="357360">
                                      <p:cBhvr>
                                        <p:cTn id="1326" dur="12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327" presetID="0" presetClass="path" presetSubtype="0" fill="hold" grpId="27" nodeType="withEffect">
                                  <p:stCondLst>
                                    <p:cond delay="1920"/>
                                  </p:stCondLst>
                                  <p:childTnLst>
                                    <p:animMotion origin="layout" path="M 0.127272 -0.005643 L 0.131921 -0.013285 E" pathEditMode="relative" rAng="0" ptsTypes="AA">
                                      <p:cBhvr>
                                        <p:cTn id="1328" dur="12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1329" presetID="8" presetClass="emph" presetSubtype="0" fill="hold" grpId="28" nodeType="withEffect">
                                  <p:stCondLst>
                                    <p:cond delay="1920"/>
                                  </p:stCondLst>
                                  <p:childTnLst>
                                    <p:animRot by="357360">
                                      <p:cBhvr>
                                        <p:cTn id="1330" dur="12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331" presetID="0" presetClass="path" presetSubtype="0" fill="hold" grpId="28" nodeType="withEffect">
                                  <p:stCondLst>
                                    <p:cond delay="1920"/>
                                  </p:stCondLst>
                                  <p:childTnLst>
                                    <p:animMotion origin="layout" path="M 0.126956 -0.005767 L 0.129737 -0.01391 E" pathEditMode="relative" rAng="0" ptsTypes="AA">
                                      <p:cBhvr>
                                        <p:cTn id="1332" dur="12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1333" presetID="8" presetClass="emph" presetSubtype="0" fill="hold" grpId="29" nodeType="withEffect">
                                  <p:stCondLst>
                                    <p:cond delay="1920"/>
                                  </p:stCondLst>
                                  <p:childTnLst>
                                    <p:animRot by="103320">
                                      <p:cBhvr>
                                        <p:cTn id="1334" dur="12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335" presetID="0" presetClass="path" presetSubtype="0" fill="hold" grpId="28" nodeType="withEffect">
                                  <p:stCondLst>
                                    <p:cond delay="1920"/>
                                  </p:stCondLst>
                                  <p:childTnLst>
                                    <p:animMotion origin="layout" path="M 0.1268 -0.005766 L 0.130057 -0.013907 E" pathEditMode="relative" rAng="0" ptsTypes="AA">
                                      <p:cBhvr>
                                        <p:cTn id="1336" dur="12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1337" presetID="8" presetClass="emph" presetSubtype="0" fill="hold" grpId="29" nodeType="withEffect">
                                  <p:stCondLst>
                                    <p:cond delay="1920"/>
                                  </p:stCondLst>
                                  <p:childTnLst>
                                    <p:animRot by="103320">
                                      <p:cBhvr>
                                        <p:cTn id="1338" dur="12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339" presetID="0" presetClass="path" presetSubtype="0" fill="hold" grpId="33" nodeType="withEffect">
                                  <p:stCondLst>
                                    <p:cond delay="2040"/>
                                  </p:stCondLst>
                                  <p:childTnLst>
                                    <p:animMotion origin="layout" path="M 0.146111 -0.009045 L 0.157223 -0.009045 E" pathEditMode="relative" rAng="0" ptsTypes="AA">
                                      <p:cBhvr>
                                        <p:cTn id="1340" dur="12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1341" presetID="0" presetClass="path" presetSubtype="0" fill="hold" grpId="33" nodeType="withEffect">
                                  <p:stCondLst>
                                    <p:cond delay="2040"/>
                                  </p:stCondLst>
                                  <p:childTnLst>
                                    <p:animMotion origin="layout" path="M 0.144604 -0.009018 L 0.155716 -0.009018 E" pathEditMode="relative" rAng="0" ptsTypes="AA">
                                      <p:cBhvr>
                                        <p:cTn id="1342" dur="12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1343" presetID="0" presetClass="path" presetSubtype="0" fill="hold" grpId="33" nodeType="withEffect">
                                  <p:stCondLst>
                                    <p:cond delay="2040"/>
                                  </p:stCondLst>
                                  <p:childTnLst>
                                    <p:animMotion origin="layout" path="M 0.146671 -0.009055 L 0.157783 -0.009055 E" pathEditMode="relative" rAng="0" ptsTypes="AA">
                                      <p:cBhvr>
                                        <p:cTn id="1344" dur="12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1345" presetID="0" presetClass="path" presetSubtype="0" fill="hold" grpId="33" nodeType="withEffect">
                                  <p:stCondLst>
                                    <p:cond delay="2040"/>
                                  </p:stCondLst>
                                  <p:childTnLst>
                                    <p:animMotion origin="layout" path="M 0.144435 -0.008991 L 0.155547 -0.008991 E" pathEditMode="relative" rAng="0" ptsTypes="AA">
                                      <p:cBhvr>
                                        <p:cTn id="1346" dur="12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1347" presetID="0" presetClass="path" presetSubtype="0" fill="hold" grpId="33" nodeType="withEffect">
                                  <p:stCondLst>
                                    <p:cond delay="2040"/>
                                  </p:stCondLst>
                                  <p:childTnLst>
                                    <p:animMotion origin="layout" path="M 0.14467 -0.008988 L 0.155782 -0.008988 E" pathEditMode="relative" rAng="0" ptsTypes="AA">
                                      <p:cBhvr>
                                        <p:cTn id="1348" dur="12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1349" presetID="0" presetClass="path" presetSubtype="0" fill="hold" grpId="33" nodeType="withEffect">
                                  <p:stCondLst>
                                    <p:cond delay="2040"/>
                                  </p:stCondLst>
                                  <p:childTnLst>
                                    <p:animMotion origin="layout" path="M 0.14447 -0.008899 L 0.155582 -0.008899 E" pathEditMode="relative" rAng="0" ptsTypes="AA">
                                      <p:cBhvr>
                                        <p:cTn id="1350" dur="12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1351" presetID="0" presetClass="path" presetSubtype="0" fill="hold" grpId="30" nodeType="withEffect">
                                  <p:stCondLst>
                                    <p:cond delay="2040"/>
                                  </p:stCondLst>
                                  <p:childTnLst>
                                    <p:animMotion origin="layout" path="M 0.145257 -0.019976 L 0.155966 -0.013765 E" pathEditMode="relative" rAng="0" ptsTypes="AA">
                                      <p:cBhvr>
                                        <p:cTn id="1352" dur="12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1353" presetID="8" presetClass="emph" presetSubtype="0" fill="hold" grpId="31" nodeType="withEffect">
                                  <p:stCondLst>
                                    <p:cond delay="2040"/>
                                  </p:stCondLst>
                                  <p:childTnLst>
                                    <p:animRot by="-809220">
                                      <p:cBhvr>
                                        <p:cTn id="1354" dur="12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355" presetID="0" presetClass="path" presetSubtype="0" fill="hold" grpId="31" nodeType="withEffect">
                                  <p:stCondLst>
                                    <p:cond delay="2040"/>
                                  </p:stCondLst>
                                  <p:childTnLst>
                                    <p:animMotion origin="layout" path="M 0.146111 0 L 0.157223 0 E" pathEditMode="relative" rAng="0" ptsTypes="AA">
                                      <p:cBhvr>
                                        <p:cTn id="1356" dur="12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1357" presetID="0" presetClass="path" presetSubtype="0" fill="hold" grpId="30" nodeType="withEffect">
                                  <p:stCondLst>
                                    <p:cond delay="2040"/>
                                  </p:stCondLst>
                                  <p:childTnLst>
                                    <p:animMotion origin="layout" path="M 0.140032 -0.011863 L 0.149548 -0.013355 E" pathEditMode="relative" rAng="0" ptsTypes="AA">
                                      <p:cBhvr>
                                        <p:cTn id="1358" dur="12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1359" presetID="8" presetClass="emph" presetSubtype="0" fill="hold" grpId="31" nodeType="withEffect">
                                  <p:stCondLst>
                                    <p:cond delay="2040"/>
                                  </p:stCondLst>
                                  <p:childTnLst>
                                    <p:animRot by="362520">
                                      <p:cBhvr>
                                        <p:cTn id="1360" dur="12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361" presetID="0" presetClass="path" presetSubtype="0" fill="hold" grpId="30" nodeType="withEffect">
                                  <p:stCondLst>
                                    <p:cond delay="2040"/>
                                  </p:stCondLst>
                                  <p:childTnLst>
                                    <p:animMotion origin="layout" path="M 0.123596 -0.01896 L 0.129815 -0.023845 E" pathEditMode="relative" rAng="0" ptsTypes="AA">
                                      <p:cBhvr>
                                        <p:cTn id="1362" dur="12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1363" presetID="8" presetClass="emph" presetSubtype="0" fill="hold" grpId="31" nodeType="withEffect">
                                  <p:stCondLst>
                                    <p:cond delay="2040"/>
                                  </p:stCondLst>
                                  <p:childTnLst>
                                    <p:animRot by="362520">
                                      <p:cBhvr>
                                        <p:cTn id="1364" dur="12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365" presetID="0" presetClass="path" presetSubtype="0" fill="hold" grpId="30" nodeType="withEffect">
                                  <p:stCondLst>
                                    <p:cond delay="2040"/>
                                  </p:stCondLst>
                                  <p:childTnLst>
                                    <p:animMotion origin="layout" path="M 0.112782 -0.02009 L 0.117714 -0.026527 E" pathEditMode="relative" rAng="0" ptsTypes="AA">
                                      <p:cBhvr>
                                        <p:cTn id="1366" dur="12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1367" presetID="8" presetClass="emph" presetSubtype="0" fill="hold" grpId="31" nodeType="withEffect">
                                  <p:stCondLst>
                                    <p:cond delay="2040"/>
                                  </p:stCondLst>
                                  <p:childTnLst>
                                    <p:animRot by="-140520">
                                      <p:cBhvr>
                                        <p:cTn id="1368" dur="12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369" presetID="0" presetClass="path" presetSubtype="0" fill="hold" grpId="30" nodeType="withEffect">
                                  <p:stCondLst>
                                    <p:cond delay="2040"/>
                                  </p:stCondLst>
                                  <p:childTnLst>
                                    <p:animMotion origin="layout" path="M 0.108105 -0.021679 L 0.11329 -0.02793 E" pathEditMode="relative" rAng="0" ptsTypes="AA">
                                      <p:cBhvr>
                                        <p:cTn id="1370" dur="12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1371" presetID="8" presetClass="emph" presetSubtype="0" fill="hold" grpId="31" nodeType="withEffect">
                                  <p:stCondLst>
                                    <p:cond delay="2040"/>
                                  </p:stCondLst>
                                  <p:childTnLst>
                                    <p:animRot by="-140520">
                                      <p:cBhvr>
                                        <p:cTn id="1372" dur="12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373" presetID="0" presetClass="path" presetSubtype="0" fill="hold" grpId="30" nodeType="withEffect">
                                  <p:stCondLst>
                                    <p:cond delay="2040"/>
                                  </p:stCondLst>
                                  <p:childTnLst>
                                    <p:animMotion origin="layout" path="M 0.156812 -0.014392 L 0.166382 -0.01273 E" pathEditMode="relative" rAng="0" ptsTypes="AA">
                                      <p:cBhvr>
                                        <p:cTn id="1374" dur="12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1375" presetID="8" presetClass="emph" presetSubtype="0" fill="hold" grpId="31" nodeType="withEffect">
                                  <p:stCondLst>
                                    <p:cond delay="2040"/>
                                  </p:stCondLst>
                                  <p:childTnLst>
                                    <p:animRot by="362520">
                                      <p:cBhvr>
                                        <p:cTn id="1376" dur="12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377" presetID="0" presetClass="path" presetSubtype="0" fill="hold" grpId="30" nodeType="withEffect">
                                  <p:stCondLst>
                                    <p:cond delay="2040"/>
                                  </p:stCondLst>
                                  <p:childTnLst>
                                    <p:animMotion origin="layout" path="M 0.171596 -0.020708 L 0.173169 -0.017008 E" pathEditMode="relative" rAng="0" ptsTypes="AA">
                                      <p:cBhvr>
                                        <p:cTn id="1378" dur="12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1379" presetID="8" presetClass="emph" presetSubtype="0" fill="hold" grpId="31" nodeType="withEffect">
                                  <p:stCondLst>
                                    <p:cond delay="2040"/>
                                  </p:stCondLst>
                                  <p:childTnLst>
                                    <p:animRot by="1333620">
                                      <p:cBhvr>
                                        <p:cTn id="1380" dur="12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381" presetID="0" presetClass="path" presetSubtype="0" fill="hold" grpId="30" nodeType="withEffect">
                                  <p:stCondLst>
                                    <p:cond delay="2040"/>
                                  </p:stCondLst>
                                  <p:childTnLst>
                                    <p:animMotion origin="layout" path="M 0.175864 -0.023492 L 0.169583 -0.016475 E" pathEditMode="relative" rAng="0" ptsTypes="AA">
                                      <p:cBhvr>
                                        <p:cTn id="1382" dur="12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1383" presetID="8" presetClass="emph" presetSubtype="0" fill="hold" grpId="31" nodeType="withEffect">
                                  <p:stCondLst>
                                    <p:cond delay="2040"/>
                                  </p:stCondLst>
                                  <p:childTnLst>
                                    <p:animRot by="1836600">
                                      <p:cBhvr>
                                        <p:cTn id="1384" dur="12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385" presetID="0" presetClass="path" presetSubtype="0" fill="hold" grpId="28" nodeType="withEffect">
                                  <p:stCondLst>
                                    <p:cond delay="2040"/>
                                  </p:stCondLst>
                                  <p:childTnLst>
                                    <p:animMotion origin="layout" path="M 0.152283 -0.012012 L 0.163395 -0.012012 E" pathEditMode="relative" rAng="0" ptsTypes="AA">
                                      <p:cBhvr>
                                        <p:cTn id="1386" dur="12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1387" presetID="0" presetClass="path" presetSubtype="0" fill="hold" grpId="29" nodeType="withEffect">
                                  <p:stCondLst>
                                    <p:cond delay="2040"/>
                                  </p:stCondLst>
                                  <p:childTnLst>
                                    <p:animMotion origin="layout" path="M 0.172086 -0.028874 L 0.183508 -0.030087 E" pathEditMode="relative" rAng="0" ptsTypes="AA">
                                      <p:cBhvr>
                                        <p:cTn id="1388" dur="12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1389" presetID="8" presetClass="emph" presetSubtype="0" fill="hold" grpId="30" nodeType="withEffect">
                                  <p:stCondLst>
                                    <p:cond delay="2040"/>
                                  </p:stCondLst>
                                  <p:childTnLst>
                                    <p:animRot by="-184200">
                                      <p:cBhvr>
                                        <p:cTn id="1390" dur="12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391" presetID="0" presetClass="path" presetSubtype="0" fill="hold" grpId="28" nodeType="withEffect">
                                  <p:stCondLst>
                                    <p:cond delay="2040"/>
                                  </p:stCondLst>
                                  <p:childTnLst>
                                    <p:animMotion origin="layout" path="M 0.13961 -0.011019 L 0.150722 -0.011019 E" pathEditMode="relative" rAng="0" ptsTypes="AA">
                                      <p:cBhvr>
                                        <p:cTn id="1392" dur="12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1393" presetID="0" presetClass="path" presetSubtype="0" fill="hold" grpId="29" nodeType="withEffect">
                                  <p:stCondLst>
                                    <p:cond delay="2040"/>
                                  </p:stCondLst>
                                  <p:childTnLst>
                                    <p:animMotion origin="layout" path="M 0.131921 -0.013285 L 0.143033 -0.013285 E" pathEditMode="relative" rAng="0" ptsTypes="AA">
                                      <p:cBhvr>
                                        <p:cTn id="1394" dur="12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1395" presetID="0" presetClass="path" presetSubtype="0" fill="hold" grpId="30" nodeType="withEffect">
                                  <p:stCondLst>
                                    <p:cond delay="2040"/>
                                  </p:stCondLst>
                                  <p:childTnLst>
                                    <p:animMotion origin="layout" path="M 0.129737 -0.01391 L 0.141012 -0.014033 E" pathEditMode="relative" rAng="0" ptsTypes="AA">
                                      <p:cBhvr>
                                        <p:cTn id="1396" dur="12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1397" presetID="8" presetClass="emph" presetSubtype="0" fill="hold" grpId="31" nodeType="withEffect">
                                  <p:stCondLst>
                                    <p:cond delay="2040"/>
                                  </p:stCondLst>
                                  <p:childTnLst>
                                    <p:animRot by="-115500">
                                      <p:cBhvr>
                                        <p:cTn id="1398" dur="12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399" presetID="0" presetClass="path" presetSubtype="0" fill="hold" grpId="30" nodeType="withEffect">
                                  <p:stCondLst>
                                    <p:cond delay="2040"/>
                                  </p:stCondLst>
                                  <p:childTnLst>
                                    <p:animMotion origin="layout" path="M 0.130057 -0.013907 L 0.1408 -0.014032 E" pathEditMode="relative" rAng="0" ptsTypes="AA">
                                      <p:cBhvr>
                                        <p:cTn id="1400" dur="12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1401" presetID="8" presetClass="emph" presetSubtype="0" fill="hold" grpId="31" nodeType="withEffect">
                                  <p:stCondLst>
                                    <p:cond delay="2040"/>
                                  </p:stCondLst>
                                  <p:childTnLst>
                                    <p:animRot by="-115500">
                                      <p:cBhvr>
                                        <p:cTn id="1402" dur="12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403" presetID="0" presetClass="path" presetSubtype="0" fill="hold" grpId="34" nodeType="withEffect">
                                  <p:stCondLst>
                                    <p:cond delay="2160"/>
                                  </p:stCondLst>
                                  <p:childTnLst>
                                    <p:animMotion origin="layout" path="M 0.157223 -0.009045 L 0.166645 -0.003455 E" pathEditMode="relative" rAng="0" ptsTypes="AA">
                                      <p:cBhvr>
                                        <p:cTn id="1404" dur="12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1405" presetID="8" presetClass="emph" presetSubtype="0" fill="hold" grpId="35" nodeType="withEffect">
                                  <p:stCondLst>
                                    <p:cond delay="2160"/>
                                  </p:stCondLst>
                                  <p:childTnLst>
                                    <p:animRot by="47940">
                                      <p:cBhvr>
                                        <p:cTn id="1406" dur="12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407" presetID="0" presetClass="path" presetSubtype="0" fill="hold" grpId="34" nodeType="withEffect">
                                  <p:stCondLst>
                                    <p:cond delay="2160"/>
                                  </p:stCondLst>
                                  <p:childTnLst>
                                    <p:animMotion origin="layout" path="M 0.155716 -0.009018 L 0.165713 -0.003444 E" pathEditMode="relative" rAng="0" ptsTypes="AA">
                                      <p:cBhvr>
                                        <p:cTn id="1408" dur="12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1409" presetID="8" presetClass="emph" presetSubtype="0" fill="hold" grpId="35" nodeType="withEffect">
                                  <p:stCondLst>
                                    <p:cond delay="2160"/>
                                  </p:stCondLst>
                                  <p:childTnLst>
                                    <p:animRot by="47940">
                                      <p:cBhvr>
                                        <p:cTn id="1410" dur="12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411" presetID="0" presetClass="path" presetSubtype="0" fill="hold" grpId="34" nodeType="withEffect">
                                  <p:stCondLst>
                                    <p:cond delay="2160"/>
                                  </p:stCondLst>
                                  <p:childTnLst>
                                    <p:animMotion origin="layout" path="M 0.157783 -0.009055 L 0.166991 -0.003459 E" pathEditMode="relative" rAng="0" ptsTypes="AA">
                                      <p:cBhvr>
                                        <p:cTn id="1412" dur="12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1413" presetID="8" presetClass="emph" presetSubtype="0" fill="hold" grpId="35" nodeType="withEffect">
                                  <p:stCondLst>
                                    <p:cond delay="2160"/>
                                  </p:stCondLst>
                                  <p:childTnLst>
                                    <p:animRot by="47940">
                                      <p:cBhvr>
                                        <p:cTn id="1414" dur="12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415" presetID="0" presetClass="path" presetSubtype="0" fill="hold" grpId="34" nodeType="withEffect">
                                  <p:stCondLst>
                                    <p:cond delay="2160"/>
                                  </p:stCondLst>
                                  <p:childTnLst>
                                    <p:animMotion origin="layout" path="M 0.155547 -0.008991 L 0.165609 -0.003434 E" pathEditMode="relative" rAng="0" ptsTypes="AA">
                                      <p:cBhvr>
                                        <p:cTn id="1416" dur="12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1417" presetID="8" presetClass="emph" presetSubtype="0" fill="hold" grpId="35" nodeType="withEffect">
                                  <p:stCondLst>
                                    <p:cond delay="2160"/>
                                  </p:stCondLst>
                                  <p:childTnLst>
                                    <p:animRot by="-146100">
                                      <p:cBhvr>
                                        <p:cTn id="1418" dur="12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419" presetID="0" presetClass="path" presetSubtype="0" fill="hold" grpId="34" nodeType="withEffect">
                                  <p:stCondLst>
                                    <p:cond delay="2160"/>
                                  </p:stCondLst>
                                  <p:childTnLst>
                                    <p:animMotion origin="layout" path="M 0.155782 -0.008988 L 0.165314 -0.003431 E" pathEditMode="relative" rAng="0" ptsTypes="AA">
                                      <p:cBhvr>
                                        <p:cTn id="1420" dur="12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1421" presetID="8" presetClass="emph" presetSubtype="0" fill="hold" grpId="35" nodeType="withEffect">
                                  <p:stCondLst>
                                    <p:cond delay="2160"/>
                                  </p:stCondLst>
                                  <p:childTnLst>
                                    <p:animRot by="-146100">
                                      <p:cBhvr>
                                        <p:cTn id="1422" dur="12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423" presetID="0" presetClass="path" presetSubtype="0" fill="hold" grpId="34" nodeType="withEffect">
                                  <p:stCondLst>
                                    <p:cond delay="2160"/>
                                  </p:stCondLst>
                                  <p:childTnLst>
                                    <p:animMotion origin="layout" path="M 0.155582 -0.008899 L 0.165562 -0.003548 E" pathEditMode="relative" rAng="0" ptsTypes="AA">
                                      <p:cBhvr>
                                        <p:cTn id="1424" dur="12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1425" presetID="8" presetClass="emph" presetSubtype="0" fill="hold" grpId="35" nodeType="withEffect">
                                  <p:stCondLst>
                                    <p:cond delay="2160"/>
                                  </p:stCondLst>
                                  <p:childTnLst>
                                    <p:animRot by="-146100">
                                      <p:cBhvr>
                                        <p:cTn id="1426" dur="12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427" presetID="0" presetClass="path" presetSubtype="0" fill="hold" grpId="32" nodeType="withEffect">
                                  <p:stCondLst>
                                    <p:cond delay="2160"/>
                                  </p:stCondLst>
                                  <p:childTnLst>
                                    <p:animMotion origin="layout" path="M 0.155966 -0.013765 L 0.166276 -0.001457 E" pathEditMode="relative" rAng="0" ptsTypes="AA">
                                      <p:cBhvr>
                                        <p:cTn id="1428" dur="12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1429" presetID="8" presetClass="emph" presetSubtype="0" fill="hold" grpId="33" nodeType="withEffect">
                                  <p:stCondLst>
                                    <p:cond delay="2160"/>
                                  </p:stCondLst>
                                  <p:childTnLst>
                                    <p:animRot by="-898260">
                                      <p:cBhvr>
                                        <p:cTn id="1430" dur="12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431" presetID="0" presetClass="path" presetSubtype="0" fill="hold" grpId="32" nodeType="withEffect">
                                  <p:stCondLst>
                                    <p:cond delay="2160"/>
                                  </p:stCondLst>
                                  <p:childTnLst>
                                    <p:animMotion origin="layout" path="M 0.157223 0 L 0.166645 0 E" pathEditMode="relative" rAng="0" ptsTypes="AA">
                                      <p:cBhvr>
                                        <p:cTn id="1432" dur="12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1433" presetID="6" presetClass="emph" presetSubtype="0" fill="hold" grpId="33" nodeType="withEffect">
                                  <p:stCondLst>
                                    <p:cond delay="2160"/>
                                  </p:stCondLst>
                                  <p:childTnLst>
                                    <p:animScale>
                                      <p:cBhvr>
                                        <p:cTn id="1434" dur="120" fill="hold"/>
                                        <p:tgtEl>
                                          <p:spTgt spid="23"/>
                                        </p:tgtEl>
                                      </p:cBhvr>
                                      <p:by x="106157" y="106157"/>
                                    </p:animScale>
                                  </p:childTnLst>
                                </p:cTn>
                              </p:par>
                              <p:par>
                                <p:cTn id="1435" presetID="0" presetClass="path" presetSubtype="0" fill="hold" grpId="32" nodeType="withEffect">
                                  <p:stCondLst>
                                    <p:cond delay="2160"/>
                                  </p:stCondLst>
                                  <p:childTnLst>
                                    <p:animMotion origin="layout" path="M 0.149548 -0.013355 L 0.160409 -0.00605 E" pathEditMode="relative" rAng="0" ptsTypes="AA">
                                      <p:cBhvr>
                                        <p:cTn id="1436" dur="12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1437" presetID="8" presetClass="emph" presetSubtype="0" fill="hold" grpId="33" nodeType="withEffect">
                                  <p:stCondLst>
                                    <p:cond delay="2160"/>
                                  </p:stCondLst>
                                  <p:childTnLst>
                                    <p:animRot by="-417900">
                                      <p:cBhvr>
                                        <p:cTn id="1438" dur="12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439" presetID="0" presetClass="path" presetSubtype="0" fill="hold" grpId="32" nodeType="withEffect">
                                  <p:stCondLst>
                                    <p:cond delay="2160"/>
                                  </p:stCondLst>
                                  <p:childTnLst>
                                    <p:animMotion origin="layout" path="M 0.129815 -0.023845 L 0.144992 -0.01221 E" pathEditMode="relative" rAng="0" ptsTypes="AA">
                                      <p:cBhvr>
                                        <p:cTn id="1440" dur="12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1441" presetID="8" presetClass="emph" presetSubtype="0" fill="hold" grpId="33" nodeType="withEffect">
                                  <p:stCondLst>
                                    <p:cond delay="2160"/>
                                  </p:stCondLst>
                                  <p:childTnLst>
                                    <p:animRot by="-540000">
                                      <p:cBhvr>
                                        <p:cTn id="1442" dur="12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443" presetID="0" presetClass="path" presetSubtype="0" fill="hold" grpId="32" nodeType="withEffect">
                                  <p:stCondLst>
                                    <p:cond delay="2160"/>
                                  </p:stCondLst>
                                  <p:childTnLst>
                                    <p:animMotion origin="layout" path="M 0.117714 -0.026527 L 0.136388 -0.013347 E" pathEditMode="relative" rAng="0" ptsTypes="AA">
                                      <p:cBhvr>
                                        <p:cTn id="1444" dur="12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1445" presetID="8" presetClass="emph" presetSubtype="0" fill="hold" grpId="33" nodeType="withEffect">
                                  <p:stCondLst>
                                    <p:cond delay="2160"/>
                                  </p:stCondLst>
                                  <p:childTnLst>
                                    <p:animRot by="-1022400">
                                      <p:cBhvr>
                                        <p:cTn id="1446" dur="12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447" presetID="0" presetClass="path" presetSubtype="0" fill="hold" grpId="32" nodeType="withEffect">
                                  <p:stCondLst>
                                    <p:cond delay="2160"/>
                                  </p:stCondLst>
                                  <p:childTnLst>
                                    <p:animMotion origin="layout" path="M 0.11329 -0.02793 L 0.133998 -0.013728 E" pathEditMode="relative" rAng="0" ptsTypes="AA">
                                      <p:cBhvr>
                                        <p:cTn id="1448" dur="12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1449" presetID="8" presetClass="emph" presetSubtype="0" fill="hold" grpId="33" nodeType="withEffect">
                                  <p:stCondLst>
                                    <p:cond delay="2160"/>
                                  </p:stCondLst>
                                  <p:childTnLst>
                                    <p:animRot by="-1022400">
                                      <p:cBhvr>
                                        <p:cTn id="1450" dur="12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451" presetID="0" presetClass="path" presetSubtype="0" fill="hold" grpId="32" nodeType="withEffect">
                                  <p:stCondLst>
                                    <p:cond delay="2160"/>
                                  </p:stCondLst>
                                  <p:childTnLst>
                                    <p:animMotion origin="layout" path="M 0.166382 -0.01273 L 0.171057 -0.004229 E" pathEditMode="relative" rAng="0" ptsTypes="AA">
                                      <p:cBhvr>
                                        <p:cTn id="1452" dur="12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1453" presetID="8" presetClass="emph" presetSubtype="0" fill="hold" grpId="33" nodeType="withEffect">
                                  <p:stCondLst>
                                    <p:cond delay="2160"/>
                                  </p:stCondLst>
                                  <p:childTnLst>
                                    <p:animRot by="933480">
                                      <p:cBhvr>
                                        <p:cTn id="1454" dur="12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455" presetID="0" presetClass="path" presetSubtype="0" fill="hold" grpId="32" nodeType="withEffect">
                                  <p:stCondLst>
                                    <p:cond delay="2160"/>
                                  </p:stCondLst>
                                  <p:childTnLst>
                                    <p:animMotion origin="layout" path="M 0.173169 -0.017008 L 0.169204 -0.007203 E" pathEditMode="relative" rAng="0" ptsTypes="AA">
                                      <p:cBhvr>
                                        <p:cTn id="1456" dur="12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1457" presetID="8" presetClass="emph" presetSubtype="0" fill="hold" grpId="33" nodeType="withEffect">
                                  <p:stCondLst>
                                    <p:cond delay="2160"/>
                                  </p:stCondLst>
                                  <p:childTnLst>
                                    <p:animRot by="779700">
                                      <p:cBhvr>
                                        <p:cTn id="1458" dur="12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459" presetID="0" presetClass="path" presetSubtype="0" fill="hold" grpId="32" nodeType="withEffect">
                                  <p:stCondLst>
                                    <p:cond delay="2160"/>
                                  </p:stCondLst>
                                  <p:childTnLst>
                                    <p:animMotion origin="layout" path="M 0.169583 -0.016475 L 0.160589 -0.007471 E" pathEditMode="relative" rAng="0" ptsTypes="AA">
                                      <p:cBhvr>
                                        <p:cTn id="1460" dur="12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1461" presetID="8" presetClass="emph" presetSubtype="0" fill="hold" grpId="33" nodeType="withEffect">
                                  <p:stCondLst>
                                    <p:cond delay="2160"/>
                                  </p:stCondLst>
                                  <p:childTnLst>
                                    <p:animRot by="1262160">
                                      <p:cBhvr>
                                        <p:cTn id="1462" dur="12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463" presetID="0" presetClass="path" presetSubtype="0" fill="hold" grpId="29" nodeType="withEffect">
                                  <p:stCondLst>
                                    <p:cond delay="2160"/>
                                  </p:stCondLst>
                                  <p:childTnLst>
                                    <p:animMotion origin="layout" path="M 0.163395 -0.012012 L 0.169919 -0.004283 E" pathEditMode="relative" rAng="0" ptsTypes="AA">
                                      <p:cBhvr>
                                        <p:cTn id="1464" dur="12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1465" presetID="8" presetClass="emph" presetSubtype="0" fill="hold" grpId="30" nodeType="withEffect">
                                  <p:stCondLst>
                                    <p:cond delay="2160"/>
                                  </p:stCondLst>
                                  <p:childTnLst>
                                    <p:animRot by="776040">
                                      <p:cBhvr>
                                        <p:cTn id="1466" dur="12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467" presetID="0" presetClass="path" presetSubtype="0" fill="hold" grpId="31" nodeType="withEffect">
                                  <p:stCondLst>
                                    <p:cond delay="2160"/>
                                  </p:stCondLst>
                                  <p:childTnLst>
                                    <p:animMotion origin="layout" path="M 0.183508 -0.030087 L 0.184169 -0.01318 E" pathEditMode="relative" rAng="0" ptsTypes="AA">
                                      <p:cBhvr>
                                        <p:cTn id="1468" dur="12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1469" presetID="8" presetClass="emph" presetSubtype="0" fill="hold" grpId="32" nodeType="withEffect">
                                  <p:stCondLst>
                                    <p:cond delay="2160"/>
                                  </p:stCondLst>
                                  <p:childTnLst>
                                    <p:animRot by="1161060">
                                      <p:cBhvr>
                                        <p:cTn id="1470" dur="12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471" presetID="0" presetClass="path" presetSubtype="0" fill="hold" grpId="29" nodeType="withEffect">
                                  <p:stCondLst>
                                    <p:cond delay="2160"/>
                                  </p:stCondLst>
                                  <p:childTnLst>
                                    <p:animMotion origin="layout" path="M 0.150722 -0.011019 L 0.161926 -0.004522 E" pathEditMode="relative" rAng="0" ptsTypes="AA">
                                      <p:cBhvr>
                                        <p:cTn id="1472" dur="12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1473" presetID="8" presetClass="emph" presetSubtype="0" fill="hold" grpId="30" nodeType="withEffect">
                                  <p:stCondLst>
                                    <p:cond delay="2160"/>
                                  </p:stCondLst>
                                  <p:childTnLst>
                                    <p:animRot by="-357360">
                                      <p:cBhvr>
                                        <p:cTn id="1474" dur="12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475" presetID="0" presetClass="path" presetSubtype="0" fill="hold" grpId="30" nodeType="withEffect">
                                  <p:stCondLst>
                                    <p:cond delay="2160"/>
                                  </p:stCondLst>
                                  <p:childTnLst>
                                    <p:animMotion origin="layout" path="M 0.143033 -0.013285 L 0.157229 -0.005643 E" pathEditMode="relative" rAng="0" ptsTypes="AA">
                                      <p:cBhvr>
                                        <p:cTn id="1476" dur="12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1477" presetID="8" presetClass="emph" presetSubtype="0" fill="hold" grpId="31" nodeType="withEffect">
                                  <p:stCondLst>
                                    <p:cond delay="2160"/>
                                  </p:stCondLst>
                                  <p:childTnLst>
                                    <p:animRot by="-357360">
                                      <p:cBhvr>
                                        <p:cTn id="1478" dur="12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479" presetID="0" presetClass="path" presetSubtype="0" fill="hold" grpId="32" nodeType="withEffect">
                                  <p:stCondLst>
                                    <p:cond delay="2160"/>
                                  </p:stCondLst>
                                  <p:childTnLst>
                                    <p:animMotion origin="layout" path="M 0.141012 -0.014033 L 0.157327 -0.006131 E" pathEditMode="relative" rAng="0" ptsTypes="AA">
                                      <p:cBhvr>
                                        <p:cTn id="1480" dur="12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1481" presetID="8" presetClass="emph" presetSubtype="0" fill="hold" grpId="33" nodeType="withEffect">
                                  <p:stCondLst>
                                    <p:cond delay="2160"/>
                                  </p:stCondLst>
                                  <p:childTnLst>
                                    <p:animRot by="-290280">
                                      <p:cBhvr>
                                        <p:cTn id="1482" dur="12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483" presetID="0" presetClass="path" presetSubtype="0" fill="hold" grpId="32" nodeType="withEffect">
                                  <p:stCondLst>
                                    <p:cond delay="2160"/>
                                  </p:stCondLst>
                                  <p:childTnLst>
                                    <p:animMotion origin="layout" path="M 0.1408 -0.014032 L 0.15578 -0.006055 E" pathEditMode="relative" rAng="0" ptsTypes="AA">
                                      <p:cBhvr>
                                        <p:cTn id="1484" dur="12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1485" presetID="8" presetClass="emph" presetSubtype="0" fill="hold" grpId="33" nodeType="withEffect">
                                  <p:stCondLst>
                                    <p:cond delay="2160"/>
                                  </p:stCondLst>
                                  <p:childTnLst>
                                    <p:animRot by="-290280">
                                      <p:cBhvr>
                                        <p:cTn id="1486" dur="12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487" presetID="0" presetClass="path" presetSubtype="0" fill="hold" grpId="36" nodeType="withEffect">
                                  <p:stCondLst>
                                    <p:cond delay="2280"/>
                                  </p:stCondLst>
                                  <p:childTnLst>
                                    <p:animMotion origin="layout" path="M 0.166645 -0.003455 L 0.173333 0 E" pathEditMode="relative" rAng="0" ptsTypes="AA">
                                      <p:cBhvr>
                                        <p:cTn id="1488" dur="12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1489" presetID="8" presetClass="emph" presetSubtype="0" fill="hold" grpId="37" nodeType="withEffect">
                                  <p:stCondLst>
                                    <p:cond delay="2280"/>
                                  </p:stCondLst>
                                  <p:childTnLst>
                                    <p:animRot by="77580">
                                      <p:cBhvr>
                                        <p:cTn id="1490" dur="12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491" presetID="0" presetClass="path" presetSubtype="0" fill="hold" grpId="36" nodeType="withEffect">
                                  <p:stCondLst>
                                    <p:cond delay="2280"/>
                                  </p:stCondLst>
                                  <p:childTnLst>
                                    <p:animMotion origin="layout" path="M 0.165713 -0.003444 L 0.173333 0 E" pathEditMode="relative" rAng="0" ptsTypes="AA">
                                      <p:cBhvr>
                                        <p:cTn id="1492" dur="12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1493" presetID="8" presetClass="emph" presetSubtype="0" fill="hold" grpId="37" nodeType="withEffect">
                                  <p:stCondLst>
                                    <p:cond delay="2280"/>
                                  </p:stCondLst>
                                  <p:childTnLst>
                                    <p:animRot by="77580">
                                      <p:cBhvr>
                                        <p:cTn id="1494" dur="12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495" presetID="0" presetClass="path" presetSubtype="0" fill="hold" grpId="36" nodeType="withEffect">
                                  <p:stCondLst>
                                    <p:cond delay="2280"/>
                                  </p:stCondLst>
                                  <p:childTnLst>
                                    <p:animMotion origin="layout" path="M 0.166991 -0.003459 L 0.173333 0 E" pathEditMode="relative" rAng="0" ptsTypes="AA">
                                      <p:cBhvr>
                                        <p:cTn id="1496" dur="12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1497" presetID="8" presetClass="emph" presetSubtype="0" fill="hold" grpId="37" nodeType="withEffect">
                                  <p:stCondLst>
                                    <p:cond delay="2280"/>
                                  </p:stCondLst>
                                  <p:childTnLst>
                                    <p:animRot by="77580">
                                      <p:cBhvr>
                                        <p:cTn id="1498" dur="12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499" presetID="0" presetClass="path" presetSubtype="0" fill="hold" grpId="36" nodeType="withEffect">
                                  <p:stCondLst>
                                    <p:cond delay="2280"/>
                                  </p:stCondLst>
                                  <p:childTnLst>
                                    <p:animMotion origin="layout" path="M 0.165609 -0.003434 L 0.173333 0 E" pathEditMode="relative" rAng="0" ptsTypes="AA">
                                      <p:cBhvr>
                                        <p:cTn id="1500" dur="12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1501" presetID="8" presetClass="emph" presetSubtype="0" fill="hold" grpId="37" nodeType="withEffect">
                                  <p:stCondLst>
                                    <p:cond delay="2280"/>
                                  </p:stCondLst>
                                  <p:childTnLst>
                                    <p:animRot by="-68760">
                                      <p:cBhvr>
                                        <p:cTn id="1502" dur="12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503" presetID="0" presetClass="path" presetSubtype="0" fill="hold" grpId="36" nodeType="withEffect">
                                  <p:stCondLst>
                                    <p:cond delay="2280"/>
                                  </p:stCondLst>
                                  <p:childTnLst>
                                    <p:animMotion origin="layout" path="M 0.165314 -0.003431 L 0.172789 1.2e-05 E" pathEditMode="relative" rAng="0" ptsTypes="AA">
                                      <p:cBhvr>
                                        <p:cTn id="1504" dur="12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1505" presetID="8" presetClass="emph" presetSubtype="0" fill="hold" grpId="37" nodeType="withEffect">
                                  <p:stCondLst>
                                    <p:cond delay="2280"/>
                                  </p:stCondLst>
                                  <p:childTnLst>
                                    <p:animRot by="-68760">
                                      <p:cBhvr>
                                        <p:cTn id="1506" dur="12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507" presetID="0" presetClass="path" presetSubtype="0" fill="hold" grpId="36" nodeType="withEffect">
                                  <p:stCondLst>
                                    <p:cond delay="2280"/>
                                  </p:stCondLst>
                                  <p:childTnLst>
                                    <p:animMotion origin="layout" path="M 0.165562 -0.003548 L 0.173245 -0.00021 E" pathEditMode="relative" rAng="0" ptsTypes="AA">
                                      <p:cBhvr>
                                        <p:cTn id="1508" dur="12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1509" presetID="8" presetClass="emph" presetSubtype="0" fill="hold" grpId="37" nodeType="withEffect">
                                  <p:stCondLst>
                                    <p:cond delay="2280"/>
                                  </p:stCondLst>
                                  <p:childTnLst>
                                    <p:animRot by="-68760">
                                      <p:cBhvr>
                                        <p:cTn id="1510" dur="12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511" presetID="0" presetClass="path" presetSubtype="0" fill="hold" grpId="34" nodeType="withEffect">
                                  <p:stCondLst>
                                    <p:cond delay="2280"/>
                                  </p:stCondLst>
                                  <p:childTnLst>
                                    <p:animMotion origin="layout" path="M 0.166276 -0.001457 L 0.173316 -0.000154 E" pathEditMode="relative" rAng="0" ptsTypes="AA">
                                      <p:cBhvr>
                                        <p:cTn id="1512" dur="12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1513" presetID="8" presetClass="emph" presetSubtype="0" fill="hold" grpId="35" nodeType="withEffect">
                                  <p:stCondLst>
                                    <p:cond delay="2280"/>
                                  </p:stCondLst>
                                  <p:childTnLst>
                                    <p:animRot by="254040">
                                      <p:cBhvr>
                                        <p:cTn id="1514" dur="12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515" presetID="0" presetClass="path" presetSubtype="0" fill="hold" grpId="34" nodeType="withEffect">
                                  <p:stCondLst>
                                    <p:cond delay="2280"/>
                                  </p:stCondLst>
                                  <p:childTnLst>
                                    <p:animMotion origin="layout" path="M 0.166645 0 L 0.173333 0 E" pathEditMode="relative" rAng="0" ptsTypes="AA">
                                      <p:cBhvr>
                                        <p:cTn id="1516" dur="12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1517" presetID="6" presetClass="emph" presetSubtype="0" fill="hold" grpId="35" nodeType="withEffect">
                                  <p:stCondLst>
                                    <p:cond delay="2280"/>
                                  </p:stCondLst>
                                  <p:childTnLst>
                                    <p:animScale>
                                      <p:cBhvr>
                                        <p:cTn id="1518" dur="120" fill="hold"/>
                                        <p:tgtEl>
                                          <p:spTgt spid="23"/>
                                        </p:tgtEl>
                                      </p:cBhvr>
                                      <p:by x="103573" y="103573"/>
                                    </p:animScale>
                                  </p:childTnLst>
                                </p:cTn>
                              </p:par>
                              <p:par>
                                <p:cTn id="1519" presetID="0" presetClass="path" presetSubtype="0" fill="hold" grpId="34" nodeType="withEffect">
                                  <p:stCondLst>
                                    <p:cond delay="2280"/>
                                  </p:stCondLst>
                                  <p:childTnLst>
                                    <p:animMotion origin="layout" path="M 0.160409 -0.00605 L 0.172685 -2.2e-05 E" pathEditMode="relative" rAng="0" ptsTypes="AA">
                                      <p:cBhvr>
                                        <p:cTn id="1520" dur="12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1521" presetID="8" presetClass="emph" presetSubtype="0" fill="hold" grpId="35" nodeType="withEffect">
                                  <p:stCondLst>
                                    <p:cond delay="2280"/>
                                  </p:stCondLst>
                                  <p:childTnLst>
                                    <p:animRot by="-1296480">
                                      <p:cBhvr>
                                        <p:cTn id="1522" dur="12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523" presetID="0" presetClass="path" presetSubtype="0" fill="hold" grpId="34" nodeType="withEffect">
                                  <p:stCondLst>
                                    <p:cond delay="2280"/>
                                  </p:stCondLst>
                                  <p:childTnLst>
                                    <p:animMotion origin="layout" path="M 0.144992 -0.01221 L 0.171313 -6.8e-05 E" pathEditMode="relative" rAng="0" ptsTypes="AA">
                                      <p:cBhvr>
                                        <p:cTn id="1524" dur="12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1525" presetID="8" presetClass="emph" presetSubtype="0" fill="hold" grpId="35" nodeType="withEffect">
                                  <p:stCondLst>
                                    <p:cond delay="2280"/>
                                  </p:stCondLst>
                                  <p:childTnLst>
                                    <p:animRot by="-1493940">
                                      <p:cBhvr>
                                        <p:cTn id="1526" dur="12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527" presetID="0" presetClass="path" presetSubtype="0" fill="hold" grpId="34" nodeType="withEffect">
                                  <p:stCondLst>
                                    <p:cond delay="2280"/>
                                  </p:stCondLst>
                                  <p:childTnLst>
                                    <p:animMotion origin="layout" path="M 0.136388 -0.013347 L 0.1713 -0.001198 E" pathEditMode="relative" rAng="0" ptsTypes="AA">
                                      <p:cBhvr>
                                        <p:cTn id="1528" dur="12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1529" presetID="8" presetClass="emph" presetSubtype="0" fill="hold" grpId="35" nodeType="withEffect">
                                  <p:stCondLst>
                                    <p:cond delay="2280"/>
                                  </p:stCondLst>
                                  <p:childTnLst>
                                    <p:animRot by="-1771560">
                                      <p:cBhvr>
                                        <p:cTn id="1530" dur="12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531" presetID="0" presetClass="path" presetSubtype="0" fill="hold" grpId="34" nodeType="withEffect">
                                  <p:stCondLst>
                                    <p:cond delay="2280"/>
                                  </p:stCondLst>
                                  <p:childTnLst>
                                    <p:animMotion origin="layout" path="M 0.133998 -0.013728 L 0.172817 -0.001349 E" pathEditMode="relative" rAng="0" ptsTypes="AA">
                                      <p:cBhvr>
                                        <p:cTn id="1532" dur="12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1533" presetID="8" presetClass="emph" presetSubtype="0" fill="hold" grpId="35" nodeType="withEffect">
                                  <p:stCondLst>
                                    <p:cond delay="2280"/>
                                  </p:stCondLst>
                                  <p:childTnLst>
                                    <p:animRot by="-1771560">
                                      <p:cBhvr>
                                        <p:cTn id="1534" dur="12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535" presetID="0" presetClass="path" presetSubtype="0" fill="hold" grpId="34" nodeType="withEffect">
                                  <p:stCondLst>
                                    <p:cond delay="2280"/>
                                  </p:stCondLst>
                                  <p:childTnLst>
                                    <p:animMotion origin="layout" path="M 0.171057 -0.004229 L 0.172685 -2.2e-05 E" pathEditMode="relative" rAng="0" ptsTypes="AA">
                                      <p:cBhvr>
                                        <p:cTn id="1536" dur="12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1537" presetID="8" presetClass="emph" presetSubtype="0" fill="hold" grpId="35" nodeType="withEffect">
                                  <p:stCondLst>
                                    <p:cond delay="2280"/>
                                  </p:stCondLst>
                                  <p:childTnLst>
                                    <p:animRot by="890100">
                                      <p:cBhvr>
                                        <p:cTn id="1538" dur="12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539" presetID="0" presetClass="path" presetSubtype="0" fill="hold" grpId="34" nodeType="withEffect">
                                  <p:stCondLst>
                                    <p:cond delay="2280"/>
                                  </p:stCondLst>
                                  <p:childTnLst>
                                    <p:animMotion origin="layout" path="M 0.169204 -0.007203 L 0.166772 -0.001601 E" pathEditMode="relative" rAng="0" ptsTypes="AA">
                                      <p:cBhvr>
                                        <p:cTn id="1540" dur="12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1541" presetID="8" presetClass="emph" presetSubtype="0" fill="hold" grpId="35" nodeType="withEffect">
                                  <p:stCondLst>
                                    <p:cond delay="2280"/>
                                  </p:stCondLst>
                                  <p:childTnLst>
                                    <p:animRot by="-267300">
                                      <p:cBhvr>
                                        <p:cTn id="1542" dur="12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543" presetID="0" presetClass="path" presetSubtype="0" fill="hold" grpId="34" nodeType="withEffect">
                                  <p:stCondLst>
                                    <p:cond delay="2280"/>
                                  </p:stCondLst>
                                  <p:childTnLst>
                                    <p:animMotion origin="layout" path="M 0.160589 -0.007471 L 0.159323 -0.001116 E" pathEditMode="relative" rAng="0" ptsTypes="AA">
                                      <p:cBhvr>
                                        <p:cTn id="1544" dur="12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1545" presetID="8" presetClass="emph" presetSubtype="0" fill="hold" grpId="35" nodeType="withEffect">
                                  <p:stCondLst>
                                    <p:cond delay="2280"/>
                                  </p:stCondLst>
                                  <p:childTnLst>
                                    <p:animRot by="10320">
                                      <p:cBhvr>
                                        <p:cTn id="1546" dur="12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547" presetID="0" presetClass="path" presetSubtype="0" fill="hold" grpId="31" nodeType="withEffect">
                                  <p:stCondLst>
                                    <p:cond delay="2280"/>
                                  </p:stCondLst>
                                  <p:childTnLst>
                                    <p:animMotion origin="layout" path="M 0.169919 -0.004283 L 0.172508 -4e-05 E" pathEditMode="relative" rAng="0" ptsTypes="AA">
                                      <p:cBhvr>
                                        <p:cTn id="1548" dur="12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1549" presetID="8" presetClass="emph" presetSubtype="0" fill="hold" grpId="32" nodeType="withEffect">
                                  <p:stCondLst>
                                    <p:cond delay="2280"/>
                                  </p:stCondLst>
                                  <p:childTnLst>
                                    <p:animRot by="1046280">
                                      <p:cBhvr>
                                        <p:cTn id="1550" dur="12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551" presetID="0" presetClass="path" presetSubtype="0" fill="hold" grpId="33" nodeType="withEffect">
                                  <p:stCondLst>
                                    <p:cond delay="2280"/>
                                  </p:stCondLst>
                                  <p:childTnLst>
                                    <p:animMotion origin="layout" path="M 0.184169 -0.01318 L 0.17571 -0.001175 E" pathEditMode="relative" rAng="0" ptsTypes="AA">
                                      <p:cBhvr>
                                        <p:cTn id="1552" dur="12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1553" presetID="8" presetClass="emph" presetSubtype="0" fill="hold" grpId="34" nodeType="withEffect">
                                  <p:stCondLst>
                                    <p:cond delay="2280"/>
                                  </p:stCondLst>
                                  <p:childTnLst>
                                    <p:animRot by="1853460">
                                      <p:cBhvr>
                                        <p:cTn id="1554" dur="12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555" presetID="0" presetClass="path" presetSubtype="0" fill="hold" grpId="31" nodeType="withEffect">
                                  <p:stCondLst>
                                    <p:cond delay="2280"/>
                                  </p:stCondLst>
                                  <p:childTnLst>
                                    <p:animMotion origin="layout" path="M 0.161926 -0.004522 L 0.172508 -4e-05 E" pathEditMode="relative" rAng="0" ptsTypes="AA">
                                      <p:cBhvr>
                                        <p:cTn id="1556" dur="12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1557" presetID="8" presetClass="emph" presetSubtype="0" fill="hold" grpId="32" nodeType="withEffect">
                                  <p:stCondLst>
                                    <p:cond delay="2280"/>
                                  </p:stCondLst>
                                  <p:childTnLst>
                                    <p:animRot by="-787620">
                                      <p:cBhvr>
                                        <p:cTn id="1558" dur="12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559" presetID="0" presetClass="path" presetSubtype="0" fill="hold" grpId="32" nodeType="withEffect">
                                  <p:stCondLst>
                                    <p:cond delay="2280"/>
                                  </p:stCondLst>
                                  <p:childTnLst>
                                    <p:animMotion origin="layout" path="M 0.157229 -0.005643 L 0.174535 -0.000614 E" pathEditMode="relative" rAng="0" ptsTypes="AA">
                                      <p:cBhvr>
                                        <p:cTn id="1560" dur="12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1561" presetID="8" presetClass="emph" presetSubtype="0" fill="hold" grpId="33" nodeType="withEffect">
                                  <p:stCondLst>
                                    <p:cond delay="2280"/>
                                  </p:stCondLst>
                                  <p:childTnLst>
                                    <p:animRot by="-787620">
                                      <p:cBhvr>
                                        <p:cTn id="1562" dur="12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563" presetID="0" presetClass="path" presetSubtype="0" fill="hold" grpId="34" nodeType="withEffect">
                                  <p:stCondLst>
                                    <p:cond delay="2280"/>
                                  </p:stCondLst>
                                  <p:childTnLst>
                                    <p:animMotion origin="layout" path="M 0.157327 -0.006131 L 0.179211 -0.00174 E" pathEditMode="relative" rAng="0" ptsTypes="AA">
                                      <p:cBhvr>
                                        <p:cTn id="1564" dur="12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1565" presetID="8" presetClass="emph" presetSubtype="0" fill="hold" grpId="35" nodeType="withEffect">
                                  <p:stCondLst>
                                    <p:cond delay="2280"/>
                                  </p:stCondLst>
                                  <p:childTnLst>
                                    <p:animRot by="-563400">
                                      <p:cBhvr>
                                        <p:cTn id="1566" dur="12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567" presetID="0" presetClass="path" presetSubtype="0" fill="hold" grpId="34" nodeType="withEffect">
                                  <p:stCondLst>
                                    <p:cond delay="2280"/>
                                  </p:stCondLst>
                                  <p:childTnLst>
                                    <p:animMotion origin="layout" path="M 0.15578 -0.006055 L 0.175113 -0.001201 E" pathEditMode="relative" rAng="0" ptsTypes="AA">
                                      <p:cBhvr>
                                        <p:cTn id="1568" dur="12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1569" presetID="8" presetClass="emph" presetSubtype="0" fill="hold" grpId="35" nodeType="withEffect">
                                  <p:stCondLst>
                                    <p:cond delay="2280"/>
                                  </p:stCondLst>
                                  <p:childTnLst>
                                    <p:animRot by="-563400">
                                      <p:cBhvr>
                                        <p:cTn id="1570" dur="12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571" presetID="0" presetClass="path" presetSubtype="0" fill="hold" grpId="38" nodeType="withEffect">
                                  <p:stCondLst>
                                    <p:cond delay="2400"/>
                                  </p:stCondLst>
                                  <p:childTnLst>
                                    <p:animMotion origin="layout" path="M 0.173333 0 L 0.180022 -0.003455 E" pathEditMode="relative" rAng="0" ptsTypes="AA">
                                      <p:cBhvr>
                                        <p:cTn id="1572" dur="12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1573" presetID="8" presetClass="emph" presetSubtype="0" fill="hold" grpId="39" nodeType="withEffect">
                                  <p:stCondLst>
                                    <p:cond delay="2400"/>
                                  </p:stCondLst>
                                  <p:childTnLst>
                                    <p:animRot by="77580">
                                      <p:cBhvr>
                                        <p:cTn id="1574" dur="12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575" presetID="0" presetClass="path" presetSubtype="0" fill="hold" grpId="38" nodeType="withEffect">
                                  <p:stCondLst>
                                    <p:cond delay="2400"/>
                                  </p:stCondLst>
                                  <p:childTnLst>
                                    <p:animMotion origin="layout" path="M 0.173333 0 L 0.180953 -0.003444 E" pathEditMode="relative" rAng="0" ptsTypes="AA">
                                      <p:cBhvr>
                                        <p:cTn id="1576" dur="12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1577" presetID="8" presetClass="emph" presetSubtype="0" fill="hold" grpId="39" nodeType="withEffect">
                                  <p:stCondLst>
                                    <p:cond delay="2400"/>
                                  </p:stCondLst>
                                  <p:childTnLst>
                                    <p:animRot by="77580">
                                      <p:cBhvr>
                                        <p:cTn id="1578" dur="12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579" presetID="0" presetClass="path" presetSubtype="0" fill="hold" grpId="38" nodeType="withEffect">
                                  <p:stCondLst>
                                    <p:cond delay="2400"/>
                                  </p:stCondLst>
                                  <p:childTnLst>
                                    <p:animMotion origin="layout" path="M 0.173333 0 L 0.179675 -0.003459 E" pathEditMode="relative" rAng="0" ptsTypes="AA">
                                      <p:cBhvr>
                                        <p:cTn id="1580" dur="12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1581" presetID="8" presetClass="emph" presetSubtype="0" fill="hold" grpId="39" nodeType="withEffect">
                                  <p:stCondLst>
                                    <p:cond delay="2400"/>
                                  </p:stCondLst>
                                  <p:childTnLst>
                                    <p:animRot by="77580">
                                      <p:cBhvr>
                                        <p:cTn id="1582" dur="12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583" presetID="0" presetClass="path" presetSubtype="0" fill="hold" grpId="38" nodeType="withEffect">
                                  <p:stCondLst>
                                    <p:cond delay="2400"/>
                                  </p:stCondLst>
                                  <p:childTnLst>
                                    <p:animMotion origin="layout" path="M 0.173333 0 L 0.181058 -0.003434 E" pathEditMode="relative" rAng="0" ptsTypes="AA">
                                      <p:cBhvr>
                                        <p:cTn id="1584" dur="12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1585" presetID="8" presetClass="emph" presetSubtype="0" fill="hold" grpId="39" nodeType="withEffect">
                                  <p:stCondLst>
                                    <p:cond delay="2400"/>
                                  </p:stCondLst>
                                  <p:childTnLst>
                                    <p:animRot by="138540">
                                      <p:cBhvr>
                                        <p:cTn id="1586" dur="12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587" presetID="0" presetClass="path" presetSubtype="0" fill="hold" grpId="38" nodeType="withEffect">
                                  <p:stCondLst>
                                    <p:cond delay="2400"/>
                                  </p:stCondLst>
                                  <p:childTnLst>
                                    <p:animMotion origin="layout" path="M 0.172789 1.2e-05 L 0.181016 -0.003434 E" pathEditMode="relative" rAng="0" ptsTypes="AA">
                                      <p:cBhvr>
                                        <p:cTn id="1588" dur="12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1589" presetID="8" presetClass="emph" presetSubtype="0" fill="hold" grpId="39" nodeType="withEffect">
                                  <p:stCondLst>
                                    <p:cond delay="2400"/>
                                  </p:stCondLst>
                                  <p:childTnLst>
                                    <p:animRot by="138540">
                                      <p:cBhvr>
                                        <p:cTn id="1590" dur="12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591" presetID="0" presetClass="path" presetSubtype="0" fill="hold" grpId="38" nodeType="withEffect">
                                  <p:stCondLst>
                                    <p:cond delay="2400"/>
                                  </p:stCondLst>
                                  <p:childTnLst>
                                    <p:animMotion origin="layout" path="M 0.173245 -0.00021 L 0.181051 -0.00345 E" pathEditMode="relative" rAng="0" ptsTypes="AA">
                                      <p:cBhvr>
                                        <p:cTn id="1592" dur="12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1593" presetID="8" presetClass="emph" presetSubtype="0" fill="hold" grpId="39" nodeType="withEffect">
                                  <p:stCondLst>
                                    <p:cond delay="2400"/>
                                  </p:stCondLst>
                                  <p:childTnLst>
                                    <p:animRot by="138540">
                                      <p:cBhvr>
                                        <p:cTn id="1594" dur="12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595" presetID="0" presetClass="path" presetSubtype="0" fill="hold" grpId="36" nodeType="withEffect">
                                  <p:stCondLst>
                                    <p:cond delay="2400"/>
                                  </p:stCondLst>
                                  <p:childTnLst>
                                    <p:animMotion origin="layout" path="M 0.173316 -0.000154 L 0.180441 -0.011954 E" pathEditMode="relative" rAng="0" ptsTypes="AA">
                                      <p:cBhvr>
                                        <p:cTn id="1596" dur="12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1597" presetID="8" presetClass="emph" presetSubtype="0" fill="hold" grpId="37" nodeType="withEffect">
                                  <p:stCondLst>
                                    <p:cond delay="2400"/>
                                  </p:stCondLst>
                                  <p:childTnLst>
                                    <p:animRot by="1055280">
                                      <p:cBhvr>
                                        <p:cTn id="1598" dur="12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599" presetID="0" presetClass="path" presetSubtype="0" fill="hold" grpId="36" nodeType="withEffect">
                                  <p:stCondLst>
                                    <p:cond delay="2400"/>
                                  </p:stCondLst>
                                  <p:childTnLst>
                                    <p:animMotion origin="layout" path="M 0.173333 0 L 0.180022 0 E" pathEditMode="relative" rAng="0" ptsTypes="AA">
                                      <p:cBhvr>
                                        <p:cTn id="1600" dur="12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1601" presetID="6" presetClass="emph" presetSubtype="0" fill="hold" grpId="37" nodeType="withEffect">
                                  <p:stCondLst>
                                    <p:cond delay="2400"/>
                                  </p:stCondLst>
                                  <p:childTnLst>
                                    <p:animScale>
                                      <p:cBhvr>
                                        <p:cTn id="1602" dur="120" fill="hold"/>
                                        <p:tgtEl>
                                          <p:spTgt spid="23"/>
                                        </p:tgtEl>
                                      </p:cBhvr>
                                      <p:by x="96550" y="96550"/>
                                    </p:animScale>
                                  </p:childTnLst>
                                </p:cTn>
                              </p:par>
                              <p:par>
                                <p:cTn id="1603" presetID="0" presetClass="path" presetSubtype="0" fill="hold" grpId="36" nodeType="withEffect">
                                  <p:stCondLst>
                                    <p:cond delay="2400"/>
                                  </p:stCondLst>
                                  <p:childTnLst>
                                    <p:animMotion origin="layout" path="M 0.172685 -2.2e-05 L 0.185889 -0.005771 E" pathEditMode="relative" rAng="0" ptsTypes="AA">
                                      <p:cBhvr>
                                        <p:cTn id="1604" dur="12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1605" presetID="8" presetClass="emph" presetSubtype="0" fill="hold" grpId="37" nodeType="withEffect">
                                  <p:stCondLst>
                                    <p:cond delay="2400"/>
                                  </p:stCondLst>
                                  <p:childTnLst>
                                    <p:animRot by="-1476660">
                                      <p:cBhvr>
                                        <p:cTn id="1606" dur="12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607" presetID="0" presetClass="path" presetSubtype="0" fill="hold" grpId="36" nodeType="withEffect">
                                  <p:stCondLst>
                                    <p:cond delay="2400"/>
                                  </p:stCondLst>
                                  <p:childTnLst>
                                    <p:animMotion origin="layout" path="M 0.171313 -6.8e-05 L 0.199367 -0.010404 E" pathEditMode="relative" rAng="0" ptsTypes="AA">
                                      <p:cBhvr>
                                        <p:cTn id="1608" dur="12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1609" presetID="8" presetClass="emph" presetSubtype="0" fill="hold" grpId="37" nodeType="withEffect">
                                  <p:stCondLst>
                                    <p:cond delay="2400"/>
                                  </p:stCondLst>
                                  <p:childTnLst>
                                    <p:animRot by="-1399680">
                                      <p:cBhvr>
                                        <p:cTn id="1610" dur="12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611" presetID="0" presetClass="path" presetSubtype="0" fill="hold" grpId="36" nodeType="withEffect">
                                  <p:stCondLst>
                                    <p:cond delay="2400"/>
                                  </p:stCondLst>
                                  <p:childTnLst>
                                    <p:animMotion origin="layout" path="M 0.1713 -0.001198 L 0.206482 -0.016844 E" pathEditMode="relative" rAng="0" ptsTypes="AA">
                                      <p:cBhvr>
                                        <p:cTn id="1612" dur="12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1613" presetID="8" presetClass="emph" presetSubtype="0" fill="hold" grpId="37" nodeType="withEffect">
                                  <p:stCondLst>
                                    <p:cond delay="2400"/>
                                  </p:stCondLst>
                                  <p:childTnLst>
                                    <p:animRot by="-1366380">
                                      <p:cBhvr>
                                        <p:cTn id="1614" dur="12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615" presetID="0" presetClass="path" presetSubtype="0" fill="hold" grpId="36" nodeType="withEffect">
                                  <p:stCondLst>
                                    <p:cond delay="2400"/>
                                  </p:stCondLst>
                                  <p:childTnLst>
                                    <p:animMotion origin="layout" path="M 0.172817 -0.001349 L 0.210795 -0.01817 E" pathEditMode="relative" rAng="0" ptsTypes="AA">
                                      <p:cBhvr>
                                        <p:cTn id="1616" dur="12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1617" presetID="8" presetClass="emph" presetSubtype="0" fill="hold" grpId="37" nodeType="withEffect">
                                  <p:stCondLst>
                                    <p:cond delay="2400"/>
                                  </p:stCondLst>
                                  <p:childTnLst>
                                    <p:animRot by="-1366380">
                                      <p:cBhvr>
                                        <p:cTn id="1618" dur="12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619" presetID="0" presetClass="path" presetSubtype="0" fill="hold" grpId="36" nodeType="withEffect">
                                  <p:stCondLst>
                                    <p:cond delay="2400"/>
                                  </p:stCondLst>
                                  <p:childTnLst>
                                    <p:animMotion origin="layout" path="M 0.172685 -2.2e-05 L 0.17522 -0.004351 E" pathEditMode="relative" rAng="0" ptsTypes="AA">
                                      <p:cBhvr>
                                        <p:cTn id="1620" dur="12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1621" presetID="8" presetClass="emph" presetSubtype="0" fill="hold" grpId="37" nodeType="withEffect">
                                  <p:stCondLst>
                                    <p:cond delay="2400"/>
                                  </p:stCondLst>
                                  <p:childTnLst>
                                    <p:animRot by="709920">
                                      <p:cBhvr>
                                        <p:cTn id="1622" dur="12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623" presetID="0" presetClass="path" presetSubtype="0" fill="hold" grpId="36" nodeType="withEffect">
                                  <p:stCondLst>
                                    <p:cond delay="2400"/>
                                  </p:stCondLst>
                                  <p:childTnLst>
                                    <p:animMotion origin="layout" path="M 0.166772 -0.001601 L 0.165598 -0.006934 E" pathEditMode="relative" rAng="0" ptsTypes="AA">
                                      <p:cBhvr>
                                        <p:cTn id="1624" dur="12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1625" presetID="8" presetClass="emph" presetSubtype="0" fill="hold" grpId="37" nodeType="withEffect">
                                  <p:stCondLst>
                                    <p:cond delay="2400"/>
                                  </p:stCondLst>
                                  <p:childTnLst>
                                    <p:animRot by="-92220">
                                      <p:cBhvr>
                                        <p:cTn id="1626" dur="12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627" presetID="0" presetClass="path" presetSubtype="0" fill="hold" grpId="36" nodeType="withEffect">
                                  <p:stCondLst>
                                    <p:cond delay="2400"/>
                                  </p:stCondLst>
                                  <p:childTnLst>
                                    <p:animMotion origin="layout" path="M 0.159323 -0.001116 L 0.158722 -0.006274 E" pathEditMode="relative" rAng="0" ptsTypes="AA">
                                      <p:cBhvr>
                                        <p:cTn id="1628" dur="12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1629" presetID="8" presetClass="emph" presetSubtype="0" fill="hold" grpId="37" nodeType="withEffect">
                                  <p:stCondLst>
                                    <p:cond delay="2400"/>
                                  </p:stCondLst>
                                  <p:childTnLst>
                                    <p:animRot by="-125520">
                                      <p:cBhvr>
                                        <p:cTn id="1630" dur="12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631" presetID="0" presetClass="path" presetSubtype="0" fill="hold" grpId="33" nodeType="withEffect">
                                  <p:stCondLst>
                                    <p:cond delay="2400"/>
                                  </p:stCondLst>
                                  <p:childTnLst>
                                    <p:animMotion origin="layout" path="M 0.172508 -4e-05 L 0.176256 -0.004522 E" pathEditMode="relative" rAng="0" ptsTypes="AA">
                                      <p:cBhvr>
                                        <p:cTn id="1632" dur="12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1633" presetID="8" presetClass="emph" presetSubtype="0" fill="hold" grpId="34" nodeType="withEffect">
                                  <p:stCondLst>
                                    <p:cond delay="2400"/>
                                  </p:stCondLst>
                                  <p:childTnLst>
                                    <p:animRot by="787620">
                                      <p:cBhvr>
                                        <p:cTn id="1634" dur="12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635" presetID="0" presetClass="path" presetSubtype="0" fill="hold" grpId="35" nodeType="withEffect">
                                  <p:stCondLst>
                                    <p:cond delay="2400"/>
                                  </p:stCondLst>
                                  <p:childTnLst>
                                    <p:animMotion origin="layout" path="M 0.17571 -0.001175 L 0.171569 -0.005777 E" pathEditMode="relative" rAng="0" ptsTypes="AA">
                                      <p:cBhvr>
                                        <p:cTn id="1636" dur="12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1637" presetID="8" presetClass="emph" presetSubtype="0" fill="hold" grpId="36" nodeType="withEffect">
                                  <p:stCondLst>
                                    <p:cond delay="2400"/>
                                  </p:stCondLst>
                                  <p:childTnLst>
                                    <p:animRot by="1085640">
                                      <p:cBhvr>
                                        <p:cTn id="1638" dur="12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639" presetID="0" presetClass="path" presetSubtype="0" fill="hold" grpId="33" nodeType="withEffect">
                                  <p:stCondLst>
                                    <p:cond delay="2400"/>
                                  </p:stCondLst>
                                  <p:childTnLst>
                                    <p:animMotion origin="layout" path="M 0.172508 -4e-05 L 0.184248 -0.004283 E" pathEditMode="relative" rAng="0" ptsTypes="AA">
                                      <p:cBhvr>
                                        <p:cTn id="1640" dur="12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1641" presetID="8" presetClass="emph" presetSubtype="0" fill="hold" grpId="34" nodeType="withEffect">
                                  <p:stCondLst>
                                    <p:cond delay="2400"/>
                                  </p:stCondLst>
                                  <p:childTnLst>
                                    <p:animRot by="-1046280">
                                      <p:cBhvr>
                                        <p:cTn id="1642" dur="12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643" presetID="0" presetClass="path" presetSubtype="0" fill="hold" grpId="34" nodeType="withEffect">
                                  <p:stCondLst>
                                    <p:cond delay="2400"/>
                                  </p:stCondLst>
                                  <p:childTnLst>
                                    <p:animMotion origin="layout" path="M 0.174535 -0.000614 L 0.197073 -0.010888 E" pathEditMode="relative" rAng="0" ptsTypes="AA">
                                      <p:cBhvr>
                                        <p:cTn id="1644" dur="12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1645" presetID="8" presetClass="emph" presetSubtype="0" fill="hold" grpId="35" nodeType="withEffect">
                                  <p:stCondLst>
                                    <p:cond delay="2400"/>
                                  </p:stCondLst>
                                  <p:childTnLst>
                                    <p:animRot by="-1669320">
                                      <p:cBhvr>
                                        <p:cTn id="1646" dur="12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647" presetID="0" presetClass="path" presetSubtype="0" fill="hold" grpId="36" nodeType="withEffect">
                                  <p:stCondLst>
                                    <p:cond delay="2400"/>
                                  </p:stCondLst>
                                  <p:childTnLst>
                                    <p:animMotion origin="layout" path="M 0.179211 -0.00174 L 0.210792 -0.019483 E" pathEditMode="relative" rAng="0" ptsTypes="AA">
                                      <p:cBhvr>
                                        <p:cTn id="1648" dur="12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1649" presetID="8" presetClass="emph" presetSubtype="0" fill="hold" grpId="37" nodeType="withEffect">
                                  <p:stCondLst>
                                    <p:cond delay="2400"/>
                                  </p:stCondLst>
                                  <p:childTnLst>
                                    <p:animRot by="-1373760">
                                      <p:cBhvr>
                                        <p:cTn id="1650" dur="12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651" presetID="0" presetClass="path" presetSubtype="0" fill="hold" grpId="36" nodeType="withEffect">
                                  <p:stCondLst>
                                    <p:cond delay="2400"/>
                                  </p:stCondLst>
                                  <p:childTnLst>
                                    <p:animMotion origin="layout" path="M 0.175113 -0.001201 L 0.201064 -0.016144 E" pathEditMode="relative" rAng="0" ptsTypes="AA">
                                      <p:cBhvr>
                                        <p:cTn id="1652" dur="12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1653" presetID="8" presetClass="emph" presetSubtype="0" fill="hold" grpId="37" nodeType="withEffect">
                                  <p:stCondLst>
                                    <p:cond delay="2400"/>
                                  </p:stCondLst>
                                  <p:childTnLst>
                                    <p:animRot by="-1373760">
                                      <p:cBhvr>
                                        <p:cTn id="1654" dur="12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655" presetID="0" presetClass="path" presetSubtype="0" fill="hold" grpId="40" nodeType="withEffect">
                                  <p:stCondLst>
                                    <p:cond delay="2520"/>
                                  </p:stCondLst>
                                  <p:childTnLst>
                                    <p:animMotion origin="layout" path="M 0.180022 -0.003455 L 0.189444 -0.009045 E" pathEditMode="relative" rAng="0" ptsTypes="AA">
                                      <p:cBhvr>
                                        <p:cTn id="1656" dur="12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1657" presetID="8" presetClass="emph" presetSubtype="0" fill="hold" grpId="41" nodeType="withEffect">
                                  <p:stCondLst>
                                    <p:cond delay="2520"/>
                                  </p:stCondLst>
                                  <p:childTnLst>
                                    <p:animRot by="47940">
                                      <p:cBhvr>
                                        <p:cTn id="1658" dur="12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659" presetID="0" presetClass="path" presetSubtype="0" fill="hold" grpId="40" nodeType="withEffect">
                                  <p:stCondLst>
                                    <p:cond delay="2520"/>
                                  </p:stCondLst>
                                  <p:childTnLst>
                                    <p:animMotion origin="layout" path="M 0.180953 -0.003444 L 0.190951 -0.009018 E" pathEditMode="relative" rAng="0" ptsTypes="AA">
                                      <p:cBhvr>
                                        <p:cTn id="1660" dur="12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1661" presetID="8" presetClass="emph" presetSubtype="0" fill="hold" grpId="41" nodeType="withEffect">
                                  <p:stCondLst>
                                    <p:cond delay="2520"/>
                                  </p:stCondLst>
                                  <p:childTnLst>
                                    <p:animRot by="47940">
                                      <p:cBhvr>
                                        <p:cTn id="1662" dur="12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663" presetID="0" presetClass="path" presetSubtype="0" fill="hold" grpId="40" nodeType="withEffect">
                                  <p:stCondLst>
                                    <p:cond delay="2520"/>
                                  </p:stCondLst>
                                  <p:childTnLst>
                                    <p:animMotion origin="layout" path="M 0.179675 -0.003459 L 0.188883 -0.009055 E" pathEditMode="relative" rAng="0" ptsTypes="AA">
                                      <p:cBhvr>
                                        <p:cTn id="1664" dur="12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1665" presetID="8" presetClass="emph" presetSubtype="0" fill="hold" grpId="41" nodeType="withEffect">
                                  <p:stCondLst>
                                    <p:cond delay="2520"/>
                                  </p:stCondLst>
                                  <p:childTnLst>
                                    <p:animRot by="47940">
                                      <p:cBhvr>
                                        <p:cTn id="1666" dur="12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667" presetID="0" presetClass="path" presetSubtype="0" fill="hold" grpId="40" nodeType="withEffect">
                                  <p:stCondLst>
                                    <p:cond delay="2520"/>
                                  </p:stCondLst>
                                  <p:childTnLst>
                                    <p:animMotion origin="layout" path="M 0.181058 -0.003434 L 0.19112 -0.008991 E" pathEditMode="relative" rAng="0" ptsTypes="AA">
                                      <p:cBhvr>
                                        <p:cTn id="1668" dur="12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1669" presetID="8" presetClass="emph" presetSubtype="0" fill="hold" grpId="41" nodeType="withEffect">
                                  <p:stCondLst>
                                    <p:cond delay="2520"/>
                                  </p:stCondLst>
                                  <p:childTnLst>
                                    <p:animRot by="189300">
                                      <p:cBhvr>
                                        <p:cTn id="1670" dur="12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671" presetID="0" presetClass="path" presetSubtype="0" fill="hold" grpId="40" nodeType="withEffect">
                                  <p:stCondLst>
                                    <p:cond delay="2520"/>
                                  </p:stCondLst>
                                  <p:childTnLst>
                                    <p:animMotion origin="layout" path="M 0.181016 -0.003434 L 0.191765 -0.008974 E" pathEditMode="relative" rAng="0" ptsTypes="AA">
                                      <p:cBhvr>
                                        <p:cTn id="1672" dur="12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1673" presetID="8" presetClass="emph" presetSubtype="0" fill="hold" grpId="41" nodeType="withEffect">
                                  <p:stCondLst>
                                    <p:cond delay="2520"/>
                                  </p:stCondLst>
                                  <p:childTnLst>
                                    <p:animRot by="189300">
                                      <p:cBhvr>
                                        <p:cTn id="1674" dur="12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675" presetID="0" presetClass="path" presetSubtype="0" fill="hold" grpId="40" nodeType="withEffect">
                                  <p:stCondLst>
                                    <p:cond delay="2520"/>
                                  </p:stCondLst>
                                  <p:childTnLst>
                                    <p:animMotion origin="layout" path="M 0.181051 -0.00345 L 0.191213 -0.008737 E" pathEditMode="relative" rAng="0" ptsTypes="AA">
                                      <p:cBhvr>
                                        <p:cTn id="1676" dur="12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1677" presetID="8" presetClass="emph" presetSubtype="0" fill="hold" grpId="41" nodeType="withEffect">
                                  <p:stCondLst>
                                    <p:cond delay="2520"/>
                                  </p:stCondLst>
                                  <p:childTnLst>
                                    <p:animRot by="189300">
                                      <p:cBhvr>
                                        <p:cTn id="1678" dur="12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679" presetID="0" presetClass="path" presetSubtype="0" fill="hold" grpId="38" nodeType="withEffect">
                                  <p:stCondLst>
                                    <p:cond delay="2520"/>
                                  </p:stCondLst>
                                  <p:childTnLst>
                                    <p:animMotion origin="layout" path="M 0.180441 -0.011954 L 0.190539 -0.020698 E" pathEditMode="relative" rAng="0" ptsTypes="AA">
                                      <p:cBhvr>
                                        <p:cTn id="1680" dur="12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1681" presetID="8" presetClass="emph" presetSubtype="0" fill="hold" grpId="39" nodeType="withEffect">
                                  <p:stCondLst>
                                    <p:cond delay="2520"/>
                                  </p:stCondLst>
                                  <p:childTnLst>
                                    <p:animRot by="398160">
                                      <p:cBhvr>
                                        <p:cTn id="1682" dur="12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683" presetID="0" presetClass="path" presetSubtype="0" fill="hold" grpId="38" nodeType="withEffect">
                                  <p:stCondLst>
                                    <p:cond delay="2520"/>
                                  </p:stCondLst>
                                  <p:childTnLst>
                                    <p:animMotion origin="layout" path="M 0.180022 0 L 0.189444 0 E" pathEditMode="relative" rAng="0" ptsTypes="AA">
                                      <p:cBhvr>
                                        <p:cTn id="1684" dur="12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1685" presetID="6" presetClass="emph" presetSubtype="0" fill="hold" grpId="39" nodeType="withEffect">
                                  <p:stCondLst>
                                    <p:cond delay="2520"/>
                                  </p:stCondLst>
                                  <p:childTnLst>
                                    <p:animScale>
                                      <p:cBhvr>
                                        <p:cTn id="1686" dur="120" fill="hold"/>
                                        <p:tgtEl>
                                          <p:spTgt spid="23"/>
                                        </p:tgtEl>
                                      </p:cBhvr>
                                      <p:by x="94200" y="94200"/>
                                    </p:animScale>
                                  </p:childTnLst>
                                </p:cTn>
                              </p:par>
                              <p:par>
                                <p:cTn id="1687" presetID="0" presetClass="path" presetSubtype="0" fill="hold" grpId="38" nodeType="withEffect">
                                  <p:stCondLst>
                                    <p:cond delay="2520"/>
                                  </p:stCondLst>
                                  <p:childTnLst>
                                    <p:animMotion origin="layout" path="M 0.185889 -0.005771 L 0.198004 -0.014357 E" pathEditMode="relative" rAng="0" ptsTypes="AA">
                                      <p:cBhvr>
                                        <p:cTn id="1688" dur="12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1689" presetID="8" presetClass="emph" presetSubtype="0" fill="hold" grpId="39" nodeType="withEffect">
                                  <p:stCondLst>
                                    <p:cond delay="2520"/>
                                  </p:stCondLst>
                                  <p:childTnLst>
                                    <p:animRot by="-709440">
                                      <p:cBhvr>
                                        <p:cTn id="1690" dur="12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691" presetID="0" presetClass="path" presetSubtype="0" fill="hold" grpId="38" nodeType="withEffect">
                                  <p:stCondLst>
                                    <p:cond delay="2520"/>
                                  </p:stCondLst>
                                  <p:childTnLst>
                                    <p:animMotion origin="layout" path="M 0.199367 -0.010404 L 0.212694 -0.021213 E" pathEditMode="relative" rAng="0" ptsTypes="AA">
                                      <p:cBhvr>
                                        <p:cTn id="1692" dur="12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1693" presetID="8" presetClass="emph" presetSubtype="0" fill="hold" grpId="39" nodeType="withEffect">
                                  <p:stCondLst>
                                    <p:cond delay="2520"/>
                                  </p:stCondLst>
                                  <p:childTnLst>
                                    <p:animRot by="553260">
                                      <p:cBhvr>
                                        <p:cTn id="1694" dur="12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695" presetID="0" presetClass="path" presetSubtype="0" fill="hold" grpId="38" nodeType="withEffect">
                                  <p:stCondLst>
                                    <p:cond delay="2520"/>
                                  </p:stCondLst>
                                  <p:childTnLst>
                                    <p:animMotion origin="layout" path="M 0.206482 -0.016844 L 0.216946 -0.024225 E" pathEditMode="relative" rAng="0" ptsTypes="AA">
                                      <p:cBhvr>
                                        <p:cTn id="1696" dur="12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1697" presetID="8" presetClass="emph" presetSubtype="0" fill="hold" grpId="39" nodeType="withEffect">
                                  <p:stCondLst>
                                    <p:cond delay="2520"/>
                                  </p:stCondLst>
                                  <p:childTnLst>
                                    <p:animRot by="884700">
                                      <p:cBhvr>
                                        <p:cTn id="1698" dur="12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699" presetID="0" presetClass="path" presetSubtype="0" fill="hold" grpId="38" nodeType="withEffect">
                                  <p:stCondLst>
                                    <p:cond delay="2520"/>
                                  </p:stCondLst>
                                  <p:childTnLst>
                                    <p:animMotion origin="layout" path="M 0.210795 -0.01817 L 0.219499 -0.024662 E" pathEditMode="relative" rAng="0" ptsTypes="AA">
                                      <p:cBhvr>
                                        <p:cTn id="1700" dur="12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1701" presetID="8" presetClass="emph" presetSubtype="0" fill="hold" grpId="39" nodeType="withEffect">
                                  <p:stCondLst>
                                    <p:cond delay="2520"/>
                                  </p:stCondLst>
                                  <p:childTnLst>
                                    <p:animRot by="884700">
                                      <p:cBhvr>
                                        <p:cTn id="1702" dur="12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703" presetID="0" presetClass="path" presetSubtype="0" fill="hold" grpId="38" nodeType="withEffect">
                                  <p:stCondLst>
                                    <p:cond delay="2520"/>
                                  </p:stCondLst>
                                  <p:childTnLst>
                                    <p:animMotion origin="layout" path="M 0.17522 -0.004351 L 0.181223 -0.011828 E" pathEditMode="relative" rAng="0" ptsTypes="AA">
                                      <p:cBhvr>
                                        <p:cTn id="1704" dur="12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1705" presetID="8" presetClass="emph" presetSubtype="0" fill="hold" grpId="39" nodeType="withEffect">
                                  <p:stCondLst>
                                    <p:cond delay="2520"/>
                                  </p:stCondLst>
                                  <p:childTnLst>
                                    <p:animRot by="641940">
                                      <p:cBhvr>
                                        <p:cTn id="1706" dur="12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707" presetID="0" presetClass="path" presetSubtype="0" fill="hold" grpId="38" nodeType="withEffect">
                                  <p:stCondLst>
                                    <p:cond delay="2520"/>
                                  </p:stCondLst>
                                  <p:childTnLst>
                                    <p:animMotion origin="layout" path="M 0.165598 -0.006934 L 0.164837 -0.019326 E" pathEditMode="relative" rAng="0" ptsTypes="AA">
                                      <p:cBhvr>
                                        <p:cTn id="1708" dur="12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1709" presetID="8" presetClass="emph" presetSubtype="0" fill="hold" grpId="39" nodeType="withEffect">
                                  <p:stCondLst>
                                    <p:cond delay="2520"/>
                                  </p:stCondLst>
                                  <p:childTnLst>
                                    <p:animRot by="764040">
                                      <p:cBhvr>
                                        <p:cTn id="1710" dur="12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711" presetID="0" presetClass="path" presetSubtype="0" fill="hold" grpId="38" nodeType="withEffect">
                                  <p:stCondLst>
                                    <p:cond delay="2520"/>
                                  </p:stCondLst>
                                  <p:childTnLst>
                                    <p:animMotion origin="layout" path="M 0.158722 -0.006274 L 0.154105 -0.020962 E" pathEditMode="relative" rAng="0" ptsTypes="AA">
                                      <p:cBhvr>
                                        <p:cTn id="1712" dur="12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1713" presetID="8" presetClass="emph" presetSubtype="0" fill="hold" grpId="39" nodeType="withEffect">
                                  <p:stCondLst>
                                    <p:cond delay="2520"/>
                                  </p:stCondLst>
                                  <p:childTnLst>
                                    <p:animRot by="432600">
                                      <p:cBhvr>
                                        <p:cTn id="1714" dur="12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715" presetID="0" presetClass="path" presetSubtype="0" fill="hold" grpId="35" nodeType="withEffect">
                                  <p:stCondLst>
                                    <p:cond delay="2520"/>
                                  </p:stCondLst>
                                  <p:childTnLst>
                                    <p:animMotion origin="layout" path="M 0.176256 -0.004522 L 0.184484 -0.011019 E" pathEditMode="relative" rAng="0" ptsTypes="AA">
                                      <p:cBhvr>
                                        <p:cTn id="1716" dur="12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1717" presetID="8" presetClass="emph" presetSubtype="0" fill="hold" grpId="36" nodeType="withEffect">
                                  <p:stCondLst>
                                    <p:cond delay="2520"/>
                                  </p:stCondLst>
                                  <p:childTnLst>
                                    <p:animRot by="357360">
                                      <p:cBhvr>
                                        <p:cTn id="1718" dur="12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719" presetID="0" presetClass="path" presetSubtype="0" fill="hold" grpId="37" nodeType="withEffect">
                                  <p:stCondLst>
                                    <p:cond delay="2520"/>
                                  </p:stCondLst>
                                  <p:childTnLst>
                                    <p:animMotion origin="layout" path="M 0.171569 -0.005777 L 0.176815 -0.013467 E" pathEditMode="relative" rAng="0" ptsTypes="AA">
                                      <p:cBhvr>
                                        <p:cTn id="1720" dur="12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1721" presetID="8" presetClass="emph" presetSubtype="0" fill="hold" grpId="38" nodeType="withEffect">
                                  <p:stCondLst>
                                    <p:cond delay="2520"/>
                                  </p:stCondLst>
                                  <p:childTnLst>
                                    <p:animRot by="357360">
                                      <p:cBhvr>
                                        <p:cTn id="1722" dur="12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723" presetID="0" presetClass="path" presetSubtype="0" fill="hold" grpId="35" nodeType="withEffect">
                                  <p:stCondLst>
                                    <p:cond delay="2520"/>
                                  </p:stCondLst>
                                  <p:childTnLst>
                                    <p:animMotion origin="layout" path="M 0.184248 -0.004283 L 0.197158 -0.012012 E" pathEditMode="relative" rAng="0" ptsTypes="AA">
                                      <p:cBhvr>
                                        <p:cTn id="1724" dur="12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1725" presetID="8" presetClass="emph" presetSubtype="0" fill="hold" grpId="36" nodeType="withEffect">
                                  <p:stCondLst>
                                    <p:cond delay="2520"/>
                                  </p:stCondLst>
                                  <p:childTnLst>
                                    <p:animRot by="-776040">
                                      <p:cBhvr>
                                        <p:cTn id="1726" dur="12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727" presetID="0" presetClass="path" presetSubtype="0" fill="hold" grpId="36" nodeType="withEffect">
                                  <p:stCondLst>
                                    <p:cond delay="2520"/>
                                  </p:stCondLst>
                                  <p:childTnLst>
                                    <p:animMotion origin="layout" path="M 0.197073 -0.010888 L 0.216931 -0.029093 E" pathEditMode="relative" rAng="0" ptsTypes="AA">
                                      <p:cBhvr>
                                        <p:cTn id="1728" dur="12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1729" presetID="8" presetClass="emph" presetSubtype="0" fill="hold" grpId="37" nodeType="withEffect">
                                  <p:stCondLst>
                                    <p:cond delay="2520"/>
                                  </p:stCondLst>
                                  <p:childTnLst>
                                    <p:animRot by="-1459020">
                                      <p:cBhvr>
                                        <p:cTn id="1730" dur="12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731" presetID="0" presetClass="path" presetSubtype="0" fill="hold" grpId="38" nodeType="withEffect">
                                  <p:stCondLst>
                                    <p:cond delay="2520"/>
                                  </p:stCondLst>
                                  <p:childTnLst>
                                    <p:animMotion origin="layout" path="M 0.210792 -0.019483 L 0.236292 -0.04969 E" pathEditMode="relative" rAng="0" ptsTypes="AA">
                                      <p:cBhvr>
                                        <p:cTn id="1732" dur="12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1733" presetID="8" presetClass="emph" presetSubtype="0" fill="hold" grpId="39" nodeType="withEffect">
                                  <p:stCondLst>
                                    <p:cond delay="2520"/>
                                  </p:stCondLst>
                                  <p:childTnLst>
                                    <p:animRot by="-1204980">
                                      <p:cBhvr>
                                        <p:cTn id="1734" dur="12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735" presetID="0" presetClass="path" presetSubtype="0" fill="hold" grpId="38" nodeType="withEffect">
                                  <p:stCondLst>
                                    <p:cond delay="2520"/>
                                  </p:stCondLst>
                                  <p:childTnLst>
                                    <p:animMotion origin="layout" path="M 0.201064 -0.016144 L 0.222862 -0.04225 E" pathEditMode="relative" rAng="0" ptsTypes="AA">
                                      <p:cBhvr>
                                        <p:cTn id="1736" dur="12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1737" presetID="8" presetClass="emph" presetSubtype="0" fill="hold" grpId="39" nodeType="withEffect">
                                  <p:stCondLst>
                                    <p:cond delay="2520"/>
                                  </p:stCondLst>
                                  <p:childTnLst>
                                    <p:animRot by="-1204980">
                                      <p:cBhvr>
                                        <p:cTn id="1738" dur="12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739" presetID="0" presetClass="path" presetSubtype="0" fill="hold" grpId="42" nodeType="withEffect">
                                  <p:stCondLst>
                                    <p:cond delay="2640"/>
                                  </p:stCondLst>
                                  <p:childTnLst>
                                    <p:animMotion origin="layout" path="M 0.189444 -0.009045 L 0.200556 -0.009045 E" pathEditMode="relative" rAng="0" ptsTypes="AA">
                                      <p:cBhvr>
                                        <p:cTn id="1740" dur="12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1741" presetID="0" presetClass="path" presetSubtype="0" fill="hold" grpId="42" nodeType="withEffect">
                                  <p:stCondLst>
                                    <p:cond delay="2640"/>
                                  </p:stCondLst>
                                  <p:childTnLst>
                                    <p:animMotion origin="layout" path="M 0.190951 -0.009018 L 0.202063 -0.009018 E" pathEditMode="relative" rAng="0" ptsTypes="AA">
                                      <p:cBhvr>
                                        <p:cTn id="1742" dur="12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1743" presetID="0" presetClass="path" presetSubtype="0" fill="hold" grpId="42" nodeType="withEffect">
                                  <p:stCondLst>
                                    <p:cond delay="2640"/>
                                  </p:stCondLst>
                                  <p:childTnLst>
                                    <p:animMotion origin="layout" path="M 0.188883 -0.009055 L 0.199995 -0.009055 E" pathEditMode="relative" rAng="0" ptsTypes="AA">
                                      <p:cBhvr>
                                        <p:cTn id="1744" dur="12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1745" presetID="0" presetClass="path" presetSubtype="0" fill="hold" grpId="42" nodeType="withEffect">
                                  <p:stCondLst>
                                    <p:cond delay="2640"/>
                                  </p:stCondLst>
                                  <p:childTnLst>
                                    <p:animMotion origin="layout" path="M 0.19112 -0.008991 L 0.202232 -0.008991 E" pathEditMode="relative" rAng="0" ptsTypes="AA">
                                      <p:cBhvr>
                                        <p:cTn id="1746" dur="12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1747" presetID="0" presetClass="path" presetSubtype="0" fill="hold" grpId="42" nodeType="withEffect">
                                  <p:stCondLst>
                                    <p:cond delay="2640"/>
                                  </p:stCondLst>
                                  <p:childTnLst>
                                    <p:animMotion origin="layout" path="M 0.191765 -0.008974 L 0.202877 -0.008974 E" pathEditMode="relative" rAng="0" ptsTypes="AA">
                                      <p:cBhvr>
                                        <p:cTn id="1748" dur="12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1749" presetID="0" presetClass="path" presetSubtype="0" fill="hold" grpId="42" nodeType="withEffect">
                                  <p:stCondLst>
                                    <p:cond delay="2640"/>
                                  </p:stCondLst>
                                  <p:childTnLst>
                                    <p:animMotion origin="layout" path="M 0.191213 -0.008737 L 0.202325 -0.008737 E" pathEditMode="relative" rAng="0" ptsTypes="AA">
                                      <p:cBhvr>
                                        <p:cTn id="1750" dur="12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1751" presetID="0" presetClass="path" presetSubtype="0" fill="hold" grpId="40" nodeType="withEffect">
                                  <p:stCondLst>
                                    <p:cond delay="2640"/>
                                  </p:stCondLst>
                                  <p:childTnLst>
                                    <p:animMotion origin="layout" path="M 0.190539 -0.020698 L 0.201247 -0.014487 E" pathEditMode="relative" rAng="0" ptsTypes="AA">
                                      <p:cBhvr>
                                        <p:cTn id="1752" dur="12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1753" presetID="8" presetClass="emph" presetSubtype="0" fill="hold" grpId="41" nodeType="withEffect">
                                  <p:stCondLst>
                                    <p:cond delay="2640"/>
                                  </p:stCondLst>
                                  <p:childTnLst>
                                    <p:animRot by="-809220">
                                      <p:cBhvr>
                                        <p:cTn id="1754" dur="12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755" presetID="0" presetClass="path" presetSubtype="0" fill="hold" grpId="40" nodeType="withEffect">
                                  <p:stCondLst>
                                    <p:cond delay="2640"/>
                                  </p:stCondLst>
                                  <p:childTnLst>
                                    <p:animMotion origin="layout" path="M 0.189444 0 L 0.200556 0 E" pathEditMode="relative" rAng="0" ptsTypes="AA">
                                      <p:cBhvr>
                                        <p:cTn id="1756" dur="12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1757" presetID="0" presetClass="path" presetSubtype="0" fill="hold" grpId="40" nodeType="withEffect">
                                  <p:stCondLst>
                                    <p:cond delay="2640"/>
                                  </p:stCondLst>
                                  <p:childTnLst>
                                    <p:animMotion origin="layout" path="M 0.198004 -0.014357 L 0.207574 -0.012695 E" pathEditMode="relative" rAng="0" ptsTypes="AA">
                                      <p:cBhvr>
                                        <p:cTn id="1758" dur="12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1759" presetID="8" presetClass="emph" presetSubtype="0" fill="hold" grpId="41" nodeType="withEffect">
                                  <p:stCondLst>
                                    <p:cond delay="2640"/>
                                  </p:stCondLst>
                                  <p:childTnLst>
                                    <p:animRot by="362520">
                                      <p:cBhvr>
                                        <p:cTn id="1760" dur="12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761" presetID="0" presetClass="path" presetSubtype="0" fill="hold" grpId="40" nodeType="withEffect">
                                  <p:stCondLst>
                                    <p:cond delay="2640"/>
                                  </p:stCondLst>
                                  <p:childTnLst>
                                    <p:animMotion origin="layout" path="M 0.212694 -0.021213 L 0.214296 -0.017427 E" pathEditMode="relative" rAng="0" ptsTypes="AA">
                                      <p:cBhvr>
                                        <p:cTn id="1762" dur="12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1763" presetID="8" presetClass="emph" presetSubtype="0" fill="hold" grpId="41" nodeType="withEffect">
                                  <p:stCondLst>
                                    <p:cond delay="2640"/>
                                  </p:stCondLst>
                                  <p:childTnLst>
                                    <p:animRot by="1333620">
                                      <p:cBhvr>
                                        <p:cTn id="1764" dur="12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765" presetID="0" presetClass="path" presetSubtype="0" fill="hold" grpId="40" nodeType="withEffect">
                                  <p:stCondLst>
                                    <p:cond delay="2640"/>
                                  </p:stCondLst>
                                  <p:childTnLst>
                                    <p:animMotion origin="layout" path="M 0.216946 -0.024225 L 0.210702 -0.016718 E" pathEditMode="relative" rAng="0" ptsTypes="AA">
                                      <p:cBhvr>
                                        <p:cTn id="1766" dur="12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1767" presetID="8" presetClass="emph" presetSubtype="0" fill="hold" grpId="41" nodeType="withEffect">
                                  <p:stCondLst>
                                    <p:cond delay="2640"/>
                                  </p:stCondLst>
                                  <p:childTnLst>
                                    <p:animRot by="1836600">
                                      <p:cBhvr>
                                        <p:cTn id="1768" dur="12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769" presetID="0" presetClass="path" presetSubtype="0" fill="hold" grpId="40" nodeType="withEffect">
                                  <p:stCondLst>
                                    <p:cond delay="2640"/>
                                  </p:stCondLst>
                                  <p:childTnLst>
                                    <p:animMotion origin="layout" path="M 0.219499 -0.024662 L 0.209212 -0.016865 E" pathEditMode="relative" rAng="0" ptsTypes="AA">
                                      <p:cBhvr>
                                        <p:cTn id="1770" dur="12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1771" presetID="8" presetClass="emph" presetSubtype="0" fill="hold" grpId="41" nodeType="withEffect">
                                  <p:stCondLst>
                                    <p:cond delay="2640"/>
                                  </p:stCondLst>
                                  <p:childTnLst>
                                    <p:animRot by="1836600">
                                      <p:cBhvr>
                                        <p:cTn id="1772" dur="12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773" presetID="0" presetClass="path" presetSubtype="0" fill="hold" grpId="40" nodeType="withEffect">
                                  <p:stCondLst>
                                    <p:cond delay="2640"/>
                                  </p:stCondLst>
                                  <p:childTnLst>
                                    <p:animMotion origin="layout" path="M 0.181223 -0.011828 L 0.190739 -0.013319 E" pathEditMode="relative" rAng="0" ptsTypes="AA">
                                      <p:cBhvr>
                                        <p:cTn id="1774" dur="12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1775" presetID="8" presetClass="emph" presetSubtype="0" fill="hold" grpId="41" nodeType="withEffect">
                                  <p:stCondLst>
                                    <p:cond delay="2640"/>
                                  </p:stCondLst>
                                  <p:childTnLst>
                                    <p:animRot by="362520">
                                      <p:cBhvr>
                                        <p:cTn id="1776" dur="12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777" presetID="0" presetClass="path" presetSubtype="0" fill="hold" grpId="40" nodeType="withEffect">
                                  <p:stCondLst>
                                    <p:cond delay="2640"/>
                                  </p:stCondLst>
                                  <p:childTnLst>
                                    <p:animMotion origin="layout" path="M 0.164837 -0.019326 L 0.171082 -0.024301 E" pathEditMode="relative" rAng="0" ptsTypes="AA">
                                      <p:cBhvr>
                                        <p:cTn id="1778" dur="12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1779" presetID="8" presetClass="emph" presetSubtype="0" fill="hold" grpId="41" nodeType="withEffect">
                                  <p:stCondLst>
                                    <p:cond delay="2640"/>
                                  </p:stCondLst>
                                  <p:childTnLst>
                                    <p:animRot by="362520">
                                      <p:cBhvr>
                                        <p:cTn id="1780" dur="12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781" presetID="0" presetClass="path" presetSubtype="0" fill="hold" grpId="40" nodeType="withEffect">
                                  <p:stCondLst>
                                    <p:cond delay="2640"/>
                                  </p:stCondLst>
                                  <p:childTnLst>
                                    <p:animMotion origin="layout" path="M 0.154105 -0.020962 L 0.159083 -0.027546 E" pathEditMode="relative" rAng="0" ptsTypes="AA">
                                      <p:cBhvr>
                                        <p:cTn id="1782" dur="12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1783" presetID="8" presetClass="emph" presetSubtype="0" fill="hold" grpId="41" nodeType="withEffect">
                                  <p:stCondLst>
                                    <p:cond delay="2640"/>
                                  </p:stCondLst>
                                  <p:childTnLst>
                                    <p:animRot by="-140520">
                                      <p:cBhvr>
                                        <p:cTn id="1784" dur="12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785" presetID="0" presetClass="path" presetSubtype="0" fill="hold" grpId="37" nodeType="withEffect">
                                  <p:stCondLst>
                                    <p:cond delay="2640"/>
                                  </p:stCondLst>
                                  <p:childTnLst>
                                    <p:animMotion origin="layout" path="M 0.184484 -0.011019 L 0.195596 -0.011019 E" pathEditMode="relative" rAng="0" ptsTypes="AA">
                                      <p:cBhvr>
                                        <p:cTn id="1786" dur="12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1787" presetID="0" presetClass="path" presetSubtype="0" fill="hold" grpId="39" nodeType="withEffect">
                                  <p:stCondLst>
                                    <p:cond delay="2640"/>
                                  </p:stCondLst>
                                  <p:childTnLst>
                                    <p:animMotion origin="layout" path="M 0.176815 -0.013467 L 0.187927 -0.013467 E" pathEditMode="relative" rAng="0" ptsTypes="AA">
                                      <p:cBhvr>
                                        <p:cTn id="1788" dur="12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1789" presetID="0" presetClass="path" presetSubtype="0" fill="hold" grpId="37" nodeType="withEffect">
                                  <p:stCondLst>
                                    <p:cond delay="2640"/>
                                  </p:stCondLst>
                                  <p:childTnLst>
                                    <p:animMotion origin="layout" path="M 0.197158 -0.012012 L 0.20827 -0.012012 E" pathEditMode="relative" rAng="0" ptsTypes="AA">
                                      <p:cBhvr>
                                        <p:cTn id="1790" dur="12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1791" presetID="0" presetClass="path" presetSubtype="0" fill="hold" grpId="38" nodeType="withEffect">
                                  <p:stCondLst>
                                    <p:cond delay="2640"/>
                                  </p:stCondLst>
                                  <p:childTnLst>
                                    <p:animMotion origin="layout" path="M 0.216931 -0.029093 L 0.228353 -0.030307 E" pathEditMode="relative" rAng="0" ptsTypes="AA">
                                      <p:cBhvr>
                                        <p:cTn id="1792" dur="12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1793" presetID="8" presetClass="emph" presetSubtype="0" fill="hold" grpId="39" nodeType="withEffect">
                                  <p:stCondLst>
                                    <p:cond delay="2640"/>
                                  </p:stCondLst>
                                  <p:childTnLst>
                                    <p:animRot by="-184200">
                                      <p:cBhvr>
                                        <p:cTn id="1794" dur="12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795" presetID="0" presetClass="path" presetSubtype="0" fill="hold" grpId="40" nodeType="withEffect">
                                  <p:stCondLst>
                                    <p:cond delay="2640"/>
                                  </p:stCondLst>
                                  <p:childTnLst>
                                    <p:animMotion origin="layout" path="M 0.236292 -0.04969 L 0.248201 -0.05246 E" pathEditMode="relative" rAng="0" ptsTypes="AA">
                                      <p:cBhvr>
                                        <p:cTn id="1796" dur="12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1797" presetID="8" presetClass="emph" presetSubtype="0" fill="hold" grpId="41" nodeType="withEffect">
                                  <p:stCondLst>
                                    <p:cond delay="2640"/>
                                  </p:stCondLst>
                                  <p:childTnLst>
                                    <p:animRot by="-68640">
                                      <p:cBhvr>
                                        <p:cTn id="1798" dur="12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799" presetID="0" presetClass="path" presetSubtype="0" fill="hold" grpId="40" nodeType="withEffect">
                                  <p:stCondLst>
                                    <p:cond delay="2640"/>
                                  </p:stCondLst>
                                  <p:childTnLst>
                                    <p:animMotion origin="layout" path="M 0.222862 -0.04225 L 0.234607 -0.04475 E" pathEditMode="relative" rAng="0" ptsTypes="AA">
                                      <p:cBhvr>
                                        <p:cTn id="1800" dur="12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1801" presetID="8" presetClass="emph" presetSubtype="0" fill="hold" grpId="41" nodeType="withEffect">
                                  <p:stCondLst>
                                    <p:cond delay="2640"/>
                                  </p:stCondLst>
                                  <p:childTnLst>
                                    <p:animRot by="-68640">
                                      <p:cBhvr>
                                        <p:cTn id="1802" dur="12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803" presetID="0" presetClass="path" presetSubtype="0" fill="hold" grpId="43" nodeType="withEffect">
                                  <p:stCondLst>
                                    <p:cond delay="2760"/>
                                  </p:stCondLst>
                                  <p:childTnLst>
                                    <p:animMotion origin="layout" path="M 0.200556 -0.009045 L 0.209978 -0.003455 E" pathEditMode="relative" rAng="0" ptsTypes="AA">
                                      <p:cBhvr>
                                        <p:cTn id="1804" dur="12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1805" presetID="8" presetClass="emph" presetSubtype="0" fill="hold" grpId="44" nodeType="withEffect">
                                  <p:stCondLst>
                                    <p:cond delay="2760"/>
                                  </p:stCondLst>
                                  <p:childTnLst>
                                    <p:animRot by="-47940">
                                      <p:cBhvr>
                                        <p:cTn id="1806" dur="12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807" presetID="0" presetClass="path" presetSubtype="0" fill="hold" grpId="43" nodeType="withEffect">
                                  <p:stCondLst>
                                    <p:cond delay="2760"/>
                                  </p:stCondLst>
                                  <p:childTnLst>
                                    <p:animMotion origin="layout" path="M 0.202063 -0.009018 L 0.21091 -0.003444 E" pathEditMode="relative" rAng="0" ptsTypes="AA">
                                      <p:cBhvr>
                                        <p:cTn id="1808" dur="12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1809" presetID="8" presetClass="emph" presetSubtype="0" fill="hold" grpId="44" nodeType="withEffect">
                                  <p:stCondLst>
                                    <p:cond delay="2760"/>
                                  </p:stCondLst>
                                  <p:childTnLst>
                                    <p:animRot by="-47940">
                                      <p:cBhvr>
                                        <p:cTn id="1810" dur="12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811" presetID="0" presetClass="path" presetSubtype="0" fill="hold" grpId="43" nodeType="withEffect">
                                  <p:stCondLst>
                                    <p:cond delay="2760"/>
                                  </p:stCondLst>
                                  <p:childTnLst>
                                    <p:animMotion origin="layout" path="M 0.199995 -0.009055 L 0.209632 -0.003459 E" pathEditMode="relative" rAng="0" ptsTypes="AA">
                                      <p:cBhvr>
                                        <p:cTn id="1812" dur="12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1813" presetID="8" presetClass="emph" presetSubtype="0" fill="hold" grpId="44" nodeType="withEffect">
                                  <p:stCondLst>
                                    <p:cond delay="2760"/>
                                  </p:stCondLst>
                                  <p:childTnLst>
                                    <p:animRot by="-47940">
                                      <p:cBhvr>
                                        <p:cTn id="1814" dur="12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815" presetID="0" presetClass="path" presetSubtype="0" fill="hold" grpId="43" nodeType="withEffect">
                                  <p:stCondLst>
                                    <p:cond delay="2760"/>
                                  </p:stCondLst>
                                  <p:childTnLst>
                                    <p:animMotion origin="layout" path="M 0.202232 -0.008991 L 0.211014 -0.003434 E" pathEditMode="relative" rAng="0" ptsTypes="AA">
                                      <p:cBhvr>
                                        <p:cTn id="1816" dur="12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1817" presetID="8" presetClass="emph" presetSubtype="0" fill="hold" grpId="44" nodeType="withEffect">
                                  <p:stCondLst>
                                    <p:cond delay="2760"/>
                                  </p:stCondLst>
                                  <p:childTnLst>
                                    <p:animRot by="-189300">
                                      <p:cBhvr>
                                        <p:cTn id="1818" dur="12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819" presetID="0" presetClass="path" presetSubtype="0" fill="hold" grpId="43" nodeType="withEffect">
                                  <p:stCondLst>
                                    <p:cond delay="2760"/>
                                  </p:stCondLst>
                                  <p:childTnLst>
                                    <p:animMotion origin="layout" path="M 0.202877 -0.008974 L 0.210972 -0.003434 E" pathEditMode="relative" rAng="0" ptsTypes="AA">
                                      <p:cBhvr>
                                        <p:cTn id="1820" dur="12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1821" presetID="8" presetClass="emph" presetSubtype="0" fill="hold" grpId="44" nodeType="withEffect">
                                  <p:stCondLst>
                                    <p:cond delay="2760"/>
                                  </p:stCondLst>
                                  <p:childTnLst>
                                    <p:animRot by="-189300">
                                      <p:cBhvr>
                                        <p:cTn id="1822" dur="12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823" presetID="0" presetClass="path" presetSubtype="0" fill="hold" grpId="43" nodeType="withEffect">
                                  <p:stCondLst>
                                    <p:cond delay="2760"/>
                                  </p:stCondLst>
                                  <p:childTnLst>
                                    <p:animMotion origin="layout" path="M 0.202325 -0.008737 L 0.211008 -0.00345 E" pathEditMode="relative" rAng="0" ptsTypes="AA">
                                      <p:cBhvr>
                                        <p:cTn id="1824" dur="12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1825" presetID="8" presetClass="emph" presetSubtype="0" fill="hold" grpId="44" nodeType="withEffect">
                                  <p:stCondLst>
                                    <p:cond delay="2760"/>
                                  </p:stCondLst>
                                  <p:childTnLst>
                                    <p:animRot by="-189300">
                                      <p:cBhvr>
                                        <p:cTn id="1826" dur="12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827" presetID="0" presetClass="path" presetSubtype="0" fill="hold" grpId="42" nodeType="withEffect">
                                  <p:stCondLst>
                                    <p:cond delay="2760"/>
                                  </p:stCondLst>
                                  <p:childTnLst>
                                    <p:animMotion origin="layout" path="M 0.201247 -0.014487 L 0.210814 -0.001903 E" pathEditMode="relative" rAng="0" ptsTypes="AA">
                                      <p:cBhvr>
                                        <p:cTn id="1828" dur="12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1829" presetID="8" presetClass="emph" presetSubtype="0" fill="hold" grpId="43" nodeType="withEffect">
                                  <p:stCondLst>
                                    <p:cond delay="2760"/>
                                  </p:stCondLst>
                                  <p:childTnLst>
                                    <p:animRot by="-898260">
                                      <p:cBhvr>
                                        <p:cTn id="1830" dur="12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831" presetID="0" presetClass="path" presetSubtype="0" fill="hold" grpId="41" nodeType="withEffect">
                                  <p:stCondLst>
                                    <p:cond delay="2760"/>
                                  </p:stCondLst>
                                  <p:childTnLst>
                                    <p:animMotion origin="layout" path="M 0.200556 0 L 0.209978 0 E" pathEditMode="relative" rAng="0" ptsTypes="AA">
                                      <p:cBhvr>
                                        <p:cTn id="1832" dur="12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1833" presetID="6" presetClass="emph" presetSubtype="0" fill="hold" grpId="42" nodeType="withEffect">
                                  <p:stCondLst>
                                    <p:cond delay="2760"/>
                                  </p:stCondLst>
                                  <p:childTnLst>
                                    <p:animScale>
                                      <p:cBhvr>
                                        <p:cTn id="1834" dur="120" fill="hold"/>
                                        <p:tgtEl>
                                          <p:spTgt spid="23"/>
                                        </p:tgtEl>
                                      </p:cBhvr>
                                      <p:by x="106157" y="106157"/>
                                    </p:animScale>
                                  </p:childTnLst>
                                </p:cTn>
                              </p:par>
                              <p:par>
                                <p:cTn id="1835" presetID="0" presetClass="path" presetSubtype="0" fill="hold" grpId="42" nodeType="withEffect">
                                  <p:stCondLst>
                                    <p:cond delay="2760"/>
                                  </p:stCondLst>
                                  <p:childTnLst>
                                    <p:animMotion origin="layout" path="M 0.207574 -0.012695 L 0.213066 -0.004208 E" pathEditMode="relative" rAng="0" ptsTypes="AA">
                                      <p:cBhvr>
                                        <p:cTn id="1836" dur="12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1837" presetID="8" presetClass="emph" presetSubtype="0" fill="hold" grpId="43" nodeType="withEffect">
                                  <p:stCondLst>
                                    <p:cond delay="2760"/>
                                  </p:stCondLst>
                                  <p:childTnLst>
                                    <p:animRot by="933480">
                                      <p:cBhvr>
                                        <p:cTn id="1838" dur="12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839" presetID="0" presetClass="path" presetSubtype="0" fill="hold" grpId="42" nodeType="withEffect">
                                  <p:stCondLst>
                                    <p:cond delay="2760"/>
                                  </p:stCondLst>
                                  <p:childTnLst>
                                    <p:animMotion origin="layout" path="M 0.214296 -0.017427 L 0.2112 -0.007392 E" pathEditMode="relative" rAng="0" ptsTypes="AA">
                                      <p:cBhvr>
                                        <p:cTn id="1840" dur="12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1841" presetID="8" presetClass="emph" presetSubtype="0" fill="hold" grpId="43" nodeType="withEffect">
                                  <p:stCondLst>
                                    <p:cond delay="2760"/>
                                  </p:stCondLst>
                                  <p:childTnLst>
                                    <p:animRot by="779700">
                                      <p:cBhvr>
                                        <p:cTn id="1842" dur="12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843" presetID="0" presetClass="path" presetSubtype="0" fill="hold" grpId="42" nodeType="withEffect">
                                  <p:stCondLst>
                                    <p:cond delay="2760"/>
                                  </p:stCondLst>
                                  <p:childTnLst>
                                    <p:animMotion origin="layout" path="M 0.210702 -0.016718 L 0.202532 -0.007249 E" pathEditMode="relative" rAng="0" ptsTypes="AA">
                                      <p:cBhvr>
                                        <p:cTn id="1844" dur="12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1845" presetID="8" presetClass="emph" presetSubtype="0" fill="hold" grpId="43" nodeType="withEffect">
                                  <p:stCondLst>
                                    <p:cond delay="2760"/>
                                  </p:stCondLst>
                                  <p:childTnLst>
                                    <p:animRot by="1262160">
                                      <p:cBhvr>
                                        <p:cTn id="1846" dur="12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847" presetID="0" presetClass="path" presetSubtype="0" fill="hold" grpId="42" nodeType="withEffect">
                                  <p:stCondLst>
                                    <p:cond delay="2760"/>
                                  </p:stCondLst>
                                  <p:childTnLst>
                                    <p:animMotion origin="layout" path="M 0.209212 -0.016865 L 0.198436 -0.008432 E" pathEditMode="relative" rAng="0" ptsTypes="AA">
                                      <p:cBhvr>
                                        <p:cTn id="1848" dur="12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1849" presetID="8" presetClass="emph" presetSubtype="0" fill="hold" grpId="43" nodeType="withEffect">
                                  <p:stCondLst>
                                    <p:cond delay="2760"/>
                                  </p:stCondLst>
                                  <p:childTnLst>
                                    <p:animRot by="1262160">
                                      <p:cBhvr>
                                        <p:cTn id="1850" dur="12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851" presetID="0" presetClass="path" presetSubtype="0" fill="hold" grpId="42" nodeType="withEffect">
                                  <p:stCondLst>
                                    <p:cond delay="2760"/>
                                  </p:stCondLst>
                                  <p:childTnLst>
                                    <p:animMotion origin="layout" path="M 0.190739 -0.013319 L 0.202418 -0.006029 E" pathEditMode="relative" rAng="0" ptsTypes="AA">
                                      <p:cBhvr>
                                        <p:cTn id="1852" dur="12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1853" presetID="8" presetClass="emph" presetSubtype="0" fill="hold" grpId="43" nodeType="withEffect">
                                  <p:stCondLst>
                                    <p:cond delay="2760"/>
                                  </p:stCondLst>
                                  <p:childTnLst>
                                    <p:animRot by="-417900">
                                      <p:cBhvr>
                                        <p:cTn id="1854" dur="12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855" presetID="0" presetClass="path" presetSubtype="0" fill="hold" grpId="42" nodeType="withEffect">
                                  <p:stCondLst>
                                    <p:cond delay="2760"/>
                                  </p:stCondLst>
                                  <p:childTnLst>
                                    <p:animMotion origin="layout" path="M 0.171082 -0.024301 L 0.187048 -0.012576 E" pathEditMode="relative" rAng="0" ptsTypes="AA">
                                      <p:cBhvr>
                                        <p:cTn id="1856" dur="12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1857" presetID="8" presetClass="emph" presetSubtype="0" fill="hold" grpId="43" nodeType="withEffect">
                                  <p:stCondLst>
                                    <p:cond delay="2760"/>
                                  </p:stCondLst>
                                  <p:childTnLst>
                                    <p:animRot by="-540000">
                                      <p:cBhvr>
                                        <p:cTn id="1858" dur="12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859" presetID="0" presetClass="path" presetSubtype="0" fill="hold" grpId="42" nodeType="withEffect">
                                  <p:stCondLst>
                                    <p:cond delay="2760"/>
                                  </p:stCondLst>
                                  <p:childTnLst>
                                    <p:animMotion origin="layout" path="M 0.159083 -0.027546 L 0.178494 -0.014116 E" pathEditMode="relative" rAng="0" ptsTypes="AA">
                                      <p:cBhvr>
                                        <p:cTn id="1860" dur="12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1861" presetID="8" presetClass="emph" presetSubtype="0" fill="hold" grpId="43" nodeType="withEffect">
                                  <p:stCondLst>
                                    <p:cond delay="2760"/>
                                  </p:stCondLst>
                                  <p:childTnLst>
                                    <p:animRot by="-1022400">
                                      <p:cBhvr>
                                        <p:cTn id="1862" dur="12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863" presetID="0" presetClass="path" presetSubtype="0" fill="hold" grpId="38" nodeType="withEffect">
                                  <p:stCondLst>
                                    <p:cond delay="2760"/>
                                  </p:stCondLst>
                                  <p:childTnLst>
                                    <p:animMotion origin="layout" path="M 0.195596 -0.011019 L 0.206212 -0.004522 E" pathEditMode="relative" rAng="0" ptsTypes="AA">
                                      <p:cBhvr>
                                        <p:cTn id="1864" dur="12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1865" presetID="8" presetClass="emph" presetSubtype="0" fill="hold" grpId="39" nodeType="withEffect">
                                  <p:stCondLst>
                                    <p:cond delay="2760"/>
                                  </p:stCondLst>
                                  <p:childTnLst>
                                    <p:animRot by="-357360">
                                      <p:cBhvr>
                                        <p:cTn id="1866" dur="12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867" presetID="0" presetClass="path" presetSubtype="0" fill="hold" grpId="40" nodeType="withEffect">
                                  <p:stCondLst>
                                    <p:cond delay="2760"/>
                                  </p:stCondLst>
                                  <p:childTnLst>
                                    <p:animMotion origin="layout" path="M 0.187927 -0.013467 L 0.201525 -0.005777 E" pathEditMode="relative" rAng="0" ptsTypes="AA">
                                      <p:cBhvr>
                                        <p:cTn id="1868" dur="12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1869" presetID="8" presetClass="emph" presetSubtype="0" fill="hold" grpId="41" nodeType="withEffect">
                                  <p:stCondLst>
                                    <p:cond delay="2760"/>
                                  </p:stCondLst>
                                  <p:childTnLst>
                                    <p:animRot by="-357360">
                                      <p:cBhvr>
                                        <p:cTn id="1870" dur="12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871" presetID="0" presetClass="path" presetSubtype="0" fill="hold" grpId="38" nodeType="withEffect">
                                  <p:stCondLst>
                                    <p:cond delay="2760"/>
                                  </p:stCondLst>
                                  <p:childTnLst>
                                    <p:animMotion origin="layout" path="M 0.20827 -0.012012 L 0.214204 -0.004283 E" pathEditMode="relative" rAng="0" ptsTypes="AA">
                                      <p:cBhvr>
                                        <p:cTn id="1872" dur="12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1873" presetID="8" presetClass="emph" presetSubtype="0" fill="hold" grpId="39" nodeType="withEffect">
                                  <p:stCondLst>
                                    <p:cond delay="2760"/>
                                  </p:stCondLst>
                                  <p:childTnLst>
                                    <p:animRot by="776040">
                                      <p:cBhvr>
                                        <p:cTn id="1874" dur="12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875" presetID="0" presetClass="path" presetSubtype="0" fill="hold" grpId="40" nodeType="withEffect">
                                  <p:stCondLst>
                                    <p:cond delay="2760"/>
                                  </p:stCondLst>
                                  <p:childTnLst>
                                    <p:animMotion origin="layout" path="M 0.228353 -0.030307 L 0.228447 -0.013299 E" pathEditMode="relative" rAng="0" ptsTypes="AA">
                                      <p:cBhvr>
                                        <p:cTn id="1876" dur="12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1877" presetID="8" presetClass="emph" presetSubtype="0" fill="hold" grpId="41" nodeType="withEffect">
                                  <p:stCondLst>
                                    <p:cond delay="2760"/>
                                  </p:stCondLst>
                                  <p:childTnLst>
                                    <p:animRot by="1161060">
                                      <p:cBhvr>
                                        <p:cTn id="1878" dur="12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879" presetID="0" presetClass="path" presetSubtype="0" fill="hold" grpId="42" nodeType="withEffect">
                                  <p:stCondLst>
                                    <p:cond delay="2760"/>
                                  </p:stCondLst>
                                  <p:childTnLst>
                                    <p:animMotion origin="layout" path="M 0.248201 -0.05246 L 0.244192 -0.024841 E" pathEditMode="relative" rAng="0" ptsTypes="AA">
                                      <p:cBhvr>
                                        <p:cTn id="1880" dur="12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1881" presetID="8" presetClass="emph" presetSubtype="0" fill="hold" grpId="43" nodeType="withEffect">
                                  <p:stCondLst>
                                    <p:cond delay="2760"/>
                                  </p:stCondLst>
                                  <p:childTnLst>
                                    <p:animRot by="1093860">
                                      <p:cBhvr>
                                        <p:cTn id="1882" dur="12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883" presetID="0" presetClass="path" presetSubtype="0" fill="hold" grpId="42" nodeType="withEffect">
                                  <p:stCondLst>
                                    <p:cond delay="2760"/>
                                  </p:stCondLst>
                                  <p:childTnLst>
                                    <p:animMotion origin="layout" path="M 0.234607 -0.04475 L 0.233823 -0.020976 E" pathEditMode="relative" rAng="0" ptsTypes="AA">
                                      <p:cBhvr>
                                        <p:cTn id="1884" dur="12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1885" presetID="8" presetClass="emph" presetSubtype="0" fill="hold" grpId="43" nodeType="withEffect">
                                  <p:stCondLst>
                                    <p:cond delay="2760"/>
                                  </p:stCondLst>
                                  <p:childTnLst>
                                    <p:animRot by="1093860">
                                      <p:cBhvr>
                                        <p:cTn id="1886" dur="12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887" presetID="0" presetClass="path" presetSubtype="0" fill="hold" grpId="45" nodeType="withEffect">
                                  <p:stCondLst>
                                    <p:cond delay="2880"/>
                                  </p:stCondLst>
                                  <p:childTnLst>
                                    <p:animMotion origin="layout" path="M 0.209978 -0.003455 L 0.216667 0 E" pathEditMode="relative" rAng="0" ptsTypes="AA">
                                      <p:cBhvr>
                                        <p:cTn id="1888" dur="12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1889" presetID="8" presetClass="emph" presetSubtype="0" fill="hold" grpId="46" nodeType="withEffect">
                                  <p:stCondLst>
                                    <p:cond delay="2880"/>
                                  </p:stCondLst>
                                  <p:childTnLst>
                                    <p:animRot by="-77580">
                                      <p:cBhvr>
                                        <p:cTn id="1890" dur="12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891" presetID="0" presetClass="path" presetSubtype="0" fill="hold" grpId="45" nodeType="withEffect">
                                  <p:stCondLst>
                                    <p:cond delay="2880"/>
                                  </p:stCondLst>
                                  <p:childTnLst>
                                    <p:animMotion origin="layout" path="M 0.21091 -0.003444 L 0.216667 0 E" pathEditMode="relative" rAng="0" ptsTypes="AA">
                                      <p:cBhvr>
                                        <p:cTn id="1892" dur="12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1893" presetID="8" presetClass="emph" presetSubtype="0" fill="hold" grpId="46" nodeType="withEffect">
                                  <p:stCondLst>
                                    <p:cond delay="2880"/>
                                  </p:stCondLst>
                                  <p:childTnLst>
                                    <p:animRot by="-77580">
                                      <p:cBhvr>
                                        <p:cTn id="1894" dur="12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895" presetID="0" presetClass="path" presetSubtype="0" fill="hold" grpId="45" nodeType="withEffect">
                                  <p:stCondLst>
                                    <p:cond delay="2880"/>
                                  </p:stCondLst>
                                  <p:childTnLst>
                                    <p:animMotion origin="layout" path="M 0.209632 -0.003459 L 0.216667 0 E" pathEditMode="relative" rAng="0" ptsTypes="AA">
                                      <p:cBhvr>
                                        <p:cTn id="1896" dur="12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1897" presetID="8" presetClass="emph" presetSubtype="0" fill="hold" grpId="46" nodeType="withEffect">
                                  <p:stCondLst>
                                    <p:cond delay="2880"/>
                                  </p:stCondLst>
                                  <p:childTnLst>
                                    <p:animRot by="-77580">
                                      <p:cBhvr>
                                        <p:cTn id="1898" dur="12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899" presetID="0" presetClass="path" presetSubtype="0" fill="hold" grpId="45" nodeType="withEffect">
                                  <p:stCondLst>
                                    <p:cond delay="2880"/>
                                  </p:stCondLst>
                                  <p:childTnLst>
                                    <p:animMotion origin="layout" path="M 0.211014 -0.003434 L 0.216667 0 E" pathEditMode="relative" rAng="0" ptsTypes="AA">
                                      <p:cBhvr>
                                        <p:cTn id="1900" dur="12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1901" presetID="8" presetClass="emph" presetSubtype="0" fill="hold" grpId="46" nodeType="withEffect">
                                  <p:stCondLst>
                                    <p:cond delay="2880"/>
                                  </p:stCondLst>
                                  <p:childTnLst>
                                    <p:animRot by="-138540">
                                      <p:cBhvr>
                                        <p:cTn id="1902" dur="12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903" presetID="0" presetClass="path" presetSubtype="0" fill="hold" grpId="45" nodeType="withEffect">
                                  <p:stCondLst>
                                    <p:cond delay="2880"/>
                                  </p:stCondLst>
                                  <p:childTnLst>
                                    <p:animMotion origin="layout" path="M 0.210972 -0.003434 L 0.216122 1.2e-05 E" pathEditMode="relative" rAng="0" ptsTypes="AA">
                                      <p:cBhvr>
                                        <p:cTn id="1904" dur="12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1905" presetID="8" presetClass="emph" presetSubtype="0" fill="hold" grpId="46" nodeType="withEffect">
                                  <p:stCondLst>
                                    <p:cond delay="2880"/>
                                  </p:stCondLst>
                                  <p:childTnLst>
                                    <p:animRot by="-138540">
                                      <p:cBhvr>
                                        <p:cTn id="1906" dur="12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907" presetID="0" presetClass="path" presetSubtype="0" fill="hold" grpId="45" nodeType="withEffect">
                                  <p:stCondLst>
                                    <p:cond delay="2880"/>
                                  </p:stCondLst>
                                  <p:childTnLst>
                                    <p:animMotion origin="layout" path="M 0.211008 -0.00345 L 0.216578 -0.00021 E" pathEditMode="relative" rAng="0" ptsTypes="AA">
                                      <p:cBhvr>
                                        <p:cTn id="1908" dur="12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1909" presetID="8" presetClass="emph" presetSubtype="0" fill="hold" grpId="46" nodeType="withEffect">
                                  <p:stCondLst>
                                    <p:cond delay="2880"/>
                                  </p:stCondLst>
                                  <p:childTnLst>
                                    <p:animRot by="-138540">
                                      <p:cBhvr>
                                        <p:cTn id="1910" dur="12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911" presetID="0" presetClass="path" presetSubtype="0" fill="hold" grpId="44" nodeType="withEffect">
                                  <p:stCondLst>
                                    <p:cond delay="2880"/>
                                  </p:stCondLst>
                                  <p:childTnLst>
                                    <p:animMotion origin="layout" path="M 0.210814 -0.001903 L 0.21665 -0.000154 E" pathEditMode="relative" rAng="0" ptsTypes="AA">
                                      <p:cBhvr>
                                        <p:cTn id="1912" dur="12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1913" presetID="8" presetClass="emph" presetSubtype="0" fill="hold" grpId="45" nodeType="withEffect">
                                  <p:stCondLst>
                                    <p:cond delay="2880"/>
                                  </p:stCondLst>
                                  <p:childTnLst>
                                    <p:animRot by="254040">
                                      <p:cBhvr>
                                        <p:cTn id="1914" dur="12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915" presetID="0" presetClass="path" presetSubtype="0" fill="hold" grpId="43" nodeType="withEffect">
                                  <p:stCondLst>
                                    <p:cond delay="2880"/>
                                  </p:stCondLst>
                                  <p:childTnLst>
                                    <p:animMotion origin="layout" path="M 0.209978 0 L 0.216667 0 E" pathEditMode="relative" rAng="0" ptsTypes="AA">
                                      <p:cBhvr>
                                        <p:cTn id="1916" dur="12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1917" presetID="6" presetClass="emph" presetSubtype="0" fill="hold" grpId="44" nodeType="withEffect">
                                  <p:stCondLst>
                                    <p:cond delay="2880"/>
                                  </p:stCondLst>
                                  <p:childTnLst>
                                    <p:animScale>
                                      <p:cBhvr>
                                        <p:cTn id="1918" dur="120" fill="hold"/>
                                        <p:tgtEl>
                                          <p:spTgt spid="23"/>
                                        </p:tgtEl>
                                      </p:cBhvr>
                                      <p:by x="103573" y="103573"/>
                                    </p:animScale>
                                  </p:childTnLst>
                                </p:cTn>
                              </p:par>
                              <p:par>
                                <p:cTn id="1919" presetID="0" presetClass="path" presetSubtype="0" fill="hold" grpId="44" nodeType="withEffect">
                                  <p:stCondLst>
                                    <p:cond delay="2880"/>
                                  </p:stCondLst>
                                  <p:childTnLst>
                                    <p:animMotion origin="layout" path="M 0.213066 -0.004208 L 0.216018 -2.2e-05 E" pathEditMode="relative" rAng="0" ptsTypes="AA">
                                      <p:cBhvr>
                                        <p:cTn id="1920" dur="12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1921" presetID="8" presetClass="emph" presetSubtype="0" fill="hold" grpId="45" nodeType="withEffect">
                                  <p:stCondLst>
                                    <p:cond delay="2880"/>
                                  </p:stCondLst>
                                  <p:childTnLst>
                                    <p:animRot by="890100">
                                      <p:cBhvr>
                                        <p:cTn id="1922" dur="12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923" presetID="0" presetClass="path" presetSubtype="0" fill="hold" grpId="44" nodeType="withEffect">
                                  <p:stCondLst>
                                    <p:cond delay="2880"/>
                                  </p:stCondLst>
                                  <p:childTnLst>
                                    <p:animMotion origin="layout" path="M 0.2112 -0.007392 L 0.210105 -0.001565 E" pathEditMode="relative" rAng="0" ptsTypes="AA">
                                      <p:cBhvr>
                                        <p:cTn id="1924" dur="12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1925" presetID="8" presetClass="emph" presetSubtype="0" fill="hold" grpId="45" nodeType="withEffect">
                                  <p:stCondLst>
                                    <p:cond delay="2880"/>
                                  </p:stCondLst>
                                  <p:childTnLst>
                                    <p:animRot by="-267300">
                                      <p:cBhvr>
                                        <p:cTn id="1926" dur="12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927" presetID="0" presetClass="path" presetSubtype="0" fill="hold" grpId="44" nodeType="withEffect">
                                  <p:stCondLst>
                                    <p:cond delay="2880"/>
                                  </p:stCondLst>
                                  <p:childTnLst>
                                    <p:animMotion origin="layout" path="M 0.202532 -0.007249 L 0.202614 -0.000721 E" pathEditMode="relative" rAng="0" ptsTypes="AA">
                                      <p:cBhvr>
                                        <p:cTn id="1928" dur="12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1929" presetID="8" presetClass="emph" presetSubtype="0" fill="hold" grpId="45" nodeType="withEffect">
                                  <p:stCondLst>
                                    <p:cond delay="2880"/>
                                  </p:stCondLst>
                                  <p:childTnLst>
                                    <p:animRot by="10320">
                                      <p:cBhvr>
                                        <p:cTn id="1930" dur="12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931" presetID="0" presetClass="path" presetSubtype="0" fill="hold" grpId="44" nodeType="withEffect">
                                  <p:stCondLst>
                                    <p:cond delay="2880"/>
                                  </p:stCondLst>
                                  <p:childTnLst>
                                    <p:animMotion origin="layout" path="M 0.198436 -0.008432 L 0.198499 -0.001917 E" pathEditMode="relative" rAng="0" ptsTypes="AA">
                                      <p:cBhvr>
                                        <p:cTn id="1932" dur="12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1933" presetID="8" presetClass="emph" presetSubtype="0" fill="hold" grpId="45" nodeType="withEffect">
                                  <p:stCondLst>
                                    <p:cond delay="2880"/>
                                  </p:stCondLst>
                                  <p:childTnLst>
                                    <p:animRot by="10320">
                                      <p:cBhvr>
                                        <p:cTn id="1934" dur="12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935" presetID="0" presetClass="path" presetSubtype="0" fill="hold" grpId="44" nodeType="withEffect">
                                  <p:stCondLst>
                                    <p:cond delay="2880"/>
                                  </p:stCondLst>
                                  <p:childTnLst>
                                    <p:animMotion origin="layout" path="M 0.202418 -0.006029 L 0.216018 -2.2e-05 E" pathEditMode="relative" rAng="0" ptsTypes="AA">
                                      <p:cBhvr>
                                        <p:cTn id="1936" dur="12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1937" presetID="8" presetClass="emph" presetSubtype="0" fill="hold" grpId="45" nodeType="withEffect">
                                  <p:stCondLst>
                                    <p:cond delay="2880"/>
                                  </p:stCondLst>
                                  <p:childTnLst>
                                    <p:animRot by="-1296480">
                                      <p:cBhvr>
                                        <p:cTn id="1938" dur="12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939" presetID="0" presetClass="path" presetSubtype="0" fill="hold" grpId="44" nodeType="withEffect">
                                  <p:stCondLst>
                                    <p:cond delay="2880"/>
                                  </p:stCondLst>
                                  <p:childTnLst>
                                    <p:animMotion origin="layout" path="M 0.187048 -0.012576 L 0.214647 -0.000105 E" pathEditMode="relative" rAng="0" ptsTypes="AA">
                                      <p:cBhvr>
                                        <p:cTn id="1940" dur="12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1941" presetID="8" presetClass="emph" presetSubtype="0" fill="hold" grpId="45" nodeType="withEffect">
                                  <p:stCondLst>
                                    <p:cond delay="2880"/>
                                  </p:stCondLst>
                                  <p:childTnLst>
                                    <p:animRot by="-1493940">
                                      <p:cBhvr>
                                        <p:cTn id="1942" dur="12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943" presetID="0" presetClass="path" presetSubtype="0" fill="hold" grpId="44" nodeType="withEffect">
                                  <p:stCondLst>
                                    <p:cond delay="2880"/>
                                  </p:stCondLst>
                                  <p:childTnLst>
                                    <p:animMotion origin="layout" path="M 0.178494 -0.014116 L 0.214636 -0.001217 E" pathEditMode="relative" rAng="0" ptsTypes="AA">
                                      <p:cBhvr>
                                        <p:cTn id="1944" dur="12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1945" presetID="8" presetClass="emph" presetSubtype="0" fill="hold" grpId="45" nodeType="withEffect">
                                  <p:stCondLst>
                                    <p:cond delay="2880"/>
                                  </p:stCondLst>
                                  <p:childTnLst>
                                    <p:animRot by="-1771560">
                                      <p:cBhvr>
                                        <p:cTn id="1946" dur="12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947" presetID="0" presetClass="path" presetSubtype="0" fill="hold" grpId="40" nodeType="withEffect">
                                  <p:stCondLst>
                                    <p:cond delay="2880"/>
                                  </p:stCondLst>
                                  <p:childTnLst>
                                    <p:animMotion origin="layout" path="M 0.206212 -0.004522 L 0.215841 -4e-05 E" pathEditMode="relative" rAng="0" ptsTypes="AA">
                                      <p:cBhvr>
                                        <p:cTn id="1948" dur="12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1949" presetID="8" presetClass="emph" presetSubtype="0" fill="hold" grpId="41" nodeType="withEffect">
                                  <p:stCondLst>
                                    <p:cond delay="2880"/>
                                  </p:stCondLst>
                                  <p:childTnLst>
                                    <p:animRot by="-787620">
                                      <p:cBhvr>
                                        <p:cTn id="1950" dur="12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951" presetID="0" presetClass="path" presetSubtype="0" fill="hold" grpId="42" nodeType="withEffect">
                                  <p:stCondLst>
                                    <p:cond delay="2880"/>
                                  </p:stCondLst>
                                  <p:childTnLst>
                                    <p:animMotion origin="layout" path="M 0.201525 -0.005777 L 0.217869 -0.00064 E" pathEditMode="relative" rAng="0" ptsTypes="AA">
                                      <p:cBhvr>
                                        <p:cTn id="1952" dur="12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1953" presetID="8" presetClass="emph" presetSubtype="0" fill="hold" grpId="43" nodeType="withEffect">
                                  <p:stCondLst>
                                    <p:cond delay="2880"/>
                                  </p:stCondLst>
                                  <p:childTnLst>
                                    <p:animRot by="-787620">
                                      <p:cBhvr>
                                        <p:cTn id="1954" dur="12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955" presetID="0" presetClass="path" presetSubtype="0" fill="hold" grpId="40" nodeType="withEffect">
                                  <p:stCondLst>
                                    <p:cond delay="2880"/>
                                  </p:stCondLst>
                                  <p:childTnLst>
                                    <p:animMotion origin="layout" path="M 0.214204 -0.004283 L 0.215841 -4e-05 E" pathEditMode="relative" rAng="0" ptsTypes="AA">
                                      <p:cBhvr>
                                        <p:cTn id="1956" dur="12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1957" presetID="8" presetClass="emph" presetSubtype="0" fill="hold" grpId="41" nodeType="withEffect">
                                  <p:stCondLst>
                                    <p:cond delay="2880"/>
                                  </p:stCondLst>
                                  <p:childTnLst>
                                    <p:animRot by="1046280">
                                      <p:cBhvr>
                                        <p:cTn id="1958" dur="12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959" presetID="0" presetClass="path" presetSubtype="0" fill="hold" grpId="42" nodeType="withEffect">
                                  <p:stCondLst>
                                    <p:cond delay="2880"/>
                                  </p:stCondLst>
                                  <p:childTnLst>
                                    <p:animMotion origin="layout" path="M 0.228447 -0.013299 L 0.219043 -0.001149 E" pathEditMode="relative" rAng="0" ptsTypes="AA">
                                      <p:cBhvr>
                                        <p:cTn id="1960" dur="12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1961" presetID="8" presetClass="emph" presetSubtype="0" fill="hold" grpId="43" nodeType="withEffect">
                                  <p:stCondLst>
                                    <p:cond delay="2880"/>
                                  </p:stCondLst>
                                  <p:childTnLst>
                                    <p:animRot by="1853460">
                                      <p:cBhvr>
                                        <p:cTn id="1962" dur="12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963" presetID="0" presetClass="path" presetSubtype="0" fill="hold" grpId="44" nodeType="withEffect">
                                  <p:stCondLst>
                                    <p:cond delay="2880"/>
                                  </p:stCondLst>
                                  <p:childTnLst>
                                    <p:animMotion origin="layout" path="M 0.244192 -0.024841 L 0.225079 -0.002481 E" pathEditMode="relative" rAng="0" ptsTypes="AA">
                                      <p:cBhvr>
                                        <p:cTn id="1964" dur="12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1965" presetID="8" presetClass="emph" presetSubtype="0" fill="hold" grpId="45" nodeType="withEffect">
                                  <p:stCondLst>
                                    <p:cond delay="2880"/>
                                  </p:stCondLst>
                                  <p:childTnLst>
                                    <p:animRot by="1629360">
                                      <p:cBhvr>
                                        <p:cTn id="1966" dur="12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967" presetID="0" presetClass="path" presetSubtype="0" fill="hold" grpId="44" nodeType="withEffect">
                                  <p:stCondLst>
                                    <p:cond delay="2880"/>
                                  </p:stCondLst>
                                  <p:childTnLst>
                                    <p:animMotion origin="layout" path="M 0.233823 -0.020976 L 0.221319 -0.002028 E" pathEditMode="relative" rAng="0" ptsTypes="AA">
                                      <p:cBhvr>
                                        <p:cTn id="1968" dur="12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1969" presetID="8" presetClass="emph" presetSubtype="0" fill="hold" grpId="45" nodeType="withEffect">
                                  <p:stCondLst>
                                    <p:cond delay="2880"/>
                                  </p:stCondLst>
                                  <p:childTnLst>
                                    <p:animRot by="1629360">
                                      <p:cBhvr>
                                        <p:cTn id="1970" dur="12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971" presetID="0" presetClass="path" presetSubtype="0" fill="hold" grpId="47" nodeType="withEffect">
                                  <p:stCondLst>
                                    <p:cond delay="3000"/>
                                  </p:stCondLst>
                                  <p:childTnLst>
                                    <p:animMotion origin="layout" path="M 0.216667 0 L 0.223355 -0.003455 E" pathEditMode="relative" rAng="0" ptsTypes="AA">
                                      <p:cBhvr>
                                        <p:cTn id="1972" dur="12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1973" presetID="8" presetClass="emph" presetSubtype="0" fill="hold" grpId="48" nodeType="withEffect">
                                  <p:stCondLst>
                                    <p:cond delay="3000"/>
                                  </p:stCondLst>
                                  <p:childTnLst>
                                    <p:animRot by="-77580">
                                      <p:cBhvr>
                                        <p:cTn id="1974" dur="12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975" presetID="0" presetClass="path" presetSubtype="0" fill="hold" grpId="47" nodeType="withEffect">
                                  <p:stCondLst>
                                    <p:cond delay="3000"/>
                                  </p:stCondLst>
                                  <p:childTnLst>
                                    <p:animMotion origin="layout" path="M 0.216667 0 L 0.222424 -0.003444 E" pathEditMode="relative" rAng="0" ptsTypes="AA">
                                      <p:cBhvr>
                                        <p:cTn id="1976" dur="12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1977" presetID="8" presetClass="emph" presetSubtype="0" fill="hold" grpId="48" nodeType="withEffect">
                                  <p:stCondLst>
                                    <p:cond delay="3000"/>
                                  </p:stCondLst>
                                  <p:childTnLst>
                                    <p:animRot by="-77580">
                                      <p:cBhvr>
                                        <p:cTn id="1978" dur="12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979" presetID="0" presetClass="path" presetSubtype="0" fill="hold" grpId="47" nodeType="withEffect">
                                  <p:stCondLst>
                                    <p:cond delay="3000"/>
                                  </p:stCondLst>
                                  <p:childTnLst>
                                    <p:animMotion origin="layout" path="M 0.216667 0 L 0.223702 -0.003459 E" pathEditMode="relative" rAng="0" ptsTypes="AA">
                                      <p:cBhvr>
                                        <p:cTn id="1980" dur="12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1981" presetID="8" presetClass="emph" presetSubtype="0" fill="hold" grpId="48" nodeType="withEffect">
                                  <p:stCondLst>
                                    <p:cond delay="3000"/>
                                  </p:stCondLst>
                                  <p:childTnLst>
                                    <p:animRot by="-77580">
                                      <p:cBhvr>
                                        <p:cTn id="1982" dur="12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983" presetID="0" presetClass="path" presetSubtype="0" fill="hold" grpId="47" nodeType="withEffect">
                                  <p:stCondLst>
                                    <p:cond delay="3000"/>
                                  </p:stCondLst>
                                  <p:childTnLst>
                                    <p:animMotion origin="layout" path="M 0.216667 0 L 0.222319 -0.003434 E" pathEditMode="relative" rAng="0" ptsTypes="AA">
                                      <p:cBhvr>
                                        <p:cTn id="1984" dur="12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1985" presetID="8" presetClass="emph" presetSubtype="0" fill="hold" grpId="48" nodeType="withEffect">
                                  <p:stCondLst>
                                    <p:cond delay="3000"/>
                                  </p:stCondLst>
                                  <p:childTnLst>
                                    <p:animRot by="68760">
                                      <p:cBhvr>
                                        <p:cTn id="1986" dur="12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987" presetID="0" presetClass="path" presetSubtype="0" fill="hold" grpId="47" nodeType="withEffect">
                                  <p:stCondLst>
                                    <p:cond delay="3000"/>
                                  </p:stCondLst>
                                  <p:childTnLst>
                                    <p:animMotion origin="layout" path="M 0.216122 1.2e-05 L 0.222024 -0.003431 E" pathEditMode="relative" rAng="0" ptsTypes="AA">
                                      <p:cBhvr>
                                        <p:cTn id="1988" dur="12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1989" presetID="8" presetClass="emph" presetSubtype="0" fill="hold" grpId="48" nodeType="withEffect">
                                  <p:stCondLst>
                                    <p:cond delay="3000"/>
                                  </p:stCondLst>
                                  <p:childTnLst>
                                    <p:animRot by="68760">
                                      <p:cBhvr>
                                        <p:cTn id="1990" dur="12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991" presetID="0" presetClass="path" presetSubtype="0" fill="hold" grpId="47" nodeType="withEffect">
                                  <p:stCondLst>
                                    <p:cond delay="3000"/>
                                  </p:stCondLst>
                                  <p:childTnLst>
                                    <p:animMotion origin="layout" path="M 0.216578 -0.00021 L 0.222273 -0.003548 E" pathEditMode="relative" rAng="0" ptsTypes="AA">
                                      <p:cBhvr>
                                        <p:cTn id="1992" dur="12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1993" presetID="8" presetClass="emph" presetSubtype="0" fill="hold" grpId="48" nodeType="withEffect">
                                  <p:stCondLst>
                                    <p:cond delay="3000"/>
                                  </p:stCondLst>
                                  <p:childTnLst>
                                    <p:animRot by="68760">
                                      <p:cBhvr>
                                        <p:cTn id="1994" dur="12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995" presetID="0" presetClass="path" presetSubtype="0" fill="hold" grpId="46" nodeType="withEffect">
                                  <p:stCondLst>
                                    <p:cond delay="3000"/>
                                  </p:stCondLst>
                                  <p:childTnLst>
                                    <p:animMotion origin="layout" path="M 0.21665 -0.000154 L 0.22257 -0.011508 E" pathEditMode="relative" rAng="0" ptsTypes="AA">
                                      <p:cBhvr>
                                        <p:cTn id="1996" dur="12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1997" presetID="8" presetClass="emph" presetSubtype="0" fill="hold" grpId="47" nodeType="withEffect">
                                  <p:stCondLst>
                                    <p:cond delay="3000"/>
                                  </p:stCondLst>
                                  <p:childTnLst>
                                    <p:animRot by="1055280">
                                      <p:cBhvr>
                                        <p:cTn id="1998" dur="12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999" presetID="0" presetClass="path" presetSubtype="0" fill="hold" grpId="45" nodeType="withEffect">
                                  <p:stCondLst>
                                    <p:cond delay="3000"/>
                                  </p:stCondLst>
                                  <p:childTnLst>
                                    <p:animMotion origin="layout" path="M 0.216667 0 L 0.223355 0 E" pathEditMode="relative" rAng="0" ptsTypes="AA">
                                      <p:cBhvr>
                                        <p:cTn id="2000" dur="12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2001" presetID="6" presetClass="emph" presetSubtype="0" fill="hold" grpId="46" nodeType="withEffect">
                                  <p:stCondLst>
                                    <p:cond delay="3000"/>
                                  </p:stCondLst>
                                  <p:childTnLst>
                                    <p:animScale>
                                      <p:cBhvr>
                                        <p:cTn id="2002" dur="120" fill="hold"/>
                                        <p:tgtEl>
                                          <p:spTgt spid="23"/>
                                        </p:tgtEl>
                                      </p:cBhvr>
                                      <p:by x="96550" y="96550"/>
                                    </p:animScale>
                                  </p:childTnLst>
                                </p:cTn>
                              </p:par>
                              <p:par>
                                <p:cTn id="2003" presetID="0" presetClass="path" presetSubtype="0" fill="hold" grpId="46" nodeType="withEffect">
                                  <p:stCondLst>
                                    <p:cond delay="3000"/>
                                  </p:stCondLst>
                                  <p:childTnLst>
                                    <p:animMotion origin="layout" path="M 0.216018 -2.2e-05 L 0.219877 -0.004372 E" pathEditMode="relative" rAng="0" ptsTypes="AA">
                                      <p:cBhvr>
                                        <p:cTn id="2004" dur="12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2005" presetID="8" presetClass="emph" presetSubtype="0" fill="hold" grpId="47" nodeType="withEffect">
                                  <p:stCondLst>
                                    <p:cond delay="3000"/>
                                  </p:stCondLst>
                                  <p:childTnLst>
                                    <p:animRot by="709920">
                                      <p:cBhvr>
                                        <p:cTn id="2006" dur="12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2007" presetID="0" presetClass="path" presetSubtype="0" fill="hold" grpId="46" nodeType="withEffect">
                                  <p:stCondLst>
                                    <p:cond delay="3000"/>
                                  </p:stCondLst>
                                  <p:childTnLst>
                                    <p:animMotion origin="layout" path="M 0.210105 -0.001565 L 0.21024 -0.006723 E" pathEditMode="relative" rAng="0" ptsTypes="AA">
                                      <p:cBhvr>
                                        <p:cTn id="2008" dur="12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2009" presetID="8" presetClass="emph" presetSubtype="0" fill="hold" grpId="47" nodeType="withEffect">
                                  <p:stCondLst>
                                    <p:cond delay="3000"/>
                                  </p:stCondLst>
                                  <p:childTnLst>
                                    <p:animRot by="-92220">
                                      <p:cBhvr>
                                        <p:cTn id="2010" dur="12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2011" presetID="0" presetClass="path" presetSubtype="0" fill="hold" grpId="46" nodeType="withEffect">
                                  <p:stCondLst>
                                    <p:cond delay="3000"/>
                                  </p:stCondLst>
                                  <p:childTnLst>
                                    <p:animMotion origin="layout" path="M 0.202614 -0.000721 L 0.203327 -0.00573 E" pathEditMode="relative" rAng="0" ptsTypes="AA">
                                      <p:cBhvr>
                                        <p:cTn id="2012" dur="12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2013" presetID="8" presetClass="emph" presetSubtype="0" fill="hold" grpId="47" nodeType="withEffect">
                                  <p:stCondLst>
                                    <p:cond delay="3000"/>
                                  </p:stCondLst>
                                  <p:childTnLst>
                                    <p:animRot by="-125520">
                                      <p:cBhvr>
                                        <p:cTn id="2014" dur="12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2015" presetID="0" presetClass="path" presetSubtype="0" fill="hold" grpId="46" nodeType="withEffect">
                                  <p:stCondLst>
                                    <p:cond delay="3000"/>
                                  </p:stCondLst>
                                  <p:childTnLst>
                                    <p:animMotion origin="layout" path="M 0.198499 -0.001917 L 0.199451 -0.00678 E" pathEditMode="relative" rAng="0" ptsTypes="AA">
                                      <p:cBhvr>
                                        <p:cTn id="2016" dur="12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2017" presetID="8" presetClass="emph" presetSubtype="0" fill="hold" grpId="47" nodeType="withEffect">
                                  <p:stCondLst>
                                    <p:cond delay="3000"/>
                                  </p:stCondLst>
                                  <p:childTnLst>
                                    <p:animRot by="-125520">
                                      <p:cBhvr>
                                        <p:cTn id="2018" dur="12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2019" presetID="0" presetClass="path" presetSubtype="0" fill="hold" grpId="46" nodeType="withEffect">
                                  <p:stCondLst>
                                    <p:cond delay="3000"/>
                                  </p:stCondLst>
                                  <p:childTnLst>
                                    <p:animMotion origin="layout" path="M 0.216018 -2.2e-05 L 0.230546 -0.005792 E" pathEditMode="relative" rAng="0" ptsTypes="AA">
                                      <p:cBhvr>
                                        <p:cTn id="2020" dur="12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2021" presetID="8" presetClass="emph" presetSubtype="0" fill="hold" grpId="47" nodeType="withEffect">
                                  <p:stCondLst>
                                    <p:cond delay="3000"/>
                                  </p:stCondLst>
                                  <p:childTnLst>
                                    <p:animRot by="-1476660">
                                      <p:cBhvr>
                                        <p:cTn id="2022" dur="12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2023" presetID="0" presetClass="path" presetSubtype="0" fill="hold" grpId="46" nodeType="withEffect">
                                  <p:stCondLst>
                                    <p:cond delay="3000"/>
                                  </p:stCondLst>
                                  <p:childTnLst>
                                    <p:animMotion origin="layout" path="M 0.214647 -0.000105 L 0.244065 -0.01006 E" pathEditMode="relative" rAng="0" ptsTypes="AA">
                                      <p:cBhvr>
                                        <p:cTn id="2024" dur="12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2025" presetID="8" presetClass="emph" presetSubtype="0" fill="hold" grpId="47" nodeType="withEffect">
                                  <p:stCondLst>
                                    <p:cond delay="3000"/>
                                  </p:stCondLst>
                                  <p:childTnLst>
                                    <p:animRot by="-1399680">
                                      <p:cBhvr>
                                        <p:cTn id="2026" dur="12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2027" presetID="0" presetClass="path" presetSubtype="0" fill="hold" grpId="46" nodeType="withEffect">
                                  <p:stCondLst>
                                    <p:cond delay="3000"/>
                                  </p:stCondLst>
                                  <p:childTnLst>
                                    <p:animMotion origin="layout" path="M 0.214636 -0.001217 L 0.25123 -0.016107 E" pathEditMode="relative" rAng="0" ptsTypes="AA">
                                      <p:cBhvr>
                                        <p:cTn id="2028" dur="12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2029" presetID="8" presetClass="emph" presetSubtype="0" fill="hold" grpId="47" nodeType="withEffect">
                                  <p:stCondLst>
                                    <p:cond delay="3000"/>
                                  </p:stCondLst>
                                  <p:childTnLst>
                                    <p:animRot by="-1366380">
                                      <p:cBhvr>
                                        <p:cTn id="2030" dur="12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2031" presetID="0" presetClass="path" presetSubtype="0" fill="hold" grpId="42" nodeType="withEffect">
                                  <p:stCondLst>
                                    <p:cond delay="3000"/>
                                  </p:stCondLst>
                                  <p:childTnLst>
                                    <p:animMotion origin="layout" path="M 0.215841 -4e-05 L 0.226629 -0.004283 E" pathEditMode="relative" rAng="0" ptsTypes="AA">
                                      <p:cBhvr>
                                        <p:cTn id="2032" dur="12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2033" presetID="8" presetClass="emph" presetSubtype="0" fill="hold" grpId="43" nodeType="withEffect">
                                  <p:stCondLst>
                                    <p:cond delay="3000"/>
                                  </p:stCondLst>
                                  <p:childTnLst>
                                    <p:animRot by="-1046280">
                                      <p:cBhvr>
                                        <p:cTn id="2034" dur="12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2035" presetID="0" presetClass="path" presetSubtype="0" fill="hold" grpId="44" nodeType="withEffect">
                                  <p:stCondLst>
                                    <p:cond delay="3000"/>
                                  </p:stCondLst>
                                  <p:childTnLst>
                                    <p:animMotion origin="layout" path="M 0.217869 -0.00064 L 0.239462 -0.01077 E" pathEditMode="relative" rAng="0" ptsTypes="AA">
                                      <p:cBhvr>
                                        <p:cTn id="2036" dur="12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2037" presetID="8" presetClass="emph" presetSubtype="0" fill="hold" grpId="45" nodeType="withEffect">
                                  <p:stCondLst>
                                    <p:cond delay="3000"/>
                                  </p:stCondLst>
                                  <p:childTnLst>
                                    <p:animRot by="-1669320">
                                      <p:cBhvr>
                                        <p:cTn id="2038" dur="12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2039" presetID="0" presetClass="path" presetSubtype="0" fill="hold" grpId="42" nodeType="withEffect">
                                  <p:stCondLst>
                                    <p:cond delay="3000"/>
                                  </p:stCondLst>
                                  <p:childTnLst>
                                    <p:animMotion origin="layout" path="M 0.215841 -4e-05 L 0.218637 -0.004522 E" pathEditMode="relative" rAng="0" ptsTypes="AA">
                                      <p:cBhvr>
                                        <p:cTn id="2040" dur="12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2041" presetID="8" presetClass="emph" presetSubtype="0" fill="hold" grpId="43" nodeType="withEffect">
                                  <p:stCondLst>
                                    <p:cond delay="3000"/>
                                  </p:stCondLst>
                                  <p:childTnLst>
                                    <p:animRot by="787620">
                                      <p:cBhvr>
                                        <p:cTn id="2042" dur="12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2043" presetID="0" presetClass="path" presetSubtype="0" fill="hold" grpId="44" nodeType="withEffect">
                                  <p:stCondLst>
                                    <p:cond delay="3000"/>
                                  </p:stCondLst>
                                  <p:childTnLst>
                                    <p:animMotion origin="layout" path="M 0.219043 -0.001149 L 0.213939 -0.005643 E" pathEditMode="relative" rAng="0" ptsTypes="AA">
                                      <p:cBhvr>
                                        <p:cTn id="2044" dur="12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2045" presetID="8" presetClass="emph" presetSubtype="0" fill="hold" grpId="45" nodeType="withEffect">
                                  <p:stCondLst>
                                    <p:cond delay="3000"/>
                                  </p:stCondLst>
                                  <p:childTnLst>
                                    <p:animRot by="1085640">
                                      <p:cBhvr>
                                        <p:cTn id="2046" dur="12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2047" presetID="0" presetClass="path" presetSubtype="0" fill="hold" grpId="46" nodeType="withEffect">
                                  <p:stCondLst>
                                    <p:cond delay="3000"/>
                                  </p:stCondLst>
                                  <p:childTnLst>
                                    <p:animMotion origin="layout" path="M 0.225079 -0.002481 L 0.213622 -0.005767 E" pathEditMode="relative" rAng="0" ptsTypes="AA">
                                      <p:cBhvr>
                                        <p:cTn id="2048" dur="12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2049" presetID="8" presetClass="emph" presetSubtype="0" fill="hold" grpId="47" nodeType="withEffect">
                                  <p:stCondLst>
                                    <p:cond delay="3000"/>
                                  </p:stCondLst>
                                  <p:childTnLst>
                                    <p:animRot by="790020">
                                      <p:cBhvr>
                                        <p:cTn id="2050" dur="12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2051" presetID="0" presetClass="path" presetSubtype="0" fill="hold" grpId="46" nodeType="withEffect">
                                  <p:stCondLst>
                                    <p:cond delay="3000"/>
                                  </p:stCondLst>
                                  <p:childTnLst>
                                    <p:animMotion origin="layout" path="M 0.221319 -0.002028 L 0.213466 -0.005766 E" pathEditMode="relative" rAng="0" ptsTypes="AA">
                                      <p:cBhvr>
                                        <p:cTn id="2052" dur="12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2053" presetID="8" presetClass="emph" presetSubtype="0" fill="hold" grpId="47" nodeType="withEffect">
                                  <p:stCondLst>
                                    <p:cond delay="3000"/>
                                  </p:stCondLst>
                                  <p:childTnLst>
                                    <p:animRot by="790020">
                                      <p:cBhvr>
                                        <p:cTn id="2054" dur="12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2055" presetID="0" presetClass="path" presetSubtype="0" fill="hold" grpId="49" nodeType="withEffect">
                                  <p:stCondLst>
                                    <p:cond delay="3120"/>
                                  </p:stCondLst>
                                  <p:childTnLst>
                                    <p:animMotion origin="layout" path="M 0.223355 -0.003455 L 0.234 -0 E" pathEditMode="relative" rAng="0" ptsTypes="AA">
                                      <p:cBhvr>
                                        <p:cTn id="2056" dur="12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2057" presetID="8" presetClass="emph" presetSubtype="0" fill="hold" grpId="50" nodeType="withEffect">
                                  <p:stCondLst>
                                    <p:cond delay="3120"/>
                                  </p:stCondLst>
                                  <p:childTnLst>
                                    <p:animRot by="77580">
                                      <p:cBhvr>
                                        <p:cTn id="2058" dur="12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2059" presetID="0" presetClass="path" presetSubtype="0" fill="hold" grpId="49" nodeType="withEffect">
                                  <p:stCondLst>
                                    <p:cond delay="3120"/>
                                  </p:stCondLst>
                                  <p:childTnLst>
                                    <p:animMotion origin="layout" path="M 0.222424 -0.003444 L 0.234 -0 E" pathEditMode="relative" rAng="0" ptsTypes="AA">
                                      <p:cBhvr>
                                        <p:cTn id="2060" dur="12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2061" presetID="8" presetClass="emph" presetSubtype="0" fill="hold" grpId="50" nodeType="withEffect">
                                  <p:stCondLst>
                                    <p:cond delay="3120"/>
                                  </p:stCondLst>
                                  <p:childTnLst>
                                    <p:animRot by="77580">
                                      <p:cBhvr>
                                        <p:cTn id="2062" dur="12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2063" presetID="0" presetClass="path" presetSubtype="0" fill="hold" grpId="49" nodeType="withEffect">
                                  <p:stCondLst>
                                    <p:cond delay="3120"/>
                                  </p:stCondLst>
                                  <p:childTnLst>
                                    <p:animMotion origin="layout" path="M 0.223702 -0.003459 L 0.234 -0 E" pathEditMode="relative" rAng="0" ptsTypes="AA">
                                      <p:cBhvr>
                                        <p:cTn id="2064" dur="12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2065" presetID="8" presetClass="emph" presetSubtype="0" fill="hold" grpId="50" nodeType="withEffect">
                                  <p:stCondLst>
                                    <p:cond delay="3120"/>
                                  </p:stCondLst>
                                  <p:childTnLst>
                                    <p:animRot by="77580">
                                      <p:cBhvr>
                                        <p:cTn id="2066" dur="12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2067" presetID="0" presetClass="path" presetSubtype="0" fill="hold" grpId="49" nodeType="withEffect">
                                  <p:stCondLst>
                                    <p:cond delay="3120"/>
                                  </p:stCondLst>
                                  <p:childTnLst>
                                    <p:animMotion origin="layout" path="M 0.222319 -0.003434 L 0.234 0 E" pathEditMode="relative" rAng="0" ptsTypes="AA">
                                      <p:cBhvr>
                                        <p:cTn id="2068" dur="12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2069" presetID="8" presetClass="emph" presetSubtype="0" fill="hold" grpId="50" nodeType="withEffect">
                                  <p:stCondLst>
                                    <p:cond delay="3120"/>
                                  </p:stCondLst>
                                  <p:childTnLst>
                                    <p:animRot by="81240">
                                      <p:cBhvr>
                                        <p:cTn id="2070" dur="12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2071" presetID="0" presetClass="path" presetSubtype="0" fill="hold" grpId="49" nodeType="withEffect">
                                  <p:stCondLst>
                                    <p:cond delay="3120"/>
                                  </p:stCondLst>
                                  <p:childTnLst>
                                    <p:animMotion origin="layout" path="M 0.222024 -0.003431 L 0.234 0 E" pathEditMode="relative" rAng="0" ptsTypes="AA">
                                      <p:cBhvr>
                                        <p:cTn id="2072" dur="12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2073" presetID="8" presetClass="emph" presetSubtype="0" fill="hold" grpId="50" nodeType="withEffect">
                                  <p:stCondLst>
                                    <p:cond delay="3120"/>
                                  </p:stCondLst>
                                  <p:childTnLst>
                                    <p:animRot by="81240">
                                      <p:cBhvr>
                                        <p:cTn id="2074" dur="12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2075" presetID="0" presetClass="path" presetSubtype="0" fill="hold" grpId="49" nodeType="withEffect">
                                  <p:stCondLst>
                                    <p:cond delay="3120"/>
                                  </p:stCondLst>
                                  <p:childTnLst>
                                    <p:animMotion origin="layout" path="M 0.222273 -0.003548 L 0.234 0 E" pathEditMode="relative" rAng="0" ptsTypes="AA">
                                      <p:cBhvr>
                                        <p:cTn id="2076" dur="12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2077" presetID="8" presetClass="emph" presetSubtype="0" fill="hold" grpId="50" nodeType="withEffect">
                                  <p:stCondLst>
                                    <p:cond delay="3120"/>
                                  </p:stCondLst>
                                  <p:childTnLst>
                                    <p:animRot by="81240">
                                      <p:cBhvr>
                                        <p:cTn id="2078" dur="12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2079" presetID="0" presetClass="path" presetSubtype="0" fill="hold" grpId="48" nodeType="withEffect">
                                  <p:stCondLst>
                                    <p:cond delay="3120"/>
                                  </p:stCondLst>
                                  <p:childTnLst>
                                    <p:animMotion origin="layout" path="M 0.22257 -0.011508 L 0.234 0 E" pathEditMode="relative" rAng="0" ptsTypes="AA">
                                      <p:cBhvr>
                                        <p:cTn id="2080" dur="12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2081" presetID="8" presetClass="emph" presetSubtype="0" fill="hold" grpId="49" nodeType="withEffect">
                                  <p:stCondLst>
                                    <p:cond delay="3120"/>
                                  </p:stCondLst>
                                  <p:childTnLst>
                                    <p:animRot by="-1075500">
                                      <p:cBhvr>
                                        <p:cTn id="2082" dur="12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2083" presetID="0" presetClass="path" presetSubtype="0" fill="hold" grpId="47" nodeType="withEffect">
                                  <p:stCondLst>
                                    <p:cond delay="3120"/>
                                  </p:stCondLst>
                                  <p:childTnLst>
                                    <p:animMotion origin="layout" path="M 0.223355 0 L 0.234 0 E" pathEditMode="relative" rAng="0" ptsTypes="AA">
                                      <p:cBhvr>
                                        <p:cTn id="2084" dur="12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2085" presetID="6" presetClass="emph" presetSubtype="0" fill="hold" grpId="48" nodeType="withEffect">
                                  <p:stCondLst>
                                    <p:cond delay="3120"/>
                                  </p:stCondLst>
                                  <p:childTnLst>
                                    <p:animScale>
                                      <p:cBhvr>
                                        <p:cTn id="2086" dur="120" fill="hold"/>
                                        <p:tgtEl>
                                          <p:spTgt spid="23"/>
                                        </p:tgtEl>
                                      </p:cBhvr>
                                      <p:by x="94200" y="94200"/>
                                    </p:animScale>
                                  </p:childTnLst>
                                </p:cTn>
                              </p:par>
                              <p:par>
                                <p:cTn id="2087" presetID="0" presetClass="path" presetSubtype="0" fill="hold" grpId="48" nodeType="withEffect">
                                  <p:stCondLst>
                                    <p:cond delay="3120"/>
                                  </p:stCondLst>
                                  <p:childTnLst>
                                    <p:animMotion origin="layout" path="M 0.219877 -0.004372 L 0.234 0 E" pathEditMode="relative" rAng="0" ptsTypes="AA">
                                      <p:cBhvr>
                                        <p:cTn id="2088" dur="12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2089" presetID="8" presetClass="emph" presetSubtype="0" fill="hold" grpId="49" nodeType="withEffect">
                                  <p:stCondLst>
                                    <p:cond delay="3120"/>
                                  </p:stCondLst>
                                  <p:childTnLst>
                                    <p:animRot by="-840300">
                                      <p:cBhvr>
                                        <p:cTn id="2090" dur="12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2091" presetID="0" presetClass="path" presetSubtype="0" fill="hold" grpId="48" nodeType="withEffect">
                                  <p:stCondLst>
                                    <p:cond delay="3120"/>
                                  </p:stCondLst>
                                  <p:childTnLst>
                                    <p:animMotion origin="layout" path="M 0.21024 -0.006723 L 0.234 0 E" pathEditMode="relative" rAng="0" ptsTypes="AA">
                                      <p:cBhvr>
                                        <p:cTn id="2092" dur="12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2093" presetID="8" presetClass="emph" presetSubtype="0" fill="hold" grpId="49" nodeType="withEffect">
                                  <p:stCondLst>
                                    <p:cond delay="3120"/>
                                  </p:stCondLst>
                                  <p:childTnLst>
                                    <p:animRot by="-1037760">
                                      <p:cBhvr>
                                        <p:cTn id="2094" dur="12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2095" presetID="0" presetClass="path" presetSubtype="0" fill="hold" grpId="48" nodeType="withEffect">
                                  <p:stCondLst>
                                    <p:cond delay="3120"/>
                                  </p:stCondLst>
                                  <p:childTnLst>
                                    <p:animMotion origin="layout" path="M 0.203327 -0.00573 L 0.234 0 E" pathEditMode="relative" rAng="0" ptsTypes="AA">
                                      <p:cBhvr>
                                        <p:cTn id="2096" dur="12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2097" presetID="8" presetClass="emph" presetSubtype="0" fill="hold" grpId="49" nodeType="withEffect">
                                  <p:stCondLst>
                                    <p:cond delay="3120"/>
                                  </p:stCondLst>
                                  <p:childTnLst>
                                    <p:animRot by="-1818360">
                                      <p:cBhvr>
                                        <p:cTn id="2098" dur="12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2099" presetID="0" presetClass="path" presetSubtype="0" fill="hold" grpId="48" nodeType="withEffect">
                                  <p:stCondLst>
                                    <p:cond delay="3120"/>
                                  </p:stCondLst>
                                  <p:childTnLst>
                                    <p:animMotion origin="layout" path="M 0.199451 -0.00678 L 0.234 0 E" pathEditMode="relative" rAng="0" ptsTypes="AA">
                                      <p:cBhvr>
                                        <p:cTn id="2100" dur="12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2101" presetID="8" presetClass="emph" presetSubtype="0" fill="hold" grpId="49" nodeType="withEffect">
                                  <p:stCondLst>
                                    <p:cond delay="3120"/>
                                  </p:stCondLst>
                                  <p:childTnLst>
                                    <p:animRot by="-1818360">
                                      <p:cBhvr>
                                        <p:cTn id="2102" dur="12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2103" presetID="0" presetClass="path" presetSubtype="0" fill="hold" grpId="48" nodeType="withEffect">
                                  <p:stCondLst>
                                    <p:cond delay="3120"/>
                                  </p:stCondLst>
                                  <p:childTnLst>
                                    <p:animMotion origin="layout" path="M 0.230546 -0.005792 L 0.234 0 E" pathEditMode="relative" rAng="0" ptsTypes="AA">
                                      <p:cBhvr>
                                        <p:cTn id="2104" dur="12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2105" presetID="8" presetClass="emph" presetSubtype="0" fill="hold" grpId="49" nodeType="withEffect">
                                  <p:stCondLst>
                                    <p:cond delay="3120"/>
                                  </p:stCondLst>
                                  <p:childTnLst>
                                    <p:animRot by="1346280">
                                      <p:cBhvr>
                                        <p:cTn id="2106" dur="12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2107" presetID="0" presetClass="path" presetSubtype="0" fill="hold" grpId="48" nodeType="withEffect">
                                  <p:stCondLst>
                                    <p:cond delay="3120"/>
                                  </p:stCondLst>
                                  <p:childTnLst>
                                    <p:animMotion origin="layout" path="M 0.244065 -0.01006 L 0.234 0 E" pathEditMode="relative" rAng="0" ptsTypes="AA">
                                      <p:cBhvr>
                                        <p:cTn id="2108" dur="12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2109" presetID="8" presetClass="emph" presetSubtype="0" fill="hold" grpId="49" nodeType="withEffect">
                                  <p:stCondLst>
                                    <p:cond delay="3120"/>
                                  </p:stCondLst>
                                  <p:childTnLst>
                                    <p:animRot by="1269300">
                                      <p:cBhvr>
                                        <p:cTn id="2110" dur="12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2111" presetID="0" presetClass="path" presetSubtype="0" fill="hold" grpId="48" nodeType="withEffect">
                                  <p:stCondLst>
                                    <p:cond delay="3120"/>
                                  </p:stCondLst>
                                  <p:childTnLst>
                                    <p:animMotion origin="layout" path="M 0.25123 -0.016107 L 0.234 0 E" pathEditMode="relative" rAng="0" ptsTypes="AA">
                                      <p:cBhvr>
                                        <p:cTn id="2112" dur="12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2113" presetID="8" presetClass="emph" presetSubtype="0" fill="hold" grpId="49" nodeType="withEffect">
                                  <p:stCondLst>
                                    <p:cond delay="3120"/>
                                  </p:stCondLst>
                                  <p:childTnLst>
                                    <p:animRot by="2049900">
                                      <p:cBhvr>
                                        <p:cTn id="2114" dur="12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2115" presetID="0" presetClass="path" presetSubtype="0" fill="hold" grpId="44" nodeType="withEffect">
                                  <p:stCondLst>
                                    <p:cond delay="3120"/>
                                  </p:stCondLst>
                                  <p:childTnLst>
                                    <p:animMotion origin="layout" path="M 0.226629 -0.004283 L 0.234 0 E" pathEditMode="relative" rAng="0" ptsTypes="AA">
                                      <p:cBhvr>
                                        <p:cTn id="2116" dur="12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2117" presetID="8" presetClass="emph" presetSubtype="0" fill="hold" grpId="45" nodeType="withEffect">
                                  <p:stCondLst>
                                    <p:cond delay="3120"/>
                                  </p:stCondLst>
                                  <p:childTnLst>
                                    <p:animRot by="859080">
                                      <p:cBhvr>
                                        <p:cTn id="2118" dur="12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2119" presetID="0" presetClass="path" presetSubtype="0" fill="hold" grpId="46" nodeType="withEffect">
                                  <p:stCondLst>
                                    <p:cond delay="3120"/>
                                  </p:stCondLst>
                                  <p:childTnLst>
                                    <p:animMotion origin="layout" path="M 0.239462 -0.01077 L 0.234 0 E" pathEditMode="relative" rAng="0" ptsTypes="AA">
                                      <p:cBhvr>
                                        <p:cTn id="2120" dur="12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2121" presetID="8" presetClass="emph" presetSubtype="0" fill="hold" grpId="47" nodeType="withEffect">
                                  <p:stCondLst>
                                    <p:cond delay="3120"/>
                                  </p:stCondLst>
                                  <p:childTnLst>
                                    <p:animRot by="2382120">
                                      <p:cBhvr>
                                        <p:cTn id="2122" dur="12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2123" presetID="0" presetClass="path" presetSubtype="0" fill="hold" grpId="44" nodeType="withEffect">
                                  <p:stCondLst>
                                    <p:cond delay="3120"/>
                                  </p:stCondLst>
                                  <p:childTnLst>
                                    <p:animMotion origin="layout" path="M 0.218637 -0.004522 L 0.234 0 E" pathEditMode="relative" rAng="0" ptsTypes="AA">
                                      <p:cBhvr>
                                        <p:cTn id="2124" dur="12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2125" presetID="8" presetClass="emph" presetSubtype="0" fill="hold" grpId="45" nodeType="withEffect">
                                  <p:stCondLst>
                                    <p:cond delay="3120"/>
                                  </p:stCondLst>
                                  <p:childTnLst>
                                    <p:animRot by="-974820">
                                      <p:cBhvr>
                                        <p:cTn id="2126" dur="12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2127" presetID="0" presetClass="path" presetSubtype="0" fill="hold" grpId="46" nodeType="withEffect">
                                  <p:stCondLst>
                                    <p:cond delay="3120"/>
                                  </p:stCondLst>
                                  <p:childTnLst>
                                    <p:animMotion origin="layout" path="M 0.213939 -0.005643 L 0.234 0 E" pathEditMode="relative" rAng="0" ptsTypes="AA">
                                      <p:cBhvr>
                                        <p:cTn id="2128" dur="12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2129" presetID="8" presetClass="emph" presetSubtype="0" fill="hold" grpId="47" nodeType="withEffect">
                                  <p:stCondLst>
                                    <p:cond delay="3120"/>
                                  </p:stCondLst>
                                  <p:childTnLst>
                                    <p:animRot by="-74820">
                                      <p:cBhvr>
                                        <p:cTn id="2130" dur="12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2131" presetID="0" presetClass="path" presetSubtype="0" fill="hold" grpId="48" nodeType="withEffect">
                                  <p:stCondLst>
                                    <p:cond delay="3120"/>
                                  </p:stCondLst>
                                  <p:childTnLst>
                                    <p:animMotion origin="layout" path="M 0.213622 -0.005767 L 0.234 0 E" pathEditMode="relative" rAng="0" ptsTypes="AA">
                                      <p:cBhvr>
                                        <p:cTn id="2132" dur="12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2133" presetID="8" presetClass="emph" presetSubtype="0" fill="hold" grpId="49" nodeType="withEffect">
                                  <p:stCondLst>
                                    <p:cond delay="3120"/>
                                  </p:stCondLst>
                                  <p:childTnLst>
                                    <p:animRot by="33840">
                                      <p:cBhvr>
                                        <p:cTn id="2134" dur="12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2135" presetID="0" presetClass="path" presetSubtype="0" fill="hold" grpId="48" nodeType="withEffect">
                                  <p:stCondLst>
                                    <p:cond delay="3120"/>
                                  </p:stCondLst>
                                  <p:childTnLst>
                                    <p:animMotion origin="layout" path="M 0.213466 -0.005766 L 0.234 0 E" pathEditMode="relative" rAng="0" ptsTypes="AA">
                                      <p:cBhvr>
                                        <p:cTn id="2136" dur="12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2137" presetID="8" presetClass="emph" presetSubtype="0" fill="hold" grpId="49" nodeType="withEffect">
                                  <p:stCondLst>
                                    <p:cond delay="3120"/>
                                  </p:stCondLst>
                                  <p:childTnLst>
                                    <p:animRot by="33840">
                                      <p:cBhvr>
                                        <p:cTn id="2138" dur="12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2139" presetID="0" presetClass="path" presetSubtype="0" fill="hold" grpId="51" nodeType="withEffect">
                                  <p:stCondLst>
                                    <p:cond delay="3240"/>
                                  </p:stCondLst>
                                  <p:childTnLst>
                                    <p:animMotion origin="layout" path="M 0.234 -0 L 0.242667 -0 E" pathEditMode="relative" rAng="0" ptsTypes="AA">
                                      <p:cBhvr>
                                        <p:cTn id="2140" dur="12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2141" presetID="0" presetClass="path" presetSubtype="0" fill="hold" grpId="51" nodeType="withEffect">
                                  <p:stCondLst>
                                    <p:cond delay="3240"/>
                                  </p:stCondLst>
                                  <p:childTnLst>
                                    <p:animMotion origin="layout" path="M 0.234 -0 L 0.242667 -0 E" pathEditMode="relative" rAng="0" ptsTypes="AA">
                                      <p:cBhvr>
                                        <p:cTn id="2142" dur="12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2143" presetID="0" presetClass="path" presetSubtype="0" fill="hold" grpId="51" nodeType="withEffect">
                                  <p:stCondLst>
                                    <p:cond delay="3240"/>
                                  </p:stCondLst>
                                  <p:childTnLst>
                                    <p:animMotion origin="layout" path="M 0.234 -0 L 0.242667 -0 E" pathEditMode="relative" rAng="0" ptsTypes="AA">
                                      <p:cBhvr>
                                        <p:cTn id="2144" dur="12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2145" presetID="0" presetClass="path" presetSubtype="0" fill="hold" grpId="51" nodeType="withEffect">
                                  <p:stCondLst>
                                    <p:cond delay="3240"/>
                                  </p:stCondLst>
                                  <p:childTnLst>
                                    <p:animMotion origin="layout" path="M 0.234 0 L 0.242667 0 E" pathEditMode="relative" rAng="0" ptsTypes="AA">
                                      <p:cBhvr>
                                        <p:cTn id="2146" dur="12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2147" presetID="0" presetClass="path" presetSubtype="0" fill="hold" grpId="51" nodeType="withEffect">
                                  <p:stCondLst>
                                    <p:cond delay="3240"/>
                                  </p:stCondLst>
                                  <p:childTnLst>
                                    <p:animMotion origin="layout" path="M 0.234 0 L 0.242667 0 E" pathEditMode="relative" rAng="0" ptsTypes="AA">
                                      <p:cBhvr>
                                        <p:cTn id="2148" dur="12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2149" presetID="0" presetClass="path" presetSubtype="0" fill="hold" grpId="51" nodeType="withEffect">
                                  <p:stCondLst>
                                    <p:cond delay="3240"/>
                                  </p:stCondLst>
                                  <p:childTnLst>
                                    <p:animMotion origin="layout" path="M 0.234 0 L 0.242667 0 E" pathEditMode="relative" rAng="0" ptsTypes="AA">
                                      <p:cBhvr>
                                        <p:cTn id="2150" dur="12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2151" presetID="0" presetClass="path" presetSubtype="0" fill="hold" grpId="50" nodeType="withEffect">
                                  <p:stCondLst>
                                    <p:cond delay="3240"/>
                                  </p:stCondLst>
                                  <p:childTnLst>
                                    <p:animMotion origin="layout" path="M 0.234 0 L 0.242667 0 E" pathEditMode="relative" rAng="0" ptsTypes="AA">
                                      <p:cBhvr>
                                        <p:cTn id="2152" dur="12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2153" presetID="0" presetClass="path" presetSubtype="0" fill="hold" grpId="49" nodeType="withEffect">
                                  <p:stCondLst>
                                    <p:cond delay="3240"/>
                                  </p:stCondLst>
                                  <p:childTnLst>
                                    <p:animMotion origin="layout" path="M 0.234 0 L 0.242667 0 E" pathEditMode="relative" rAng="0" ptsTypes="AA">
                                      <p:cBhvr>
                                        <p:cTn id="2154" dur="12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2155" presetID="0" presetClass="path" presetSubtype="0" fill="hold" grpId="50" nodeType="withEffect">
                                  <p:stCondLst>
                                    <p:cond delay="3240"/>
                                  </p:stCondLst>
                                  <p:childTnLst>
                                    <p:animMotion origin="layout" path="M 0.234 0 L 0.242667 0 E" pathEditMode="relative" rAng="0" ptsTypes="AA">
                                      <p:cBhvr>
                                        <p:cTn id="2156" dur="12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2157" presetID="0" presetClass="path" presetSubtype="0" fill="hold" grpId="50" nodeType="withEffect">
                                  <p:stCondLst>
                                    <p:cond delay="3240"/>
                                  </p:stCondLst>
                                  <p:childTnLst>
                                    <p:animMotion origin="layout" path="M 0.234 0 L 0.242667 0 E" pathEditMode="relative" rAng="0" ptsTypes="AA">
                                      <p:cBhvr>
                                        <p:cTn id="2158" dur="12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2159" presetID="0" presetClass="path" presetSubtype="0" fill="hold" grpId="50" nodeType="withEffect">
                                  <p:stCondLst>
                                    <p:cond delay="3240"/>
                                  </p:stCondLst>
                                  <p:childTnLst>
                                    <p:animMotion origin="layout" path="M 0.234 0 L 0.242667 0 E" pathEditMode="relative" rAng="0" ptsTypes="AA">
                                      <p:cBhvr>
                                        <p:cTn id="2160" dur="12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2161" presetID="0" presetClass="path" presetSubtype="0" fill="hold" grpId="50" nodeType="withEffect">
                                  <p:stCondLst>
                                    <p:cond delay="3240"/>
                                  </p:stCondLst>
                                  <p:childTnLst>
                                    <p:animMotion origin="layout" path="M 0.234 0 L 0.242667 0 E" pathEditMode="relative" rAng="0" ptsTypes="AA">
                                      <p:cBhvr>
                                        <p:cTn id="2162" dur="12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2163" presetID="0" presetClass="path" presetSubtype="0" fill="hold" grpId="50" nodeType="withEffect">
                                  <p:stCondLst>
                                    <p:cond delay="3240"/>
                                  </p:stCondLst>
                                  <p:childTnLst>
                                    <p:animMotion origin="layout" path="M 0.234 0 L 0.242667 0 E" pathEditMode="relative" rAng="0" ptsTypes="AA">
                                      <p:cBhvr>
                                        <p:cTn id="2164" dur="12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2165" presetID="0" presetClass="path" presetSubtype="0" fill="hold" grpId="50" nodeType="withEffect">
                                  <p:stCondLst>
                                    <p:cond delay="3240"/>
                                  </p:stCondLst>
                                  <p:childTnLst>
                                    <p:animMotion origin="layout" path="M 0.234 0 L 0.242667 0 E" pathEditMode="relative" rAng="0" ptsTypes="AA">
                                      <p:cBhvr>
                                        <p:cTn id="2166" dur="12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2167" presetID="0" presetClass="path" presetSubtype="0" fill="hold" grpId="50" nodeType="withEffect">
                                  <p:stCondLst>
                                    <p:cond delay="3240"/>
                                  </p:stCondLst>
                                  <p:childTnLst>
                                    <p:animMotion origin="layout" path="M 0.234 0 L 0.242667 0 E" pathEditMode="relative" rAng="0" ptsTypes="AA">
                                      <p:cBhvr>
                                        <p:cTn id="2168" dur="12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2169" presetID="0" presetClass="path" presetSubtype="0" fill="hold" grpId="46" nodeType="withEffect">
                                  <p:stCondLst>
                                    <p:cond delay="3240"/>
                                  </p:stCondLst>
                                  <p:childTnLst>
                                    <p:animMotion origin="layout" path="M 0.234 0 L 0.242667 0 E" pathEditMode="relative" rAng="0" ptsTypes="AA">
                                      <p:cBhvr>
                                        <p:cTn id="2170" dur="12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2171" presetID="0" presetClass="path" presetSubtype="0" fill="hold" grpId="48" nodeType="withEffect">
                                  <p:stCondLst>
                                    <p:cond delay="3240"/>
                                  </p:stCondLst>
                                  <p:childTnLst>
                                    <p:animMotion origin="layout" path="M 0.234 0 L 0.242667 0 E" pathEditMode="relative" rAng="0" ptsTypes="AA">
                                      <p:cBhvr>
                                        <p:cTn id="2172" dur="12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2173" presetID="0" presetClass="path" presetSubtype="0" fill="hold" grpId="46" nodeType="withEffect">
                                  <p:stCondLst>
                                    <p:cond delay="3240"/>
                                  </p:stCondLst>
                                  <p:childTnLst>
                                    <p:animMotion origin="layout" path="M 0.234 0 L 0.242667 0 E" pathEditMode="relative" rAng="0" ptsTypes="AA">
                                      <p:cBhvr>
                                        <p:cTn id="2174" dur="12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2175" presetID="0" presetClass="path" presetSubtype="0" fill="hold" grpId="48" nodeType="withEffect">
                                  <p:stCondLst>
                                    <p:cond delay="3240"/>
                                  </p:stCondLst>
                                  <p:childTnLst>
                                    <p:animMotion origin="layout" path="M 0.234 0 L 0.242667 0 E" pathEditMode="relative" rAng="0" ptsTypes="AA">
                                      <p:cBhvr>
                                        <p:cTn id="2176" dur="12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2177" presetID="0" presetClass="path" presetSubtype="0" fill="hold" grpId="50" nodeType="withEffect">
                                  <p:stCondLst>
                                    <p:cond delay="3240"/>
                                  </p:stCondLst>
                                  <p:childTnLst>
                                    <p:animMotion origin="layout" path="M 0.234 0 L 0.242667 0 E" pathEditMode="relative" rAng="0" ptsTypes="AA">
                                      <p:cBhvr>
                                        <p:cTn id="2178" dur="12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2179" presetID="0" presetClass="path" presetSubtype="0" fill="hold" grpId="50" nodeType="withEffect">
                                  <p:stCondLst>
                                    <p:cond delay="3240"/>
                                  </p:stCondLst>
                                  <p:childTnLst>
                                    <p:animMotion origin="layout" path="M 0.234 0 L 0.242667 0 E" pathEditMode="relative" rAng="0" ptsTypes="AA">
                                      <p:cBhvr>
                                        <p:cTn id="2180" dur="12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2181" presetID="0" presetClass="path" presetSubtype="0" fill="hold" grpId="52" nodeType="withEffect">
                                  <p:stCondLst>
                                    <p:cond delay="3360"/>
                                  </p:stCondLst>
                                  <p:childTnLst>
                                    <p:animMotion origin="layout" path="M 0.242667 -0 L 0.251333 -0 E" pathEditMode="relative" rAng="0" ptsTypes="AA">
                                      <p:cBhvr>
                                        <p:cTn id="2182" dur="12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2183" presetID="0" presetClass="path" presetSubtype="0" fill="hold" grpId="52" nodeType="withEffect">
                                  <p:stCondLst>
                                    <p:cond delay="3360"/>
                                  </p:stCondLst>
                                  <p:childTnLst>
                                    <p:animMotion origin="layout" path="M 0.242667 -0 L 0.251333 -0 E" pathEditMode="relative" rAng="0" ptsTypes="AA">
                                      <p:cBhvr>
                                        <p:cTn id="2184" dur="12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2185" presetID="0" presetClass="path" presetSubtype="0" fill="hold" grpId="52" nodeType="withEffect">
                                  <p:stCondLst>
                                    <p:cond delay="3360"/>
                                  </p:stCondLst>
                                  <p:childTnLst>
                                    <p:animMotion origin="layout" path="M 0.242667 -0 L 0.251333 -0 E" pathEditMode="relative" rAng="0" ptsTypes="AA">
                                      <p:cBhvr>
                                        <p:cTn id="2186" dur="12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2187" presetID="0" presetClass="path" presetSubtype="0" fill="hold" grpId="52" nodeType="withEffect">
                                  <p:stCondLst>
                                    <p:cond delay="3360"/>
                                  </p:stCondLst>
                                  <p:childTnLst>
                                    <p:animMotion origin="layout" path="M 0.242667 0 L 0.251333 0 E" pathEditMode="relative" rAng="0" ptsTypes="AA">
                                      <p:cBhvr>
                                        <p:cTn id="2188" dur="12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2189" presetID="0" presetClass="path" presetSubtype="0" fill="hold" grpId="52" nodeType="withEffect">
                                  <p:stCondLst>
                                    <p:cond delay="3360"/>
                                  </p:stCondLst>
                                  <p:childTnLst>
                                    <p:animMotion origin="layout" path="M 0.242667 0 L 0.251333 0 E" pathEditMode="relative" rAng="0" ptsTypes="AA">
                                      <p:cBhvr>
                                        <p:cTn id="2190" dur="12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2191" presetID="0" presetClass="path" presetSubtype="0" fill="hold" grpId="52" nodeType="withEffect">
                                  <p:stCondLst>
                                    <p:cond delay="3360"/>
                                  </p:stCondLst>
                                  <p:childTnLst>
                                    <p:animMotion origin="layout" path="M 0.242667 0 L 0.251333 0 E" pathEditMode="relative" rAng="0" ptsTypes="AA">
                                      <p:cBhvr>
                                        <p:cTn id="2192" dur="12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2193" presetID="0" presetClass="path" presetSubtype="0" fill="hold" grpId="51" nodeType="withEffect">
                                  <p:stCondLst>
                                    <p:cond delay="3360"/>
                                  </p:stCondLst>
                                  <p:childTnLst>
                                    <p:animMotion origin="layout" path="M 0.242667 0 L 0.251333 0 E" pathEditMode="relative" rAng="0" ptsTypes="AA">
                                      <p:cBhvr>
                                        <p:cTn id="2194" dur="12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2195" presetID="0" presetClass="path" presetSubtype="0" fill="hold" grpId="50" nodeType="withEffect">
                                  <p:stCondLst>
                                    <p:cond delay="3360"/>
                                  </p:stCondLst>
                                  <p:childTnLst>
                                    <p:animMotion origin="layout" path="M 0.242667 0 L 0.251333 0 E" pathEditMode="relative" rAng="0" ptsTypes="AA">
                                      <p:cBhvr>
                                        <p:cTn id="2196" dur="12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2197" presetID="6" presetClass="emph" presetSubtype="0" fill="hold" grpId="51" nodeType="withEffect">
                                  <p:stCondLst>
                                    <p:cond delay="3360"/>
                                  </p:stCondLst>
                                  <p:childTnLst>
                                    <p:animScale>
                                      <p:cBhvr>
                                        <p:cTn id="2198" dur="120" fill="hold"/>
                                        <p:tgtEl>
                                          <p:spTgt spid="23"/>
                                        </p:tgtEl>
                                      </p:cBhvr>
                                      <p:by x="106157" y="106157"/>
                                    </p:animScale>
                                  </p:childTnLst>
                                </p:cTn>
                              </p:par>
                              <p:par>
                                <p:cTn id="2199" presetID="0" presetClass="path" presetSubtype="0" fill="hold" grpId="51" nodeType="withEffect">
                                  <p:stCondLst>
                                    <p:cond delay="3360"/>
                                  </p:stCondLst>
                                  <p:childTnLst>
                                    <p:animMotion origin="layout" path="M 0.242667 0 L 0.251333 0 E" pathEditMode="relative" rAng="0" ptsTypes="AA">
                                      <p:cBhvr>
                                        <p:cTn id="2200" dur="12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2201" presetID="0" presetClass="path" presetSubtype="0" fill="hold" grpId="51" nodeType="withEffect">
                                  <p:stCondLst>
                                    <p:cond delay="3360"/>
                                  </p:stCondLst>
                                  <p:childTnLst>
                                    <p:animMotion origin="layout" path="M 0.242667 0 L 0.251333 0 E" pathEditMode="relative" rAng="0" ptsTypes="AA">
                                      <p:cBhvr>
                                        <p:cTn id="2202" dur="12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2203" presetID="0" presetClass="path" presetSubtype="0" fill="hold" grpId="51" nodeType="withEffect">
                                  <p:stCondLst>
                                    <p:cond delay="3360"/>
                                  </p:stCondLst>
                                  <p:childTnLst>
                                    <p:animMotion origin="layout" path="M 0.242667 0 L 0.251333 0 E" pathEditMode="relative" rAng="0" ptsTypes="AA">
                                      <p:cBhvr>
                                        <p:cTn id="2204" dur="12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2205" presetID="0" presetClass="path" presetSubtype="0" fill="hold" grpId="51" nodeType="withEffect">
                                  <p:stCondLst>
                                    <p:cond delay="3360"/>
                                  </p:stCondLst>
                                  <p:childTnLst>
                                    <p:animMotion origin="layout" path="M 0.242667 0 L 0.251333 0 E" pathEditMode="relative" rAng="0" ptsTypes="AA">
                                      <p:cBhvr>
                                        <p:cTn id="2206" dur="12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2207" presetID="0" presetClass="path" presetSubtype="0" fill="hold" grpId="51" nodeType="withEffect">
                                  <p:stCondLst>
                                    <p:cond delay="3360"/>
                                  </p:stCondLst>
                                  <p:childTnLst>
                                    <p:animMotion origin="layout" path="M 0.242667 0 L 0.251333 0 E" pathEditMode="relative" rAng="0" ptsTypes="AA">
                                      <p:cBhvr>
                                        <p:cTn id="2208" dur="12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2209" presetID="0" presetClass="path" presetSubtype="0" fill="hold" grpId="51" nodeType="withEffect">
                                  <p:stCondLst>
                                    <p:cond delay="3360"/>
                                  </p:stCondLst>
                                  <p:childTnLst>
                                    <p:animMotion origin="layout" path="M 0.242667 0 L 0.251333 0 E" pathEditMode="relative" rAng="0" ptsTypes="AA">
                                      <p:cBhvr>
                                        <p:cTn id="2210" dur="12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2211" presetID="0" presetClass="path" presetSubtype="0" fill="hold" grpId="51" nodeType="withEffect">
                                  <p:stCondLst>
                                    <p:cond delay="3360"/>
                                  </p:stCondLst>
                                  <p:childTnLst>
                                    <p:animMotion origin="layout" path="M 0.242667 0 L 0.251333 0 E" pathEditMode="relative" rAng="0" ptsTypes="AA">
                                      <p:cBhvr>
                                        <p:cTn id="2212" dur="12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2213" presetID="0" presetClass="path" presetSubtype="0" fill="hold" grpId="47" nodeType="withEffect">
                                  <p:stCondLst>
                                    <p:cond delay="3360"/>
                                  </p:stCondLst>
                                  <p:childTnLst>
                                    <p:animMotion origin="layout" path="M 0.242667 0 L 0.251333 0 E" pathEditMode="relative" rAng="0" ptsTypes="AA">
                                      <p:cBhvr>
                                        <p:cTn id="2214" dur="12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2215" presetID="0" presetClass="path" presetSubtype="0" fill="hold" grpId="49" nodeType="withEffect">
                                  <p:stCondLst>
                                    <p:cond delay="3360"/>
                                  </p:stCondLst>
                                  <p:childTnLst>
                                    <p:animMotion origin="layout" path="M 0.242667 0 L 0.251333 0 E" pathEditMode="relative" rAng="0" ptsTypes="AA">
                                      <p:cBhvr>
                                        <p:cTn id="2216" dur="12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2217" presetID="0" presetClass="path" presetSubtype="0" fill="hold" grpId="47" nodeType="withEffect">
                                  <p:stCondLst>
                                    <p:cond delay="3360"/>
                                  </p:stCondLst>
                                  <p:childTnLst>
                                    <p:animMotion origin="layout" path="M 0.242667 0 L 0.251333 0 E" pathEditMode="relative" rAng="0" ptsTypes="AA">
                                      <p:cBhvr>
                                        <p:cTn id="2218" dur="12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2219" presetID="0" presetClass="path" presetSubtype="0" fill="hold" grpId="49" nodeType="withEffect">
                                  <p:stCondLst>
                                    <p:cond delay="3360"/>
                                  </p:stCondLst>
                                  <p:childTnLst>
                                    <p:animMotion origin="layout" path="M 0.242667 0 L 0.251333 0 E" pathEditMode="relative" rAng="0" ptsTypes="AA">
                                      <p:cBhvr>
                                        <p:cTn id="2220" dur="12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2221" presetID="0" presetClass="path" presetSubtype="0" fill="hold" grpId="51" nodeType="withEffect">
                                  <p:stCondLst>
                                    <p:cond delay="3360"/>
                                  </p:stCondLst>
                                  <p:childTnLst>
                                    <p:animMotion origin="layout" path="M 0.242667 0 L 0.251333 0 E" pathEditMode="relative" rAng="0" ptsTypes="AA">
                                      <p:cBhvr>
                                        <p:cTn id="2222" dur="12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2223" presetID="0" presetClass="path" presetSubtype="0" fill="hold" grpId="51" nodeType="withEffect">
                                  <p:stCondLst>
                                    <p:cond delay="3360"/>
                                  </p:stCondLst>
                                  <p:childTnLst>
                                    <p:animMotion origin="layout" path="M 0.242667 0 L 0.251333 0 E" pathEditMode="relative" rAng="0" ptsTypes="AA">
                                      <p:cBhvr>
                                        <p:cTn id="2224" dur="12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2225" presetID="0" presetClass="path" presetSubtype="0" fill="hold" grpId="53" nodeType="withEffect">
                                  <p:stCondLst>
                                    <p:cond delay="3480"/>
                                  </p:stCondLst>
                                  <p:childTnLst>
                                    <p:animMotion origin="layout" path="M 0.251333 -0 L 0.26 0 E" pathEditMode="relative" rAng="0" ptsTypes="AA">
                                      <p:cBhvr>
                                        <p:cTn id="2226" dur="12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2227" presetID="0" presetClass="path" presetSubtype="0" fill="hold" grpId="53" nodeType="withEffect">
                                  <p:stCondLst>
                                    <p:cond delay="3480"/>
                                  </p:stCondLst>
                                  <p:childTnLst>
                                    <p:animMotion origin="layout" path="M 0.251333 -0 L 0.26 0 E" pathEditMode="relative" rAng="0" ptsTypes="AA">
                                      <p:cBhvr>
                                        <p:cTn id="2228" dur="12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2229" presetID="0" presetClass="path" presetSubtype="0" fill="hold" grpId="53" nodeType="withEffect">
                                  <p:stCondLst>
                                    <p:cond delay="3480"/>
                                  </p:stCondLst>
                                  <p:childTnLst>
                                    <p:animMotion origin="layout" path="M 0.251333 -0 L 0.26 0 E" pathEditMode="relative" rAng="0" ptsTypes="AA">
                                      <p:cBhvr>
                                        <p:cTn id="2230" dur="12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2231" presetID="0" presetClass="path" presetSubtype="0" fill="hold" grpId="53" nodeType="withEffect">
                                  <p:stCondLst>
                                    <p:cond delay="3480"/>
                                  </p:stCondLst>
                                  <p:childTnLst>
                                    <p:animMotion origin="layout" path="M 0.251333 0 L 0.26 0 E" pathEditMode="relative" rAng="0" ptsTypes="AA">
                                      <p:cBhvr>
                                        <p:cTn id="2232" dur="12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2233" presetID="0" presetClass="path" presetSubtype="0" fill="hold" grpId="53" nodeType="withEffect">
                                  <p:stCondLst>
                                    <p:cond delay="3480"/>
                                  </p:stCondLst>
                                  <p:childTnLst>
                                    <p:animMotion origin="layout" path="M 0.251333 0 L 0.26 0 E" pathEditMode="relative" rAng="0" ptsTypes="AA">
                                      <p:cBhvr>
                                        <p:cTn id="2234" dur="12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2235" presetID="0" presetClass="path" presetSubtype="0" fill="hold" grpId="53" nodeType="withEffect">
                                  <p:stCondLst>
                                    <p:cond delay="3480"/>
                                  </p:stCondLst>
                                  <p:childTnLst>
                                    <p:animMotion origin="layout" path="M 0.251333 0 L 0.26 0 E" pathEditMode="relative" rAng="0" ptsTypes="AA">
                                      <p:cBhvr>
                                        <p:cTn id="2236" dur="12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2237" presetID="0" presetClass="path" presetSubtype="0" fill="hold" grpId="52" nodeType="withEffect">
                                  <p:stCondLst>
                                    <p:cond delay="3480"/>
                                  </p:stCondLst>
                                  <p:childTnLst>
                                    <p:animMotion origin="layout" path="M 0.251333 0 L 0.26 0 E" pathEditMode="relative" rAng="0" ptsTypes="AA">
                                      <p:cBhvr>
                                        <p:cTn id="2238" dur="12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2239" presetID="0" presetClass="path" presetSubtype="0" fill="hold" grpId="52" nodeType="withEffect">
                                  <p:stCondLst>
                                    <p:cond delay="3480"/>
                                  </p:stCondLst>
                                  <p:childTnLst>
                                    <p:animMotion origin="layout" path="M 0.251333 0 L 0.26 0 E" pathEditMode="relative" rAng="0" ptsTypes="AA">
                                      <p:cBhvr>
                                        <p:cTn id="2240" dur="12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2241" presetID="6" presetClass="emph" presetSubtype="0" fill="hold" grpId="53" nodeType="withEffect">
                                  <p:stCondLst>
                                    <p:cond delay="3480"/>
                                  </p:stCondLst>
                                  <p:childTnLst>
                                    <p:animScale>
                                      <p:cBhvr>
                                        <p:cTn id="2242" dur="120" fill="hold"/>
                                        <p:tgtEl>
                                          <p:spTgt spid="23"/>
                                        </p:tgtEl>
                                      </p:cBhvr>
                                      <p:by x="103573" y="103573"/>
                                    </p:animScale>
                                  </p:childTnLst>
                                </p:cTn>
                              </p:par>
                              <p:par>
                                <p:cTn id="2243" presetID="0" presetClass="path" presetSubtype="0" fill="hold" grpId="52" nodeType="withEffect">
                                  <p:stCondLst>
                                    <p:cond delay="3480"/>
                                  </p:stCondLst>
                                  <p:childTnLst>
                                    <p:animMotion origin="layout" path="M 0.251333 0 L 0.26 0 E" pathEditMode="relative" rAng="0" ptsTypes="AA">
                                      <p:cBhvr>
                                        <p:cTn id="2244" dur="12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2245" presetID="0" presetClass="path" presetSubtype="0" fill="hold" grpId="52" nodeType="withEffect">
                                  <p:stCondLst>
                                    <p:cond delay="3480"/>
                                  </p:stCondLst>
                                  <p:childTnLst>
                                    <p:animMotion origin="layout" path="M 0.251333 0 L 0.26 0 E" pathEditMode="relative" rAng="0" ptsTypes="AA">
                                      <p:cBhvr>
                                        <p:cTn id="2246" dur="12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2247" presetID="0" presetClass="path" presetSubtype="0" fill="hold" grpId="52" nodeType="withEffect">
                                  <p:stCondLst>
                                    <p:cond delay="3480"/>
                                  </p:stCondLst>
                                  <p:childTnLst>
                                    <p:animMotion origin="layout" path="M 0.251333 0 L 0.26 0 E" pathEditMode="relative" rAng="0" ptsTypes="AA">
                                      <p:cBhvr>
                                        <p:cTn id="2248" dur="12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2249" presetID="0" presetClass="path" presetSubtype="0" fill="hold" grpId="52" nodeType="withEffect">
                                  <p:stCondLst>
                                    <p:cond delay="3480"/>
                                  </p:stCondLst>
                                  <p:childTnLst>
                                    <p:animMotion origin="layout" path="M 0.251333 0 L 0.26 0 E" pathEditMode="relative" rAng="0" ptsTypes="AA">
                                      <p:cBhvr>
                                        <p:cTn id="2250" dur="12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2251" presetID="0" presetClass="path" presetSubtype="0" fill="hold" grpId="52" nodeType="withEffect">
                                  <p:stCondLst>
                                    <p:cond delay="3480"/>
                                  </p:stCondLst>
                                  <p:childTnLst>
                                    <p:animMotion origin="layout" path="M 0.251333 0 L 0.26 0 E" pathEditMode="relative" rAng="0" ptsTypes="AA">
                                      <p:cBhvr>
                                        <p:cTn id="2252" dur="12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2253" presetID="0" presetClass="path" presetSubtype="0" fill="hold" grpId="52" nodeType="withEffect">
                                  <p:stCondLst>
                                    <p:cond delay="3480"/>
                                  </p:stCondLst>
                                  <p:childTnLst>
                                    <p:animMotion origin="layout" path="M 0.251333 0 L 0.26 0 E" pathEditMode="relative" rAng="0" ptsTypes="AA">
                                      <p:cBhvr>
                                        <p:cTn id="2254" dur="12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2255" presetID="0" presetClass="path" presetSubtype="0" fill="hold" grpId="52" nodeType="withEffect">
                                  <p:stCondLst>
                                    <p:cond delay="3480"/>
                                  </p:stCondLst>
                                  <p:childTnLst>
                                    <p:animMotion origin="layout" path="M 0.251333 0 L 0.26 0 E" pathEditMode="relative" rAng="0" ptsTypes="AA">
                                      <p:cBhvr>
                                        <p:cTn id="2256" dur="12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2257" presetID="0" presetClass="path" presetSubtype="0" fill="hold" grpId="48" nodeType="withEffect">
                                  <p:stCondLst>
                                    <p:cond delay="3480"/>
                                  </p:stCondLst>
                                  <p:childTnLst>
                                    <p:animMotion origin="layout" path="M 0.251333 0 L 0.26 0 E" pathEditMode="relative" rAng="0" ptsTypes="AA">
                                      <p:cBhvr>
                                        <p:cTn id="2258" dur="12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2259" presetID="0" presetClass="path" presetSubtype="0" fill="hold" grpId="50" nodeType="withEffect">
                                  <p:stCondLst>
                                    <p:cond delay="3480"/>
                                  </p:stCondLst>
                                  <p:childTnLst>
                                    <p:animMotion origin="layout" path="M 0.251333 0 L 0.26 0 E" pathEditMode="relative" rAng="0" ptsTypes="AA">
                                      <p:cBhvr>
                                        <p:cTn id="2260" dur="12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2261" presetID="0" presetClass="path" presetSubtype="0" fill="hold" grpId="48" nodeType="withEffect">
                                  <p:stCondLst>
                                    <p:cond delay="3480"/>
                                  </p:stCondLst>
                                  <p:childTnLst>
                                    <p:animMotion origin="layout" path="M 0.251333 0 L 0.26 0 E" pathEditMode="relative" rAng="0" ptsTypes="AA">
                                      <p:cBhvr>
                                        <p:cTn id="2262" dur="12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2263" presetID="0" presetClass="path" presetSubtype="0" fill="hold" grpId="50" nodeType="withEffect">
                                  <p:stCondLst>
                                    <p:cond delay="3480"/>
                                  </p:stCondLst>
                                  <p:childTnLst>
                                    <p:animMotion origin="layout" path="M 0.251333 0 L 0.26 0 E" pathEditMode="relative" rAng="0" ptsTypes="AA">
                                      <p:cBhvr>
                                        <p:cTn id="2264" dur="12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2265" presetID="0" presetClass="path" presetSubtype="0" fill="hold" grpId="52" nodeType="withEffect">
                                  <p:stCondLst>
                                    <p:cond delay="3480"/>
                                  </p:stCondLst>
                                  <p:childTnLst>
                                    <p:animMotion origin="layout" path="M 0.251333 0 L 0.26 0 E" pathEditMode="relative" rAng="0" ptsTypes="AA">
                                      <p:cBhvr>
                                        <p:cTn id="2266" dur="12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2267" presetID="0" presetClass="path" presetSubtype="0" fill="hold" grpId="52" nodeType="withEffect">
                                  <p:stCondLst>
                                    <p:cond delay="3480"/>
                                  </p:stCondLst>
                                  <p:childTnLst>
                                    <p:animMotion origin="layout" path="M 0.251333 0 L 0.26 0 E" pathEditMode="relative" rAng="0" ptsTypes="AA">
                                      <p:cBhvr>
                                        <p:cTn id="2268" dur="12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2269" presetID="0" presetClass="pat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36 0.003625 E" pathEditMode="relative" rAng="0" ptsTypes="AA">
                                      <p:cBhvr>
                                        <p:cTn id="2270" dur="3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2271" presetID="6" presetClass="emph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2272" dur="300" fill="hold"/>
                                        <p:tgtEl>
                                          <p:spTgt spid="18"/>
                                        </p:tgtEl>
                                      </p:cBhvr>
                                      <p:by x="101670" y="101670"/>
                                    </p:animScale>
                                  </p:childTnLst>
                                </p:cTn>
                              </p:par>
                              <p:par>
                                <p:cTn id="2273" presetID="0" presetClass="pat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054 0.000464 E" pathEditMode="relative" rAng="0" ptsTypes="AA">
                                      <p:cBhvr>
                                        <p:cTn id="2274" dur="3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2275" presetID="6" presetClass="emph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2276" dur="300" fill="hold"/>
                                        <p:tgtEl>
                                          <p:spTgt spid="19"/>
                                        </p:tgtEl>
                                      </p:cBhvr>
                                      <p:by x="101240" y="101240"/>
                                    </p:animScale>
                                  </p:childTnLst>
                                </p:cTn>
                              </p:par>
                              <p:par>
                                <p:cTn id="2277" presetID="0" presetClass="pat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018923 -0.004902 E" pathEditMode="relative" rAng="0" ptsTypes="AA">
                                      <p:cBhvr>
                                        <p:cTn id="2278" dur="3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2279" presetID="6" presetClass="emph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2280" dur="300" fill="hold"/>
                                        <p:tgtEl>
                                          <p:spTgt spid="21"/>
                                        </p:tgtEl>
                                      </p:cBhvr>
                                      <p:by x="98090" y="98090"/>
                                    </p:animScale>
                                  </p:childTnLst>
                                </p:cTn>
                              </p:par>
                              <p:par>
                                <p:cTn id="2281" presetID="8" presetClass="emph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Rot by="-72960">
                                      <p:cBhvr>
                                        <p:cTn id="2282" dur="3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2283" presetID="0" presetClass="pat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21045 0.005631 E" pathEditMode="relative" rAng="0" ptsTypes="AA">
                                      <p:cBhvr>
                                        <p:cTn id="2284" dur="3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2285" presetID="6" presetClass="emph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2286" dur="300" fill="hold"/>
                                        <p:tgtEl>
                                          <p:spTgt spid="22"/>
                                        </p:tgtEl>
                                      </p:cBhvr>
                                      <p:by x="98100" y="98100"/>
                                    </p:animScale>
                                  </p:childTnLst>
                                </p:cTn>
                              </p:par>
                              <p:par>
                                <p:cTn id="2287" presetID="8" presetClass="emph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Rot by="72420">
                                      <p:cBhvr>
                                        <p:cTn id="2288" dur="3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2289" presetID="0" presetClass="path" presetSubtype="0" fill="hold" grpId="2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.0036 0.003625 L 0.0072 0.005634 E" pathEditMode="relative" rAng="0" ptsTypes="AA">
                                      <p:cBhvr>
                                        <p:cTn id="2290" dur="3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2291" presetID="6" presetClass="emph" presetSubtype="0" fill="hold" grpId="3" nodeType="withEffect">
                                  <p:stCondLst>
                                    <p:cond delay="300"/>
                                  </p:stCondLst>
                                  <p:childTnLst>
                                    <p:animScale>
                                      <p:cBhvr>
                                        <p:cTn id="2292" dur="300" fill="hold"/>
                                        <p:tgtEl>
                                          <p:spTgt spid="18"/>
                                        </p:tgtEl>
                                      </p:cBhvr>
                                      <p:by x="101456" y="101456"/>
                                    </p:animScale>
                                  </p:childTnLst>
                                </p:cTn>
                              </p:par>
                              <p:par>
                                <p:cTn id="2293" presetID="0" presetClass="path" presetSubtype="0" fill="hold" grpId="2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.0054 0.000464 L 0.0108 -0.002794 E" pathEditMode="relative" rAng="0" ptsTypes="AA">
                                      <p:cBhvr>
                                        <p:cTn id="2294" dur="3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2295" presetID="6" presetClass="emph" presetSubtype="0" fill="hold" grpId="3" nodeType="withEffect">
                                  <p:stCondLst>
                                    <p:cond delay="300"/>
                                  </p:stCondLst>
                                  <p:childTnLst>
                                    <p:animScale>
                                      <p:cBhvr>
                                        <p:cTn id="2296" dur="300" fill="hold"/>
                                        <p:tgtEl>
                                          <p:spTgt spid="19"/>
                                        </p:tgtEl>
                                      </p:cBhvr>
                                      <p:by x="100780" y="100780"/>
                                    </p:animScale>
                                  </p:childTnLst>
                                </p:cTn>
                              </p:par>
                              <p:par>
                                <p:cTn id="2297" presetID="0" presetClass="path" presetSubtype="0" fill="hold" grpId="3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-0.018923 -0.004902 L -0.037723 9.6e-05 E" pathEditMode="relative" rAng="0" ptsTypes="AA">
                                      <p:cBhvr>
                                        <p:cTn id="2298" dur="3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2299" presetID="6" presetClass="emph" presetSubtype="0" fill="hold" grpId="4" nodeType="withEffect">
                                  <p:stCondLst>
                                    <p:cond delay="300"/>
                                  </p:stCondLst>
                                  <p:childTnLst>
                                    <p:animScale>
                                      <p:cBhvr>
                                        <p:cTn id="2300" dur="300" fill="hold"/>
                                        <p:tgtEl>
                                          <p:spTgt spid="21"/>
                                        </p:tgtEl>
                                      </p:cBhvr>
                                      <p:by x="98063" y="98063"/>
                                    </p:animScale>
                                  </p:childTnLst>
                                </p:cTn>
                              </p:par>
                              <p:par>
                                <p:cTn id="2301" presetID="8" presetClass="emph" presetSubtype="0" fill="hold" grpId="5" nodeType="withEffect">
                                  <p:stCondLst>
                                    <p:cond delay="300"/>
                                  </p:stCondLst>
                                  <p:childTnLst>
                                    <p:animRot by="-72540">
                                      <p:cBhvr>
                                        <p:cTn id="2302" dur="3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2303" presetID="0" presetClass="path" presetSubtype="0" fill="hold" grpId="3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0.021045 0.005631 L 0.02084 0.01673 E" pathEditMode="relative" rAng="0" ptsTypes="AA">
                                      <p:cBhvr>
                                        <p:cTn id="2304" dur="3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2305" presetID="6" presetClass="emph" presetSubtype="0" fill="hold" grpId="4" nodeType="withEffect">
                                  <p:stCondLst>
                                    <p:cond delay="300"/>
                                  </p:stCondLst>
                                  <p:childTnLst>
                                    <p:animScale>
                                      <p:cBhvr>
                                        <p:cTn id="2306" dur="300" fill="hold"/>
                                        <p:tgtEl>
                                          <p:spTgt spid="22"/>
                                        </p:tgtEl>
                                      </p:cBhvr>
                                      <p:by x="100020" y="100020"/>
                                    </p:animScale>
                                  </p:childTnLst>
                                </p:cTn>
                              </p:par>
                              <p:par>
                                <p:cTn id="2307" presetID="8" presetClass="emph" presetSubtype="0" fill="hold" grpId="5" nodeType="withEffect">
                                  <p:stCondLst>
                                    <p:cond delay="300"/>
                                  </p:stCondLst>
                                  <p:childTnLst>
                                    <p:animRot by="-720">
                                      <p:cBhvr>
                                        <p:cTn id="2308" dur="3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2309" presetID="0" presetClass="path" presetSubtype="0" fill="hold" grpId="4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.0072 0.005634 L 0.0108 0.005132 E" pathEditMode="relative" rAng="0" ptsTypes="AA">
                                      <p:cBhvr>
                                        <p:cTn id="2310" dur="3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2311" presetID="6" presetClass="emph" presetSubtype="0" fill="hold" grpId="5" nodeType="withEffect">
                                  <p:stCondLst>
                                    <p:cond delay="600"/>
                                  </p:stCondLst>
                                  <p:childTnLst>
                                    <p:animScale>
                                      <p:cBhvr>
                                        <p:cTn id="2312" dur="300" fill="hold"/>
                                        <p:tgtEl>
                                          <p:spTgt spid="18"/>
                                        </p:tgtEl>
                                      </p:cBhvr>
                                      <p:by x="101076" y="101076"/>
                                    </p:animScale>
                                  </p:childTnLst>
                                </p:cTn>
                              </p:par>
                              <p:par>
                                <p:cTn id="2313" presetID="0" presetClass="path" presetSubtype="0" fill="hold" grpId="4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.0108 -0.002794 L 0.0162 -0.008322 E" pathEditMode="relative" rAng="0" ptsTypes="AA">
                                      <p:cBhvr>
                                        <p:cTn id="2314" dur="3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2315" presetID="6" presetClass="emph" presetSubtype="0" fill="hold" grpId="5" nodeType="withEffect">
                                  <p:stCondLst>
                                    <p:cond delay="600"/>
                                  </p:stCondLst>
                                  <p:childTnLst>
                                    <p:animScale>
                                      <p:cBhvr>
                                        <p:cTn id="2316" dur="300" fill="hold"/>
                                        <p:tgtEl>
                                          <p:spTgt spid="19"/>
                                        </p:tgtEl>
                                      </p:cBhvr>
                                      <p:by x="100245" y="100245"/>
                                    </p:animScale>
                                  </p:childTnLst>
                                </p:cTn>
                              </p:par>
                              <p:par>
                                <p:cTn id="2317" presetID="0" presetClass="path" presetSubtype="0" fill="hold" grpId="6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-0.037723 9.6e-05 L -0.037601 0.009996 E" pathEditMode="relative" rAng="0" ptsTypes="AA">
                                      <p:cBhvr>
                                        <p:cTn id="2318" dur="3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2319" presetID="6" presetClass="emph" presetSubtype="0" fill="hold" grpId="7" nodeType="withEffect">
                                  <p:stCondLst>
                                    <p:cond delay="600"/>
                                  </p:stCondLst>
                                  <p:childTnLst>
                                    <p:animScale>
                                      <p:cBhvr>
                                        <p:cTn id="2320" dur="300" fill="hold"/>
                                        <p:tgtEl>
                                          <p:spTgt spid="21"/>
                                        </p:tgtEl>
                                      </p:cBhvr>
                                      <p:by x="100010" y="100010"/>
                                    </p:animScale>
                                  </p:childTnLst>
                                </p:cTn>
                              </p:par>
                              <p:par>
                                <p:cTn id="2321" presetID="8" presetClass="emph" presetSubtype="0" fill="hold" grpId="8" nodeType="withEffect">
                                  <p:stCondLst>
                                    <p:cond delay="600"/>
                                  </p:stCondLst>
                                  <p:childTnLst>
                                    <p:animRot by="480">
                                      <p:cBhvr>
                                        <p:cTn id="2322" dur="3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2323" presetID="0" presetClass="path" presetSubtype="0" fill="hold" grpId="6" nodeType="withEffect">
                                  <p:stCondLst>
                                    <p:cond delay="600"/>
                                  </p:stCondLst>
                                  <p:childTnLst>
                                    <p:animMotion origin="layout" path="M 0.02084 0.01673 L -0.000411 0.022199 E" pathEditMode="relative" rAng="0" ptsTypes="AA">
                                      <p:cBhvr>
                                        <p:cTn id="2324" dur="3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2325" presetID="6" presetClass="emph" presetSubtype="0" fill="hold" grpId="7" nodeType="withEffect">
                                  <p:stCondLst>
                                    <p:cond delay="600"/>
                                  </p:stCondLst>
                                  <p:childTnLst>
                                    <p:animScale>
                                      <p:cBhvr>
                                        <p:cTn id="2326" dur="300" fill="hold"/>
                                        <p:tgtEl>
                                          <p:spTgt spid="22"/>
                                        </p:tgtEl>
                                      </p:cBhvr>
                                      <p:by x="101957" y="101957"/>
                                    </p:animScale>
                                  </p:childTnLst>
                                </p:cTn>
                              </p:par>
                              <p:par>
                                <p:cTn id="2327" presetID="8" presetClass="emph" presetSubtype="0" fill="hold" grpId="8" nodeType="withEffect">
                                  <p:stCondLst>
                                    <p:cond delay="600"/>
                                  </p:stCondLst>
                                  <p:childTnLst>
                                    <p:animRot by="-73140">
                                      <p:cBhvr>
                                        <p:cTn id="2328" dur="3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2329" presetID="0" presetClass="path" presetSubtype="0" fill="hold" grpId="6" nodeType="withEffect">
                                  <p:stCondLst>
                                    <p:cond delay="900"/>
                                  </p:stCondLst>
                                  <p:childTnLst>
                                    <p:animMotion origin="layout" path="M 0.0108 0.005132 L 0.0144 0.002343 E" pathEditMode="relative" rAng="0" ptsTypes="AA">
                                      <p:cBhvr>
                                        <p:cTn id="2330" dur="3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2331" presetID="6" presetClass="emph" presetSubtype="0" fill="hold" grpId="7" nodeType="withEffect">
                                  <p:stCondLst>
                                    <p:cond delay="900"/>
                                  </p:stCondLst>
                                  <p:childTnLst>
                                    <p:animScale>
                                      <p:cBhvr>
                                        <p:cTn id="2332" dur="300" fill="hold"/>
                                        <p:tgtEl>
                                          <p:spTgt spid="18"/>
                                        </p:tgtEl>
                                      </p:cBhvr>
                                      <p:by x="100604" y="100604"/>
                                    </p:animScale>
                                  </p:childTnLst>
                                </p:cTn>
                              </p:par>
                              <p:par>
                                <p:cTn id="2333" presetID="0" presetClass="path" presetSubtype="0" fill="hold" grpId="6" nodeType="withEffect">
                                  <p:stCondLst>
                                    <p:cond delay="900"/>
                                  </p:stCondLst>
                                  <p:childTnLst>
                                    <p:animMotion origin="layout" path="M 0.0162 -0.008322 L 0.0216 -0.013655 E" pathEditMode="relative" rAng="0" ptsTypes="AA">
                                      <p:cBhvr>
                                        <p:cTn id="2334" dur="3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2335" presetID="6" presetClass="emph" presetSubtype="0" fill="hold" grpId="7" nodeType="withEffect">
                                  <p:stCondLst>
                                    <p:cond delay="900"/>
                                  </p:stCondLst>
                                  <p:childTnLst>
                                    <p:animScale>
                                      <p:cBhvr>
                                        <p:cTn id="2336" dur="300" fill="hold"/>
                                        <p:tgtEl>
                                          <p:spTgt spid="19"/>
                                        </p:tgtEl>
                                      </p:cBhvr>
                                      <p:by x="99677" y="99677"/>
                                    </p:animScale>
                                  </p:childTnLst>
                                </p:cTn>
                              </p:par>
                              <p:par>
                                <p:cTn id="2337" presetID="0" presetClass="path" presetSubtype="0" fill="hold" grpId="9" nodeType="withEffect">
                                  <p:stCondLst>
                                    <p:cond delay="900"/>
                                  </p:stCondLst>
                                  <p:childTnLst>
                                    <p:animMotion origin="layout" path="M -0.037601 0.009996 L -0.018679 0.014898 E" pathEditMode="relative" rAng="0" ptsTypes="AA">
                                      <p:cBhvr>
                                        <p:cTn id="2338" dur="3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2339" presetID="6" presetClass="emph" presetSubtype="0" fill="hold" grpId="10" nodeType="withEffect">
                                  <p:stCondLst>
                                    <p:cond delay="900"/>
                                  </p:stCondLst>
                                  <p:childTnLst>
                                    <p:animScale>
                                      <p:cBhvr>
                                        <p:cTn id="2340" dur="300" fill="hold"/>
                                        <p:tgtEl>
                                          <p:spTgt spid="21"/>
                                        </p:tgtEl>
                                      </p:cBhvr>
                                      <p:by x="101985" y="101985"/>
                                    </p:animScale>
                                  </p:childTnLst>
                                </p:cTn>
                              </p:par>
                              <p:par>
                                <p:cTn id="2341" presetID="8" presetClass="emph" presetSubtype="0" fill="hold" grpId="11" nodeType="withEffect">
                                  <p:stCondLst>
                                    <p:cond delay="900"/>
                                  </p:stCondLst>
                                  <p:childTnLst>
                                    <p:animRot by="72960">
                                      <p:cBhvr>
                                        <p:cTn id="2342" dur="3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2343" presetID="0" presetClass="path" presetSubtype="0" fill="hold" grpId="9" nodeType="withEffect">
                                  <p:stCondLst>
                                    <p:cond delay="900"/>
                                  </p:stCondLst>
                                  <p:childTnLst>
                                    <p:animMotion origin="layout" path="M -0.000411 0.022199 L -0.021456 0.016569 E" pathEditMode="relative" rAng="0" ptsTypes="AA">
                                      <p:cBhvr>
                                        <p:cTn id="2344" dur="3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2345" presetID="6" presetClass="emph" presetSubtype="0" fill="hold" grpId="10" nodeType="withEffect">
                                  <p:stCondLst>
                                    <p:cond delay="900"/>
                                  </p:stCondLst>
                                  <p:childTnLst>
                                    <p:animScale>
                                      <p:cBhvr>
                                        <p:cTn id="2346" dur="300" fill="hold"/>
                                        <p:tgtEl>
                                          <p:spTgt spid="22"/>
                                        </p:tgtEl>
                                      </p:cBhvr>
                                      <p:by x="101889" y="101889"/>
                                    </p:animScale>
                                  </p:childTnLst>
                                </p:cTn>
                              </p:par>
                              <p:par>
                                <p:cTn id="2347" presetID="8" presetClass="emph" presetSubtype="0" fill="hold" grpId="11" nodeType="withEffect">
                                  <p:stCondLst>
                                    <p:cond delay="900"/>
                                  </p:stCondLst>
                                  <p:childTnLst>
                                    <p:animRot by="-72360">
                                      <p:cBhvr>
                                        <p:cTn id="2348" dur="3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2349" presetID="0" presetClass="path" presetSubtype="0" fill="hold" grpId="8" nodeType="withEffect">
                                  <p:stCondLst>
                                    <p:cond delay="1200"/>
                                  </p:stCondLst>
                                  <p:childTnLst>
                                    <p:animMotion origin="layout" path="M 0.0144 0.002343 L 0.018 -0.001491 E" pathEditMode="relative" rAng="0" ptsTypes="AA">
                                      <p:cBhvr>
                                        <p:cTn id="2350" dur="3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2351" presetID="6" presetClass="emph" presetSubtype="0" fill="hold" grpId="9" nodeType="withEffect">
                                  <p:stCondLst>
                                    <p:cond delay="1200"/>
                                  </p:stCondLst>
                                  <p:childTnLst>
                                    <p:animScale>
                                      <p:cBhvr>
                                        <p:cTn id="2352" dur="300" fill="hold"/>
                                        <p:tgtEl>
                                          <p:spTgt spid="18"/>
                                        </p:tgtEl>
                                      </p:cBhvr>
                                      <p:by x="100067" y="100067"/>
                                    </p:animScale>
                                  </p:childTnLst>
                                </p:cTn>
                              </p:par>
                              <p:par>
                                <p:cTn id="2353" presetID="0" presetClass="path" presetSubtype="0" fill="hold" grpId="8" nodeType="withEffect">
                                  <p:stCondLst>
                                    <p:cond delay="1200"/>
                                  </p:stCondLst>
                                  <p:childTnLst>
                                    <p:animMotion origin="layout" path="M 0.0216 -0.013655 L 0.027 -0.016417 E" pathEditMode="relative" rAng="0" ptsTypes="AA">
                                      <p:cBhvr>
                                        <p:cTn id="2354" dur="3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2355" presetID="6" presetClass="emph" presetSubtype="0" fill="hold" grpId="9" nodeType="withEffect">
                                  <p:stCondLst>
                                    <p:cond delay="1200"/>
                                  </p:stCondLst>
                                  <p:childTnLst>
                                    <p:animScale>
                                      <p:cBhvr>
                                        <p:cTn id="2356" dur="300" fill="hold"/>
                                        <p:tgtEl>
                                          <p:spTgt spid="19"/>
                                        </p:tgtEl>
                                      </p:cBhvr>
                                      <p:by x="99156" y="99156"/>
                                    </p:animScale>
                                  </p:childTnLst>
                                </p:cTn>
                              </p:par>
                              <p:par>
                                <p:cTn id="2357" presetID="0" presetClass="path" presetSubtype="0" fill="hold" grpId="12" nodeType="withEffect">
                                  <p:stCondLst>
                                    <p:cond delay="1200"/>
                                  </p:stCondLst>
                                  <p:childTnLst>
                                    <p:animMotion origin="layout" path="M -0.018679 0.014898 L 0.000122 0.0099 E" pathEditMode="relative" rAng="0" ptsTypes="AA">
                                      <p:cBhvr>
                                        <p:cTn id="2358" dur="3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2359" presetID="6" presetClass="emph" presetSubtype="0" fill="hold" grpId="13" nodeType="withEffect">
                                  <p:stCondLst>
                                    <p:cond delay="1200"/>
                                  </p:stCondLst>
                                  <p:childTnLst>
                                    <p:animScale>
                                      <p:cBhvr>
                                        <p:cTn id="2360" dur="300" fill="hold"/>
                                        <p:tgtEl>
                                          <p:spTgt spid="21"/>
                                        </p:tgtEl>
                                      </p:cBhvr>
                                      <p:by x="101937" y="101937"/>
                                    </p:animScale>
                                  </p:childTnLst>
                                </p:cTn>
                              </p:par>
                              <p:par>
                                <p:cTn id="2361" presetID="8" presetClass="emph" presetSubtype="0" fill="hold" grpId="14" nodeType="withEffect">
                                  <p:stCondLst>
                                    <p:cond delay="1200"/>
                                  </p:stCondLst>
                                  <p:childTnLst>
                                    <p:animRot by="72540">
                                      <p:cBhvr>
                                        <p:cTn id="2362" dur="3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2363" presetID="0" presetClass="path" presetSubtype="0" fill="hold" grpId="12" nodeType="withEffect">
                                  <p:stCondLst>
                                    <p:cond delay="1200"/>
                                  </p:stCondLst>
                                  <p:childTnLst>
                                    <p:animMotion origin="layout" path="M -0.021456 0.016569 L -0.02125 0.005469 E" pathEditMode="relative" rAng="0" ptsTypes="AA">
                                      <p:cBhvr>
                                        <p:cTn id="2364" dur="3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2365" presetID="6" presetClass="emph" presetSubtype="0" fill="hold" grpId="13" nodeType="withEffect">
                                  <p:stCondLst>
                                    <p:cond delay="1200"/>
                                  </p:stCondLst>
                                  <p:childTnLst>
                                    <p:animScale>
                                      <p:cBhvr>
                                        <p:cTn id="2366" dur="300" fill="hold"/>
                                        <p:tgtEl>
                                          <p:spTgt spid="22"/>
                                        </p:tgtEl>
                                      </p:cBhvr>
                                      <p:by x="99980" y="99980"/>
                                    </p:animScale>
                                  </p:childTnLst>
                                </p:cTn>
                              </p:par>
                              <p:par>
                                <p:cTn id="2367" presetID="8" presetClass="emph" presetSubtype="0" fill="hold" grpId="14" nodeType="withEffect">
                                  <p:stCondLst>
                                    <p:cond delay="1200"/>
                                  </p:stCondLst>
                                  <p:childTnLst>
                                    <p:animRot by="720">
                                      <p:cBhvr>
                                        <p:cTn id="2368" dur="3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2369" presetID="0" presetClass="path" presetSubtype="0" fill="hold" grpId="10" nodeType="withEffect">
                                  <p:stCondLst>
                                    <p:cond delay="1500"/>
                                  </p:stCondLst>
                                  <p:childTnLst>
                                    <p:animMotion origin="layout" path="M 0.018 -0.001491 L 0.0216 -0.00466 E" pathEditMode="relative" rAng="0" ptsTypes="AA">
                                      <p:cBhvr>
                                        <p:cTn id="2370" dur="3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2371" presetID="6" presetClass="emph" presetSubtype="0" fill="hold" grpId="11" nodeType="withEffect">
                                  <p:stCondLst>
                                    <p:cond delay="1500"/>
                                  </p:stCondLst>
                                  <p:childTnLst>
                                    <p:animScale>
                                      <p:cBhvr>
                                        <p:cTn id="2372" dur="300" fill="hold"/>
                                        <p:tgtEl>
                                          <p:spTgt spid="18"/>
                                        </p:tgtEl>
                                      </p:cBhvr>
                                      <p:by x="99524" y="99524"/>
                                    </p:animScale>
                                  </p:childTnLst>
                                </p:cTn>
                              </p:par>
                              <p:par>
                                <p:cTn id="2373" presetID="0" presetClass="path" presetSubtype="0" fill="hold" grpId="10" nodeType="withEffect">
                                  <p:stCondLst>
                                    <p:cond delay="1500"/>
                                  </p:stCondLst>
                                  <p:childTnLst>
                                    <p:animMotion origin="layout" path="M 0.027 -0.016417 L 0.0324 -0.015377 E" pathEditMode="relative" rAng="0" ptsTypes="AA">
                                      <p:cBhvr>
                                        <p:cTn id="2374" dur="3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2375" presetID="6" presetClass="emph" presetSubtype="0" fill="hold" grpId="11" nodeType="withEffect">
                                  <p:stCondLst>
                                    <p:cond delay="1500"/>
                                  </p:stCondLst>
                                  <p:childTnLst>
                                    <p:animScale>
                                      <p:cBhvr>
                                        <p:cTn id="2376" dur="300" fill="hold"/>
                                        <p:tgtEl>
                                          <p:spTgt spid="19"/>
                                        </p:tgtEl>
                                      </p:cBhvr>
                                      <p:by x="98704" y="98704"/>
                                    </p:animScale>
                                  </p:childTnLst>
                                </p:cTn>
                              </p:par>
                              <p:par>
                                <p:cTn id="2377" presetID="0" presetClass="path" presetSubtype="0" fill="hold" grpId="15" nodeType="withEffect">
                                  <p:stCondLst>
                                    <p:cond delay="1500"/>
                                  </p:stCondLst>
                                  <p:childTnLst>
                                    <p:animMotion origin="layout" path="M 0.000122 0.0099 L 0 0 E" pathEditMode="relative" rAng="0" ptsTypes="AA">
                                      <p:cBhvr>
                                        <p:cTn id="2378" dur="3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2379" presetID="6" presetClass="emph" presetSubtype="0" fill="hold" grpId="16" nodeType="withEffect">
                                  <p:stCondLst>
                                    <p:cond delay="1500"/>
                                  </p:stCondLst>
                                  <p:childTnLst>
                                    <p:animScale>
                                      <p:cBhvr>
                                        <p:cTn id="2380" dur="300" fill="hold"/>
                                        <p:tgtEl>
                                          <p:spTgt spid="21"/>
                                        </p:tgtEl>
                                      </p:cBhvr>
                                      <p:by x="99990" y="99990"/>
                                    </p:animScale>
                                  </p:childTnLst>
                                </p:cTn>
                              </p:par>
                              <p:par>
                                <p:cTn id="2381" presetID="8" presetClass="emph" presetSubtype="0" fill="hold" grpId="17" nodeType="withEffect">
                                  <p:stCondLst>
                                    <p:cond delay="1500"/>
                                  </p:stCondLst>
                                  <p:childTnLst>
                                    <p:animRot by="-480">
                                      <p:cBhvr>
                                        <p:cTn id="2382" dur="3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2383" presetID="0" presetClass="path" presetSubtype="0" fill="hold" grpId="15" nodeType="withEffect">
                                  <p:stCondLst>
                                    <p:cond delay="1500"/>
                                  </p:stCondLst>
                                  <p:childTnLst>
                                    <p:animMotion origin="layout" path="M -0.02125 0.005469 L -0 0 E" pathEditMode="relative" rAng="0" ptsTypes="AA">
                                      <p:cBhvr>
                                        <p:cTn id="2384" dur="3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2385" presetID="6" presetClass="emph" presetSubtype="0" fill="hold" grpId="16" nodeType="withEffect">
                                  <p:stCondLst>
                                    <p:cond delay="1500"/>
                                  </p:stCondLst>
                                  <p:childTnLst>
                                    <p:animScale>
                                      <p:cBhvr>
                                        <p:cTn id="2386" dur="300" fill="hold"/>
                                        <p:tgtEl>
                                          <p:spTgt spid="22"/>
                                        </p:tgtEl>
                                      </p:cBhvr>
                                      <p:by x="98126" y="98126"/>
                                    </p:animScale>
                                  </p:childTnLst>
                                </p:cTn>
                              </p:par>
                              <p:par>
                                <p:cTn id="2387" presetID="8" presetClass="emph" presetSubtype="0" fill="hold" grpId="17" nodeType="withEffect">
                                  <p:stCondLst>
                                    <p:cond delay="1500"/>
                                  </p:stCondLst>
                                  <p:childTnLst>
                                    <p:animRot by="73080">
                                      <p:cBhvr>
                                        <p:cTn id="2388" dur="3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2389" presetID="0" presetClass="path" presetSubtype="0" fill="hold" grpId="12" nodeType="withEffect">
                                  <p:stCondLst>
                                    <p:cond delay="1800"/>
                                  </p:stCondLst>
                                  <p:childTnLst>
                                    <p:animMotion origin="layout" path="M 0.0216 -0.00466 L 0.0252 -0.005752 E" pathEditMode="relative" rAng="0" ptsTypes="AA">
                                      <p:cBhvr>
                                        <p:cTn id="2390" dur="3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2391" presetID="6" presetClass="emph" presetSubtype="0" fill="hold" grpId="13" nodeType="withEffect">
                                  <p:stCondLst>
                                    <p:cond delay="1800"/>
                                  </p:stCondLst>
                                  <p:childTnLst>
                                    <p:animScale>
                                      <p:cBhvr>
                                        <p:cTn id="2392" dur="300" fill="hold"/>
                                        <p:tgtEl>
                                          <p:spTgt spid="18"/>
                                        </p:tgtEl>
                                      </p:cBhvr>
                                      <p:by x="99024" y="99024"/>
                                    </p:animScale>
                                  </p:childTnLst>
                                </p:cTn>
                              </p:par>
                              <p:par>
                                <p:cTn id="2393" presetID="0" presetClass="path" presetSubtype="0" fill="hold" grpId="12" nodeType="withEffect">
                                  <p:stCondLst>
                                    <p:cond delay="1800"/>
                                  </p:stCondLst>
                                  <p:childTnLst>
                                    <p:animMotion origin="layout" path="M 0.0324 -0.015377 L 0.0378 -0.010998 E" pathEditMode="relative" rAng="0" ptsTypes="AA">
                                      <p:cBhvr>
                                        <p:cTn id="2394" dur="3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2395" presetID="6" presetClass="emph" presetSubtype="0" fill="hold" grpId="13" nodeType="withEffect">
                                  <p:stCondLst>
                                    <p:cond delay="1800"/>
                                  </p:stCondLst>
                                  <p:childTnLst>
                                    <p:animScale>
                                      <p:cBhvr>
                                        <p:cTn id="2396" dur="300" fill="hold"/>
                                        <p:tgtEl>
                                          <p:spTgt spid="19"/>
                                        </p:tgtEl>
                                      </p:cBhvr>
                                      <p:by x="98417" y="98417"/>
                                    </p:animScale>
                                  </p:childTnLst>
                                </p:cTn>
                              </p:par>
                              <p:par>
                                <p:cTn id="2397" presetID="0" presetClass="path" presetSubtype="0" fill="hold" grpId="18" nodeType="withEffect">
                                  <p:stCondLst>
                                    <p:cond delay="1800"/>
                                  </p:stCondLst>
                                  <p:childTnLst>
                                    <p:animMotion origin="layout" path="M 0 0 L -0.018923 -0.004902 E" pathEditMode="relative" rAng="0" ptsTypes="AA">
                                      <p:cBhvr>
                                        <p:cTn id="2398" dur="3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2399" presetID="6" presetClass="emph" presetSubtype="0" fill="hold" grpId="19" nodeType="withEffect">
                                  <p:stCondLst>
                                    <p:cond delay="1800"/>
                                  </p:stCondLst>
                                  <p:childTnLst>
                                    <p:animScale>
                                      <p:cBhvr>
                                        <p:cTn id="2400" dur="300" fill="hold"/>
                                        <p:tgtEl>
                                          <p:spTgt spid="21"/>
                                        </p:tgtEl>
                                      </p:cBhvr>
                                      <p:by x="98090" y="98090"/>
                                    </p:animScale>
                                  </p:childTnLst>
                                </p:cTn>
                              </p:par>
                              <p:par>
                                <p:cTn id="2401" presetID="8" presetClass="emph" presetSubtype="0" fill="hold" grpId="20" nodeType="withEffect">
                                  <p:stCondLst>
                                    <p:cond delay="1800"/>
                                  </p:stCondLst>
                                  <p:childTnLst>
                                    <p:animRot by="-72960">
                                      <p:cBhvr>
                                        <p:cTn id="2402" dur="3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2403" presetID="0" presetClass="path" presetSubtype="0" fill="hold" grpId="18" nodeType="withEffect">
                                  <p:stCondLst>
                                    <p:cond delay="1800"/>
                                  </p:stCondLst>
                                  <p:childTnLst>
                                    <p:animMotion origin="layout" path="M -0 0 L 0.021045 0.005631 E" pathEditMode="relative" rAng="0" ptsTypes="AA">
                                      <p:cBhvr>
                                        <p:cTn id="2404" dur="3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2405" presetID="6" presetClass="emph" presetSubtype="0" fill="hold" grpId="19" nodeType="withEffect">
                                  <p:stCondLst>
                                    <p:cond delay="1800"/>
                                  </p:stCondLst>
                                  <p:childTnLst>
                                    <p:animScale>
                                      <p:cBhvr>
                                        <p:cTn id="2406" dur="300" fill="hold"/>
                                        <p:tgtEl>
                                          <p:spTgt spid="22"/>
                                        </p:tgtEl>
                                      </p:cBhvr>
                                      <p:by x="98100" y="98100"/>
                                    </p:animScale>
                                  </p:childTnLst>
                                </p:cTn>
                              </p:par>
                              <p:par>
                                <p:cTn id="2407" presetID="8" presetClass="emph" presetSubtype="0" fill="hold" grpId="20" nodeType="withEffect">
                                  <p:stCondLst>
                                    <p:cond delay="1800"/>
                                  </p:stCondLst>
                                  <p:childTnLst>
                                    <p:animRot by="72420">
                                      <p:cBhvr>
                                        <p:cTn id="2408" dur="3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2409" presetID="0" presetClass="path" presetSubtype="0" fill="hold" grpId="14" nodeType="withEffect">
                                  <p:stCondLst>
                                    <p:cond delay="2100"/>
                                  </p:stCondLst>
                                  <p:childTnLst>
                                    <p:animMotion origin="layout" path="M 0.0252 -0.005752 L 0.0288 -0.004281 E" pathEditMode="relative" rAng="0" ptsTypes="AA">
                                      <p:cBhvr>
                                        <p:cTn id="2410" dur="3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2411" presetID="6" presetClass="emph" presetSubtype="0" fill="hold" grpId="15" nodeType="withEffect">
                                  <p:stCondLst>
                                    <p:cond delay="2100"/>
                                  </p:stCondLst>
                                  <p:childTnLst>
                                    <p:animScale>
                                      <p:cBhvr>
                                        <p:cTn id="2412" dur="300" fill="hold"/>
                                        <p:tgtEl>
                                          <p:spTgt spid="18"/>
                                        </p:tgtEl>
                                      </p:cBhvr>
                                      <p:by x="98637" y="98637"/>
                                    </p:animScale>
                                  </p:childTnLst>
                                </p:cTn>
                              </p:par>
                              <p:par>
                                <p:cTn id="2413" presetID="0" presetClass="path" presetSubtype="0" fill="hold" grpId="14" nodeType="withEffect">
                                  <p:stCondLst>
                                    <p:cond delay="2100"/>
                                  </p:stCondLst>
                                  <p:childTnLst>
                                    <p:animMotion origin="layout" path="M 0.0378 -0.010998 L 0.0432 -0.005232 E" pathEditMode="relative" rAng="0" ptsTypes="AA">
                                      <p:cBhvr>
                                        <p:cTn id="2414" dur="3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2415" presetID="6" presetClass="emph" presetSubtype="0" fill="hold" grpId="15" nodeType="withEffect">
                                  <p:stCondLst>
                                    <p:cond delay="2100"/>
                                  </p:stCondLst>
                                  <p:childTnLst>
                                    <p:animScale>
                                      <p:cBhvr>
                                        <p:cTn id="2416" dur="300" fill="hold"/>
                                        <p:tgtEl>
                                          <p:spTgt spid="19"/>
                                        </p:tgtEl>
                                      </p:cBhvr>
                                      <p:by x="98269" y="98269"/>
                                    </p:animScale>
                                  </p:childTnLst>
                                </p:cTn>
                              </p:par>
                              <p:par>
                                <p:cTn id="2417" presetID="0" presetClass="path" presetSubtype="0" fill="hold" grpId="21" nodeType="withEffect">
                                  <p:stCondLst>
                                    <p:cond delay="2100"/>
                                  </p:stCondLst>
                                  <p:childTnLst>
                                    <p:animMotion origin="layout" path="M -0.018923 -0.004902 L -0.037723 9.6e-05 E" pathEditMode="relative" rAng="0" ptsTypes="AA">
                                      <p:cBhvr>
                                        <p:cTn id="2418" dur="3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2419" presetID="6" presetClass="emph" presetSubtype="0" fill="hold" grpId="22" nodeType="withEffect">
                                  <p:stCondLst>
                                    <p:cond delay="2100"/>
                                  </p:stCondLst>
                                  <p:childTnLst>
                                    <p:animScale>
                                      <p:cBhvr>
                                        <p:cTn id="2420" dur="300" fill="hold"/>
                                        <p:tgtEl>
                                          <p:spTgt spid="21"/>
                                        </p:tgtEl>
                                      </p:cBhvr>
                                      <p:by x="98063" y="98063"/>
                                    </p:animScale>
                                  </p:childTnLst>
                                </p:cTn>
                              </p:par>
                              <p:par>
                                <p:cTn id="2421" presetID="8" presetClass="emph" presetSubtype="0" fill="hold" grpId="23" nodeType="withEffect">
                                  <p:stCondLst>
                                    <p:cond delay="2100"/>
                                  </p:stCondLst>
                                  <p:childTnLst>
                                    <p:animRot by="-72540">
                                      <p:cBhvr>
                                        <p:cTn id="2422" dur="3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2423" presetID="0" presetClass="path" presetSubtype="0" fill="hold" grpId="21" nodeType="withEffect">
                                  <p:stCondLst>
                                    <p:cond delay="2100"/>
                                  </p:stCondLst>
                                  <p:childTnLst>
                                    <p:animMotion origin="layout" path="M 0.021045 0.005631 L 0.02084 0.01673 E" pathEditMode="relative" rAng="0" ptsTypes="AA">
                                      <p:cBhvr>
                                        <p:cTn id="2424" dur="3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2425" presetID="6" presetClass="emph" presetSubtype="0" fill="hold" grpId="22" nodeType="withEffect">
                                  <p:stCondLst>
                                    <p:cond delay="2100"/>
                                  </p:stCondLst>
                                  <p:childTnLst>
                                    <p:animScale>
                                      <p:cBhvr>
                                        <p:cTn id="2426" dur="300" fill="hold"/>
                                        <p:tgtEl>
                                          <p:spTgt spid="22"/>
                                        </p:tgtEl>
                                      </p:cBhvr>
                                      <p:by x="100020" y="100020"/>
                                    </p:animScale>
                                  </p:childTnLst>
                                </p:cTn>
                              </p:par>
                              <p:par>
                                <p:cTn id="2427" presetID="8" presetClass="emph" presetSubtype="0" fill="hold" grpId="23" nodeType="withEffect">
                                  <p:stCondLst>
                                    <p:cond delay="2100"/>
                                  </p:stCondLst>
                                  <p:childTnLst>
                                    <p:animRot by="-720">
                                      <p:cBhvr>
                                        <p:cTn id="2428" dur="3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2429" presetID="0" presetClass="path" presetSubtype="0" fill="hold" grpId="16" nodeType="withEffect">
                                  <p:stCondLst>
                                    <p:cond delay="2400"/>
                                  </p:stCondLst>
                                  <p:childTnLst>
                                    <p:animMotion origin="layout" path="M 0.0288 -0.004281 L 0.0324 -0.000901 E" pathEditMode="relative" rAng="0" ptsTypes="AA">
                                      <p:cBhvr>
                                        <p:cTn id="2430" dur="3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2431" presetID="6" presetClass="emph" presetSubtype="0" fill="hold" grpId="17" nodeType="withEffect">
                                  <p:stCondLst>
                                    <p:cond delay="2400"/>
                                  </p:stCondLst>
                                  <p:childTnLst>
                                    <p:animScale>
                                      <p:cBhvr>
                                        <p:cTn id="2432" dur="300" fill="hold"/>
                                        <p:tgtEl>
                                          <p:spTgt spid="18"/>
                                        </p:tgtEl>
                                      </p:cBhvr>
                                      <p:by x="98393" y="98393"/>
                                    </p:animScale>
                                  </p:childTnLst>
                                </p:cTn>
                              </p:par>
                              <p:par>
                                <p:cTn id="2433" presetID="0" presetClass="path" presetSubtype="0" fill="hold" grpId="16" nodeType="withEffect">
                                  <p:stCondLst>
                                    <p:cond delay="2400"/>
                                  </p:stCondLst>
                                  <p:childTnLst>
                                    <p:animMotion origin="layout" path="M 0.0432 -0.005232 L 0.0486 -0.000649 E" pathEditMode="relative" rAng="0" ptsTypes="AA">
                                      <p:cBhvr>
                                        <p:cTn id="2434" dur="3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2435" presetID="6" presetClass="emph" presetSubtype="0" fill="hold" grpId="17" nodeType="withEffect">
                                  <p:stCondLst>
                                    <p:cond delay="2400"/>
                                  </p:stCondLst>
                                  <p:childTnLst>
                                    <p:animScale>
                                      <p:cBhvr>
                                        <p:cTn id="2436" dur="300" fill="hold"/>
                                        <p:tgtEl>
                                          <p:spTgt spid="19"/>
                                        </p:tgtEl>
                                      </p:cBhvr>
                                      <p:by x="98342" y="98342"/>
                                    </p:animScale>
                                  </p:childTnLst>
                                </p:cTn>
                              </p:par>
                              <p:par>
                                <p:cTn id="2437" presetID="0" presetClass="path" presetSubtype="0" fill="hold" grpId="24" nodeType="withEffect">
                                  <p:stCondLst>
                                    <p:cond delay="2400"/>
                                  </p:stCondLst>
                                  <p:childTnLst>
                                    <p:animMotion origin="layout" path="M -0.037723 9.6e-05 L -0.037601 0.009996 E" pathEditMode="relative" rAng="0" ptsTypes="AA">
                                      <p:cBhvr>
                                        <p:cTn id="2438" dur="3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2439" presetID="6" presetClass="emph" presetSubtype="0" fill="hold" grpId="25" nodeType="withEffect">
                                  <p:stCondLst>
                                    <p:cond delay="2400"/>
                                  </p:stCondLst>
                                  <p:childTnLst>
                                    <p:animScale>
                                      <p:cBhvr>
                                        <p:cTn id="2440" dur="300" fill="hold"/>
                                        <p:tgtEl>
                                          <p:spTgt spid="21"/>
                                        </p:tgtEl>
                                      </p:cBhvr>
                                      <p:by x="100010" y="100010"/>
                                    </p:animScale>
                                  </p:childTnLst>
                                </p:cTn>
                              </p:par>
                              <p:par>
                                <p:cTn id="2441" presetID="8" presetClass="emph" presetSubtype="0" fill="hold" grpId="26" nodeType="withEffect">
                                  <p:stCondLst>
                                    <p:cond delay="2400"/>
                                  </p:stCondLst>
                                  <p:childTnLst>
                                    <p:animRot by="480">
                                      <p:cBhvr>
                                        <p:cTn id="2442" dur="3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2443" presetID="0" presetClass="path" presetSubtype="0" fill="hold" grpId="24" nodeType="withEffect">
                                  <p:stCondLst>
                                    <p:cond delay="2400"/>
                                  </p:stCondLst>
                                  <p:childTnLst>
                                    <p:animMotion origin="layout" path="M 0.02084 0.01673 L -0.000411 0.022199 E" pathEditMode="relative" rAng="0" ptsTypes="AA">
                                      <p:cBhvr>
                                        <p:cTn id="2444" dur="3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2445" presetID="6" presetClass="emph" presetSubtype="0" fill="hold" grpId="25" nodeType="withEffect">
                                  <p:stCondLst>
                                    <p:cond delay="2400"/>
                                  </p:stCondLst>
                                  <p:childTnLst>
                                    <p:animScale>
                                      <p:cBhvr>
                                        <p:cTn id="2446" dur="300" fill="hold"/>
                                        <p:tgtEl>
                                          <p:spTgt spid="22"/>
                                        </p:tgtEl>
                                      </p:cBhvr>
                                      <p:by x="101957" y="101957"/>
                                    </p:animScale>
                                  </p:childTnLst>
                                </p:cTn>
                              </p:par>
                              <p:par>
                                <p:cTn id="2447" presetID="8" presetClass="emph" presetSubtype="0" fill="hold" grpId="26" nodeType="withEffect">
                                  <p:stCondLst>
                                    <p:cond delay="2400"/>
                                  </p:stCondLst>
                                  <p:childTnLst>
                                    <p:animRot by="-73140">
                                      <p:cBhvr>
                                        <p:cTn id="2448" dur="3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2449" presetID="0" presetClass="path" presetSubtype="0" fill="hold" grpId="18" nodeType="withEffect">
                                  <p:stCondLst>
                                    <p:cond delay="2700"/>
                                  </p:stCondLst>
                                  <p:childTnLst>
                                    <p:animMotion origin="layout" path="M 0.0324 -0.000901 L 0.036 0.00288 E" pathEditMode="relative" rAng="0" ptsTypes="AA">
                                      <p:cBhvr>
                                        <p:cTn id="2450" dur="3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2451" presetID="6" presetClass="emph" presetSubtype="0" fill="hold" grpId="19" nodeType="withEffect">
                                  <p:stCondLst>
                                    <p:cond delay="2700"/>
                                  </p:stCondLst>
                                  <p:childTnLst>
                                    <p:animScale>
                                      <p:cBhvr>
                                        <p:cTn id="2452" dur="300" fill="hold"/>
                                        <p:tgtEl>
                                          <p:spTgt spid="18"/>
                                        </p:tgtEl>
                                      </p:cBhvr>
                                      <p:by x="98327" y="98327"/>
                                    </p:animScale>
                                  </p:childTnLst>
                                </p:cTn>
                              </p:par>
                              <p:par>
                                <p:cTn id="2453" presetID="0" presetClass="path" presetSubtype="0" fill="hold" grpId="18" nodeType="withEffect">
                                  <p:stCondLst>
                                    <p:cond delay="2700"/>
                                  </p:stCondLst>
                                  <p:childTnLst>
                                    <p:animMotion origin="layout" path="M 0.0486 -0.000649 L 0.054 0.000708 E" pathEditMode="relative" rAng="0" ptsTypes="AA">
                                      <p:cBhvr>
                                        <p:cTn id="2454" dur="3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2455" presetID="6" presetClass="emph" presetSubtype="0" fill="hold" grpId="19" nodeType="withEffect">
                                  <p:stCondLst>
                                    <p:cond delay="2700"/>
                                  </p:stCondLst>
                                  <p:childTnLst>
                                    <p:animScale>
                                      <p:cBhvr>
                                        <p:cTn id="2456" dur="300" fill="hold"/>
                                        <p:tgtEl>
                                          <p:spTgt spid="19"/>
                                        </p:tgtEl>
                                      </p:cBhvr>
                                      <p:by x="98599" y="98599"/>
                                    </p:animScale>
                                  </p:childTnLst>
                                </p:cTn>
                              </p:par>
                              <p:par>
                                <p:cTn id="2457" presetID="0" presetClass="path" presetSubtype="0" fill="hold" grpId="27" nodeType="withEffect">
                                  <p:stCondLst>
                                    <p:cond delay="2700"/>
                                  </p:stCondLst>
                                  <p:childTnLst>
                                    <p:animMotion origin="layout" path="M -0.037601 0.009996 L -0.018679 0.014898 E" pathEditMode="relative" rAng="0" ptsTypes="AA">
                                      <p:cBhvr>
                                        <p:cTn id="2458" dur="3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2459" presetID="6" presetClass="emph" presetSubtype="0" fill="hold" grpId="28" nodeType="withEffect">
                                  <p:stCondLst>
                                    <p:cond delay="2700"/>
                                  </p:stCondLst>
                                  <p:childTnLst>
                                    <p:animScale>
                                      <p:cBhvr>
                                        <p:cTn id="2460" dur="300" fill="hold"/>
                                        <p:tgtEl>
                                          <p:spTgt spid="21"/>
                                        </p:tgtEl>
                                      </p:cBhvr>
                                      <p:by x="101985" y="101985"/>
                                    </p:animScale>
                                  </p:childTnLst>
                                </p:cTn>
                              </p:par>
                              <p:par>
                                <p:cTn id="2461" presetID="8" presetClass="emph" presetSubtype="0" fill="hold" grpId="29" nodeType="withEffect">
                                  <p:stCondLst>
                                    <p:cond delay="2700"/>
                                  </p:stCondLst>
                                  <p:childTnLst>
                                    <p:animRot by="72960">
                                      <p:cBhvr>
                                        <p:cTn id="2462" dur="3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2463" presetID="0" presetClass="path" presetSubtype="0" fill="hold" grpId="27" nodeType="withEffect">
                                  <p:stCondLst>
                                    <p:cond delay="2700"/>
                                  </p:stCondLst>
                                  <p:childTnLst>
                                    <p:animMotion origin="layout" path="M -0.000411 0.022199 L -0.021456 0.016569 E" pathEditMode="relative" rAng="0" ptsTypes="AA">
                                      <p:cBhvr>
                                        <p:cTn id="2464" dur="3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2465" presetID="6" presetClass="emph" presetSubtype="0" fill="hold" grpId="28" nodeType="withEffect">
                                  <p:stCondLst>
                                    <p:cond delay="2700"/>
                                  </p:stCondLst>
                                  <p:childTnLst>
                                    <p:animScale>
                                      <p:cBhvr>
                                        <p:cTn id="2466" dur="300" fill="hold"/>
                                        <p:tgtEl>
                                          <p:spTgt spid="22"/>
                                        </p:tgtEl>
                                      </p:cBhvr>
                                      <p:by x="101889" y="101889"/>
                                    </p:animScale>
                                  </p:childTnLst>
                                </p:cTn>
                              </p:par>
                              <p:par>
                                <p:cTn id="2467" presetID="8" presetClass="emph" presetSubtype="0" fill="hold" grpId="29" nodeType="withEffect">
                                  <p:stCondLst>
                                    <p:cond delay="2700"/>
                                  </p:stCondLst>
                                  <p:childTnLst>
                                    <p:animRot by="-72360">
                                      <p:cBhvr>
                                        <p:cTn id="2468" dur="3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2469" presetID="0" presetClass="path" presetSubtype="0" fill="hold" grpId="20" nodeType="withEffect">
                                  <p:stCondLst>
                                    <p:cond delay="3000"/>
                                  </p:stCondLst>
                                  <p:childTnLst>
                                    <p:animMotion origin="layout" path="M 0.036 0.00288 L 0.0396 0.005377 E" pathEditMode="relative" rAng="0" ptsTypes="AA">
                                      <p:cBhvr>
                                        <p:cTn id="2470" dur="3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2471" presetID="6" presetClass="emph" presetSubtype="0" fill="hold" grpId="21" nodeType="withEffect">
                                  <p:stCondLst>
                                    <p:cond delay="3000"/>
                                  </p:stCondLst>
                                  <p:childTnLst>
                                    <p:animScale>
                                      <p:cBhvr>
                                        <p:cTn id="2472" dur="300" fill="hold"/>
                                        <p:tgtEl>
                                          <p:spTgt spid="18"/>
                                        </p:tgtEl>
                                      </p:cBhvr>
                                      <p:by x="98440" y="98440"/>
                                    </p:animScale>
                                  </p:childTnLst>
                                </p:cTn>
                              </p:par>
                              <p:par>
                                <p:cTn id="2473" presetID="0" presetClass="path" presetSubtype="0" fill="hold" grpId="20" nodeType="withEffect">
                                  <p:stCondLst>
                                    <p:cond delay="3000"/>
                                  </p:stCondLst>
                                  <p:childTnLst>
                                    <p:animMotion origin="layout" path="M 0.054 0.000708 L 0.0594 -0.001765 E" pathEditMode="relative" rAng="0" ptsTypes="AA">
                                      <p:cBhvr>
                                        <p:cTn id="2474" dur="3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2475" presetID="6" presetClass="emph" presetSubtype="0" fill="hold" grpId="21" nodeType="withEffect">
                                  <p:stCondLst>
                                    <p:cond delay="3000"/>
                                  </p:stCondLst>
                                  <p:childTnLst>
                                    <p:animScale>
                                      <p:cBhvr>
                                        <p:cTn id="2476" dur="300" fill="hold"/>
                                        <p:tgtEl>
                                          <p:spTgt spid="19"/>
                                        </p:tgtEl>
                                      </p:cBhvr>
                                      <p:by x="99027" y="99027"/>
                                    </p:animScale>
                                  </p:childTnLst>
                                </p:cTn>
                              </p:par>
                              <p:par>
                                <p:cTn id="2477" presetID="0" presetClass="path" presetSubtype="0" fill="hold" grpId="30" nodeType="withEffect">
                                  <p:stCondLst>
                                    <p:cond delay="3000"/>
                                  </p:stCondLst>
                                  <p:childTnLst>
                                    <p:animMotion origin="layout" path="M -0.018679 0.014898 L 0.000122 0.0099 E" pathEditMode="relative" rAng="0" ptsTypes="AA">
                                      <p:cBhvr>
                                        <p:cTn id="2478" dur="3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2479" presetID="6" presetClass="emph" presetSubtype="0" fill="hold" grpId="31" nodeType="withEffect">
                                  <p:stCondLst>
                                    <p:cond delay="3000"/>
                                  </p:stCondLst>
                                  <p:childTnLst>
                                    <p:animScale>
                                      <p:cBhvr>
                                        <p:cTn id="2480" dur="300" fill="hold"/>
                                        <p:tgtEl>
                                          <p:spTgt spid="21"/>
                                        </p:tgtEl>
                                      </p:cBhvr>
                                      <p:by x="101937" y="101937"/>
                                    </p:animScale>
                                  </p:childTnLst>
                                </p:cTn>
                              </p:par>
                              <p:par>
                                <p:cTn id="2481" presetID="8" presetClass="emph" presetSubtype="0" fill="hold" grpId="32" nodeType="withEffect">
                                  <p:stCondLst>
                                    <p:cond delay="3000"/>
                                  </p:stCondLst>
                                  <p:childTnLst>
                                    <p:animRot by="72540">
                                      <p:cBhvr>
                                        <p:cTn id="2482" dur="3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2483" presetID="0" presetClass="path" presetSubtype="0" fill="hold" grpId="30" nodeType="withEffect">
                                  <p:stCondLst>
                                    <p:cond delay="3000"/>
                                  </p:stCondLst>
                                  <p:childTnLst>
                                    <p:animMotion origin="layout" path="M -0.021456 0.016569 L -0.02125 0.005469 E" pathEditMode="relative" rAng="0" ptsTypes="AA">
                                      <p:cBhvr>
                                        <p:cTn id="2484" dur="3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2485" presetID="6" presetClass="emph" presetSubtype="0" fill="hold" grpId="31" nodeType="withEffect">
                                  <p:stCondLst>
                                    <p:cond delay="3000"/>
                                  </p:stCondLst>
                                  <p:childTnLst>
                                    <p:animScale>
                                      <p:cBhvr>
                                        <p:cTn id="2486" dur="300" fill="hold"/>
                                        <p:tgtEl>
                                          <p:spTgt spid="22"/>
                                        </p:tgtEl>
                                      </p:cBhvr>
                                      <p:by x="99980" y="99980"/>
                                    </p:animScale>
                                  </p:childTnLst>
                                </p:cTn>
                              </p:par>
                              <p:par>
                                <p:cTn id="2487" presetID="8" presetClass="emph" presetSubtype="0" fill="hold" grpId="32" nodeType="withEffect">
                                  <p:stCondLst>
                                    <p:cond delay="3000"/>
                                  </p:stCondLst>
                                  <p:childTnLst>
                                    <p:animRot by="720">
                                      <p:cBhvr>
                                        <p:cTn id="2488" dur="3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2489" presetID="0" presetClass="path" presetSubtype="0" fill="hold" grpId="22" nodeType="withEffect">
                                  <p:stCondLst>
                                    <p:cond delay="3300"/>
                                  </p:stCondLst>
                                  <p:childTnLst>
                                    <p:animMotion origin="layout" path="M 0.0396 0.005377 L 0.0432 0.005478 E" pathEditMode="relative" rAng="0" ptsTypes="AA">
                                      <p:cBhvr>
                                        <p:cTn id="2490" dur="3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2491" presetID="6" presetClass="emph" presetSubtype="0" fill="hold" grpId="23" nodeType="withEffect">
                                  <p:stCondLst>
                                    <p:cond delay="3300"/>
                                  </p:stCondLst>
                                  <p:childTnLst>
                                    <p:animScale>
                                      <p:cBhvr>
                                        <p:cTn id="2492" dur="300" fill="hold"/>
                                        <p:tgtEl>
                                          <p:spTgt spid="18"/>
                                        </p:tgtEl>
                                      </p:cBhvr>
                                      <p:by x="98744" y="98744"/>
                                    </p:animScale>
                                  </p:childTnLst>
                                </p:cTn>
                              </p:par>
                              <p:par>
                                <p:cTn id="2493" presetID="0" presetClass="path" presetSubtype="0" fill="hold" grpId="22" nodeType="withEffect">
                                  <p:stCondLst>
                                    <p:cond delay="3300"/>
                                  </p:stCondLst>
                                  <p:childTnLst>
                                    <p:animMotion origin="layout" path="M 0.0594 -0.001765 L 0.0648 -0.006967 E" pathEditMode="relative" rAng="0" ptsTypes="AA">
                                      <p:cBhvr>
                                        <p:cTn id="2494" dur="3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2495" presetID="6" presetClass="emph" presetSubtype="0" fill="hold" grpId="23" nodeType="withEffect">
                                  <p:stCondLst>
                                    <p:cond delay="3300"/>
                                  </p:stCondLst>
                                  <p:childTnLst>
                                    <p:animScale>
                                      <p:cBhvr>
                                        <p:cTn id="2496" dur="300" fill="hold"/>
                                        <p:tgtEl>
                                          <p:spTgt spid="19"/>
                                        </p:tgtEl>
                                      </p:cBhvr>
                                      <p:by x="99601" y="99601"/>
                                    </p:animScale>
                                  </p:childTnLst>
                                </p:cTn>
                              </p:par>
                              <p:par>
                                <p:cTn id="2497" presetID="0" presetClass="path" presetSubtype="0" fill="hold" grpId="33" nodeType="withEffect">
                                  <p:stCondLst>
                                    <p:cond delay="3300"/>
                                  </p:stCondLst>
                                  <p:childTnLst>
                                    <p:animMotion origin="layout" path="M 0.000122 0.0099 L 0 0 E" pathEditMode="relative" rAng="0" ptsTypes="AA">
                                      <p:cBhvr>
                                        <p:cTn id="2498" dur="3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2499" presetID="6" presetClass="emph" presetSubtype="0" fill="hold" grpId="34" nodeType="withEffect">
                                  <p:stCondLst>
                                    <p:cond delay="3300"/>
                                  </p:stCondLst>
                                  <p:childTnLst>
                                    <p:animScale>
                                      <p:cBhvr>
                                        <p:cTn id="2500" dur="300" fill="hold"/>
                                        <p:tgtEl>
                                          <p:spTgt spid="21"/>
                                        </p:tgtEl>
                                      </p:cBhvr>
                                      <p:by x="99990" y="99990"/>
                                    </p:animScale>
                                  </p:childTnLst>
                                </p:cTn>
                              </p:par>
                              <p:par>
                                <p:cTn id="2501" presetID="8" presetClass="emph" presetSubtype="0" fill="hold" grpId="35" nodeType="withEffect">
                                  <p:stCondLst>
                                    <p:cond delay="3300"/>
                                  </p:stCondLst>
                                  <p:childTnLst>
                                    <p:animRot by="-480">
                                      <p:cBhvr>
                                        <p:cTn id="2502" dur="3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2503" presetID="0" presetClass="path" presetSubtype="0" fill="hold" grpId="33" nodeType="withEffect">
                                  <p:stCondLst>
                                    <p:cond delay="3300"/>
                                  </p:stCondLst>
                                  <p:childTnLst>
                                    <p:animMotion origin="layout" path="M -0.02125 0.005469 L -0 0 E" pathEditMode="relative" rAng="0" ptsTypes="AA">
                                      <p:cBhvr>
                                        <p:cTn id="2504" dur="3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2505" presetID="6" presetClass="emph" presetSubtype="0" fill="hold" grpId="34" nodeType="withEffect">
                                  <p:stCondLst>
                                    <p:cond delay="3300"/>
                                  </p:stCondLst>
                                  <p:childTnLst>
                                    <p:animScale>
                                      <p:cBhvr>
                                        <p:cTn id="2506" dur="300" fill="hold"/>
                                        <p:tgtEl>
                                          <p:spTgt spid="22"/>
                                        </p:tgtEl>
                                      </p:cBhvr>
                                      <p:by x="98126" y="98126"/>
                                    </p:animScale>
                                  </p:childTnLst>
                                </p:cTn>
                              </p:par>
                              <p:par>
                                <p:cTn id="2507" presetID="8" presetClass="emph" presetSubtype="0" fill="hold" grpId="35" nodeType="withEffect">
                                  <p:stCondLst>
                                    <p:cond delay="3300"/>
                                  </p:stCondLst>
                                  <p:childTnLst>
                                    <p:animRot by="73080">
                                      <p:cBhvr>
                                        <p:cTn id="2508" dur="3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2509" dur="indefinite" restart="whenNotActive" fill="hold" evtFilter="cancelBubble" nodeType="interactiveSeq">
                <p:childTnLst>
                  <p:par>
                    <p:cTn id="2510" fill="hold">
                      <p:stCondLst>
                        <p:cond delay="indefinite"/>
                        <p:cond evt="onBegin" delay="0">
                          <p:tn val="2509"/>
                        </p:cond>
                      </p:stCondLst>
                      <p:childTnLst>
                        <p:par>
                          <p:cTn id="2511" fill="hold">
                            <p:stCondLst>
                              <p:cond delay="0"/>
                            </p:stCondLst>
                            <p:childTnLst>
                              <p:par>
                                <p:cTn id="2512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14" dur="38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15" dur="38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516" dur="38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4"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  <p:bldP spid="8" grpId="0" animBg="1"/>
      <p:bldP spid="10" grpId="0" animBg="1"/>
      <p:bldP spid="10" grpId="1" animBg="1"/>
      <p:bldP spid="10" grpId="2" animBg="1"/>
      <p:bldP spid="11" grpId="0" animBg="1"/>
      <p:bldP spid="11" grpId="1" animBg="1"/>
      <p:bldP spid="11" grpId="2" animBg="1"/>
      <p:bldP spid="12" grpId="0" animBg="1"/>
      <p:bldP spid="12" grpId="1" animBg="1"/>
      <p:bldP spid="13" grpId="0" animBg="1"/>
      <p:bldP spid="13" grpId="1" animBg="1"/>
      <p:bldP spid="14" grpId="0" animBg="1"/>
      <p:bldP spid="14" grpId="1" animBg="1"/>
      <p:bldP spid="15" grpId="0" animBg="1"/>
      <p:bldP spid="15" grpId="1" animBg="1"/>
      <p:bldP spid="16" grpId="0" animBg="1"/>
      <p:bldP spid="16" grpId="1" animBg="1"/>
      <p:bldP spid="17" grpId="0" animBg="1"/>
      <p:bldP spid="17" grpId="1" animBg="1"/>
      <p:bldP spid="18" grpId="0" animBg="1"/>
      <p:bldP spid="18" grpId="1" animBg="1"/>
      <p:bldP spid="18" grpId="2" animBg="1"/>
      <p:bldP spid="18" grpId="3" animBg="1"/>
      <p:bldP spid="18" grpId="4" animBg="1"/>
      <p:bldP spid="18" grpId="5" animBg="1"/>
      <p:bldP spid="18" grpId="6" animBg="1"/>
      <p:bldP spid="18" grpId="7" animBg="1"/>
      <p:bldP spid="18" grpId="8" animBg="1"/>
      <p:bldP spid="18" grpId="9" animBg="1"/>
      <p:bldP spid="18" grpId="10" animBg="1"/>
      <p:bldP spid="18" grpId="11" animBg="1"/>
      <p:bldP spid="18" grpId="12" animBg="1"/>
      <p:bldP spid="18" grpId="13" animBg="1"/>
      <p:bldP spid="18" grpId="14" animBg="1"/>
      <p:bldP spid="18" grpId="15" animBg="1"/>
      <p:bldP spid="18" grpId="16" animBg="1"/>
      <p:bldP spid="18" grpId="17" animBg="1"/>
      <p:bldP spid="18" grpId="18" animBg="1"/>
      <p:bldP spid="18" grpId="19" animBg="1"/>
      <p:bldP spid="18" grpId="20" animBg="1"/>
      <p:bldP spid="18" grpId="21" animBg="1"/>
      <p:bldP spid="18" grpId="22" animBg="1"/>
      <p:bldP spid="18" grpId="23" animBg="1"/>
      <p:bldP spid="19" grpId="0" animBg="1"/>
      <p:bldP spid="19" grpId="1" animBg="1"/>
      <p:bldP spid="19" grpId="2" animBg="1"/>
      <p:bldP spid="19" grpId="3" animBg="1"/>
      <p:bldP spid="19" grpId="4" animBg="1"/>
      <p:bldP spid="19" grpId="5" animBg="1"/>
      <p:bldP spid="19" grpId="6" animBg="1"/>
      <p:bldP spid="19" grpId="7" animBg="1"/>
      <p:bldP spid="19" grpId="8" animBg="1"/>
      <p:bldP spid="19" grpId="9" animBg="1"/>
      <p:bldP spid="19" grpId="10" animBg="1"/>
      <p:bldP spid="19" grpId="11" animBg="1"/>
      <p:bldP spid="19" grpId="12" animBg="1"/>
      <p:bldP spid="19" grpId="13" animBg="1"/>
      <p:bldP spid="19" grpId="14" animBg="1"/>
      <p:bldP spid="19" grpId="15" animBg="1"/>
      <p:bldP spid="19" grpId="16" animBg="1"/>
      <p:bldP spid="19" grpId="17" animBg="1"/>
      <p:bldP spid="19" grpId="18" animBg="1"/>
      <p:bldP spid="19" grpId="19" animBg="1"/>
      <p:bldP spid="19" grpId="20" animBg="1"/>
      <p:bldP spid="19" grpId="21" animBg="1"/>
      <p:bldP spid="19" grpId="22" animBg="1"/>
      <p:bldP spid="19" grpId="23" animBg="1"/>
      <p:bldP spid="21" grpId="0" animBg="1"/>
      <p:bldP spid="21" grpId="1" animBg="1"/>
      <p:bldP spid="21" grpId="2" animBg="1"/>
      <p:bldP spid="21" grpId="3" animBg="1"/>
      <p:bldP spid="21" grpId="4" animBg="1"/>
      <p:bldP spid="21" grpId="5" animBg="1"/>
      <p:bldP spid="21" grpId="6" animBg="1"/>
      <p:bldP spid="21" grpId="7" animBg="1"/>
      <p:bldP spid="21" grpId="8" animBg="1"/>
      <p:bldP spid="21" grpId="9" animBg="1"/>
      <p:bldP spid="21" grpId="10" animBg="1"/>
      <p:bldP spid="21" grpId="11" animBg="1"/>
      <p:bldP spid="21" grpId="12" animBg="1"/>
      <p:bldP spid="21" grpId="13" animBg="1"/>
      <p:bldP spid="21" grpId="14" animBg="1"/>
      <p:bldP spid="21" grpId="15" animBg="1"/>
      <p:bldP spid="21" grpId="16" animBg="1"/>
      <p:bldP spid="21" grpId="17" animBg="1"/>
      <p:bldP spid="21" grpId="18" animBg="1"/>
      <p:bldP spid="21" grpId="19" animBg="1"/>
      <p:bldP spid="21" grpId="20" animBg="1"/>
      <p:bldP spid="21" grpId="21" animBg="1"/>
      <p:bldP spid="21" grpId="22" animBg="1"/>
      <p:bldP spid="21" grpId="23" animBg="1"/>
      <p:bldP spid="21" grpId="24" animBg="1"/>
      <p:bldP spid="21" grpId="25" animBg="1"/>
      <p:bldP spid="21" grpId="26" animBg="1"/>
      <p:bldP spid="21" grpId="27" animBg="1"/>
      <p:bldP spid="21" grpId="28" animBg="1"/>
      <p:bldP spid="21" grpId="29" animBg="1"/>
      <p:bldP spid="21" grpId="30" animBg="1"/>
      <p:bldP spid="21" grpId="31" animBg="1"/>
      <p:bldP spid="21" grpId="32" animBg="1"/>
      <p:bldP spid="21" grpId="33" animBg="1"/>
      <p:bldP spid="21" grpId="34" animBg="1"/>
      <p:bldP spid="21" grpId="35" animBg="1"/>
      <p:bldP spid="22" grpId="0" animBg="1"/>
      <p:bldP spid="22" grpId="1" animBg="1"/>
      <p:bldP spid="22" grpId="2" animBg="1"/>
      <p:bldP spid="22" grpId="3" animBg="1"/>
      <p:bldP spid="22" grpId="4" animBg="1"/>
      <p:bldP spid="22" grpId="5" animBg="1"/>
      <p:bldP spid="22" grpId="6" animBg="1"/>
      <p:bldP spid="22" grpId="7" animBg="1"/>
      <p:bldP spid="22" grpId="8" animBg="1"/>
      <p:bldP spid="22" grpId="9" animBg="1"/>
      <p:bldP spid="22" grpId="10" animBg="1"/>
      <p:bldP spid="22" grpId="11" animBg="1"/>
      <p:bldP spid="22" grpId="12" animBg="1"/>
      <p:bldP spid="22" grpId="13" animBg="1"/>
      <p:bldP spid="22" grpId="14" animBg="1"/>
      <p:bldP spid="22" grpId="15" animBg="1"/>
      <p:bldP spid="22" grpId="16" animBg="1"/>
      <p:bldP spid="22" grpId="17" animBg="1"/>
      <p:bldP spid="22" grpId="18" animBg="1"/>
      <p:bldP spid="22" grpId="19" animBg="1"/>
      <p:bldP spid="22" grpId="20" animBg="1"/>
      <p:bldP spid="22" grpId="21" animBg="1"/>
      <p:bldP spid="22" grpId="22" animBg="1"/>
      <p:bldP spid="22" grpId="23" animBg="1"/>
      <p:bldP spid="22" grpId="24" animBg="1"/>
      <p:bldP spid="22" grpId="25" animBg="1"/>
      <p:bldP spid="22" grpId="26" animBg="1"/>
      <p:bldP spid="22" grpId="27" animBg="1"/>
      <p:bldP spid="22" grpId="28" animBg="1"/>
      <p:bldP spid="22" grpId="29" animBg="1"/>
      <p:bldP spid="22" grpId="30" animBg="1"/>
      <p:bldP spid="22" grpId="31" animBg="1"/>
      <p:bldP spid="22" grpId="32" animBg="1"/>
      <p:bldP spid="22" grpId="33" animBg="1"/>
      <p:bldP spid="22" grpId="34" animBg="1"/>
      <p:bldP spid="22" grpId="35" animBg="1"/>
      <p:bldP spid="23" grpId="0" animBg="1"/>
      <p:bldP spid="23" grpId="1" animBg="1"/>
      <p:bldP spid="23" grpId="2" animBg="1"/>
      <p:bldP spid="23" grpId="3" animBg="1"/>
      <p:bldP spid="23" grpId="4" animBg="1"/>
      <p:bldP spid="23" grpId="5" animBg="1"/>
      <p:bldP spid="23" grpId="6" animBg="1"/>
      <p:bldP spid="23" grpId="7" animBg="1"/>
      <p:bldP spid="23" grpId="8" animBg="1"/>
      <p:bldP spid="23" grpId="9" animBg="1"/>
      <p:bldP spid="23" grpId="10" animBg="1"/>
      <p:bldP spid="23" grpId="11" animBg="1"/>
      <p:bldP spid="23" grpId="12" animBg="1"/>
      <p:bldP spid="23" grpId="13" animBg="1"/>
      <p:bldP spid="23" grpId="14" animBg="1"/>
      <p:bldP spid="23" grpId="15" animBg="1"/>
      <p:bldP spid="23" grpId="16" animBg="1"/>
      <p:bldP spid="23" grpId="17" animBg="1"/>
      <p:bldP spid="23" grpId="18" animBg="1"/>
      <p:bldP spid="23" grpId="19" animBg="1"/>
      <p:bldP spid="23" grpId="20" animBg="1"/>
      <p:bldP spid="23" grpId="21" animBg="1"/>
      <p:bldP spid="23" grpId="22" animBg="1"/>
      <p:bldP spid="23" grpId="23" animBg="1"/>
      <p:bldP spid="23" grpId="24" animBg="1"/>
      <p:bldP spid="23" grpId="25" animBg="1"/>
      <p:bldP spid="23" grpId="26" animBg="1"/>
      <p:bldP spid="23" grpId="27" animBg="1"/>
      <p:bldP spid="23" grpId="28" animBg="1"/>
      <p:bldP spid="23" grpId="29" animBg="1"/>
      <p:bldP spid="23" grpId="30" animBg="1"/>
      <p:bldP spid="23" grpId="31" animBg="1"/>
      <p:bldP spid="23" grpId="32" animBg="1"/>
      <p:bldP spid="23" grpId="33" animBg="1"/>
      <p:bldP spid="23" grpId="34" animBg="1"/>
      <p:bldP spid="23" grpId="35" animBg="1"/>
      <p:bldP spid="23" grpId="36" animBg="1"/>
      <p:bldP spid="23" grpId="37" animBg="1"/>
      <p:bldP spid="23" grpId="38" animBg="1"/>
      <p:bldP spid="23" grpId="39" animBg="1"/>
      <p:bldP spid="23" grpId="40" animBg="1"/>
      <p:bldP spid="23" grpId="41" animBg="1"/>
      <p:bldP spid="23" grpId="42" animBg="1"/>
      <p:bldP spid="23" grpId="43" animBg="1"/>
      <p:bldP spid="23" grpId="44" animBg="1"/>
      <p:bldP spid="23" grpId="45" animBg="1"/>
      <p:bldP spid="23" grpId="46" animBg="1"/>
      <p:bldP spid="23" grpId="47" animBg="1"/>
      <p:bldP spid="23" grpId="48" animBg="1"/>
      <p:bldP spid="23" grpId="49" animBg="1"/>
      <p:bldP spid="23" grpId="50" animBg="1"/>
      <p:bldP spid="23" grpId="51" animBg="1"/>
      <p:bldP spid="23" grpId="52" animBg="1"/>
      <p:bldP spid="23" grpId="53" animBg="1"/>
      <p:bldP spid="24" grpId="0" animBg="1"/>
      <p:bldP spid="24" grpId="1" animBg="1"/>
      <p:bldP spid="24" grpId="2" animBg="1"/>
      <p:bldP spid="24" grpId="3" animBg="1"/>
      <p:bldP spid="24" grpId="4" animBg="1"/>
      <p:bldP spid="24" grpId="5" animBg="1"/>
      <p:bldP spid="24" grpId="6" animBg="1"/>
      <p:bldP spid="24" grpId="7" animBg="1"/>
      <p:bldP spid="24" grpId="8" animBg="1"/>
      <p:bldP spid="24" grpId="9" animBg="1"/>
      <p:bldP spid="24" grpId="10" animBg="1"/>
      <p:bldP spid="24" grpId="11" animBg="1"/>
      <p:bldP spid="24" grpId="12" animBg="1"/>
      <p:bldP spid="24" grpId="13" animBg="1"/>
      <p:bldP spid="24" grpId="14" animBg="1"/>
      <p:bldP spid="24" grpId="15" animBg="1"/>
      <p:bldP spid="24" grpId="16" animBg="1"/>
      <p:bldP spid="24" grpId="17" animBg="1"/>
      <p:bldP spid="24" grpId="18" animBg="1"/>
      <p:bldP spid="24" grpId="19" animBg="1"/>
      <p:bldP spid="24" grpId="20" animBg="1"/>
      <p:bldP spid="24" grpId="21" animBg="1"/>
      <p:bldP spid="24" grpId="22" animBg="1"/>
      <p:bldP spid="24" grpId="23" animBg="1"/>
      <p:bldP spid="24" grpId="24" animBg="1"/>
      <p:bldP spid="24" grpId="25" animBg="1"/>
      <p:bldP spid="24" grpId="26" animBg="1"/>
      <p:bldP spid="24" grpId="27" animBg="1"/>
      <p:bldP spid="24" grpId="28" animBg="1"/>
      <p:bldP spid="24" grpId="29" animBg="1"/>
      <p:bldP spid="24" grpId="30" animBg="1"/>
      <p:bldP spid="24" grpId="31" animBg="1"/>
      <p:bldP spid="24" grpId="32" animBg="1"/>
      <p:bldP spid="24" grpId="33" animBg="1"/>
      <p:bldP spid="24" grpId="34" animBg="1"/>
      <p:bldP spid="24" grpId="35" animBg="1"/>
      <p:bldP spid="24" grpId="36" animBg="1"/>
      <p:bldP spid="24" grpId="37" animBg="1"/>
      <p:bldP spid="24" grpId="38" animBg="1"/>
      <p:bldP spid="24" grpId="39" animBg="1"/>
      <p:bldP spid="24" grpId="40" animBg="1"/>
      <p:bldP spid="24" grpId="41" animBg="1"/>
      <p:bldP spid="24" grpId="42" animBg="1"/>
      <p:bldP spid="24" grpId="43" animBg="1"/>
      <p:bldP spid="24" grpId="44" animBg="1"/>
      <p:bldP spid="24" grpId="45" animBg="1"/>
      <p:bldP spid="24" grpId="46" animBg="1"/>
      <p:bldP spid="24" grpId="47" animBg="1"/>
      <p:bldP spid="24" grpId="48" animBg="1"/>
      <p:bldP spid="25" grpId="0" animBg="1"/>
      <p:bldP spid="25" grpId="1" animBg="1"/>
      <p:bldP spid="25" grpId="2" animBg="1"/>
      <p:bldP spid="25" grpId="3" animBg="1"/>
      <p:bldP spid="25" grpId="4" animBg="1"/>
      <p:bldP spid="25" grpId="5" animBg="1"/>
      <p:bldP spid="25" grpId="6" animBg="1"/>
      <p:bldP spid="25" grpId="7" animBg="1"/>
      <p:bldP spid="25" grpId="8" animBg="1"/>
      <p:bldP spid="25" grpId="9" animBg="1"/>
      <p:bldP spid="25" grpId="10" animBg="1"/>
      <p:bldP spid="25" grpId="11" animBg="1"/>
      <p:bldP spid="25" grpId="12" animBg="1"/>
      <p:bldP spid="25" grpId="13" animBg="1"/>
      <p:bldP spid="25" grpId="14" animBg="1"/>
      <p:bldP spid="25" grpId="15" animBg="1"/>
      <p:bldP spid="25" grpId="16" animBg="1"/>
      <p:bldP spid="25" grpId="17" animBg="1"/>
      <p:bldP spid="25" grpId="18" animBg="1"/>
      <p:bldP spid="25" grpId="19" animBg="1"/>
      <p:bldP spid="25" grpId="20" animBg="1"/>
      <p:bldP spid="25" grpId="21" animBg="1"/>
      <p:bldP spid="25" grpId="22" animBg="1"/>
      <p:bldP spid="25" grpId="23" animBg="1"/>
      <p:bldP spid="25" grpId="24" animBg="1"/>
      <p:bldP spid="25" grpId="25" animBg="1"/>
      <p:bldP spid="25" grpId="26" animBg="1"/>
      <p:bldP spid="25" grpId="27" animBg="1"/>
      <p:bldP spid="25" grpId="28" animBg="1"/>
      <p:bldP spid="25" grpId="29" animBg="1"/>
      <p:bldP spid="25" grpId="30" animBg="1"/>
      <p:bldP spid="25" grpId="31" animBg="1"/>
      <p:bldP spid="25" grpId="32" animBg="1"/>
      <p:bldP spid="25" grpId="33" animBg="1"/>
      <p:bldP spid="25" grpId="34" animBg="1"/>
      <p:bldP spid="25" grpId="35" animBg="1"/>
      <p:bldP spid="25" grpId="36" animBg="1"/>
      <p:bldP spid="25" grpId="37" animBg="1"/>
      <p:bldP spid="25" grpId="38" animBg="1"/>
      <p:bldP spid="25" grpId="39" animBg="1"/>
      <p:bldP spid="25" grpId="40" animBg="1"/>
      <p:bldP spid="25" grpId="41" animBg="1"/>
      <p:bldP spid="25" grpId="42" animBg="1"/>
      <p:bldP spid="25" grpId="43" animBg="1"/>
      <p:bldP spid="25" grpId="44" animBg="1"/>
      <p:bldP spid="25" grpId="45" animBg="1"/>
      <p:bldP spid="25" grpId="46" animBg="1"/>
      <p:bldP spid="25" grpId="47" animBg="1"/>
      <p:bldP spid="25" grpId="48" animBg="1"/>
      <p:bldP spid="25" grpId="49" animBg="1"/>
      <p:bldP spid="25" grpId="50" animBg="1"/>
      <p:bldP spid="26" grpId="0" animBg="1"/>
      <p:bldP spid="26" grpId="1" animBg="1"/>
      <p:bldP spid="26" grpId="2" animBg="1"/>
      <p:bldP spid="26" grpId="3" animBg="1"/>
      <p:bldP spid="26" grpId="4" animBg="1"/>
      <p:bldP spid="26" grpId="5" animBg="1"/>
      <p:bldP spid="26" grpId="6" animBg="1"/>
      <p:bldP spid="26" grpId="7" animBg="1"/>
      <p:bldP spid="26" grpId="8" animBg="1"/>
      <p:bldP spid="26" grpId="9" animBg="1"/>
      <p:bldP spid="26" grpId="10" animBg="1"/>
      <p:bldP spid="26" grpId="11" animBg="1"/>
      <p:bldP spid="26" grpId="12" animBg="1"/>
      <p:bldP spid="26" grpId="13" animBg="1"/>
      <p:bldP spid="26" grpId="14" animBg="1"/>
      <p:bldP spid="26" grpId="15" animBg="1"/>
      <p:bldP spid="26" grpId="16" animBg="1"/>
      <p:bldP spid="26" grpId="17" animBg="1"/>
      <p:bldP spid="26" grpId="18" animBg="1"/>
      <p:bldP spid="26" grpId="19" animBg="1"/>
      <p:bldP spid="26" grpId="20" animBg="1"/>
      <p:bldP spid="26" grpId="21" animBg="1"/>
      <p:bldP spid="26" grpId="22" animBg="1"/>
      <p:bldP spid="26" grpId="23" animBg="1"/>
      <p:bldP spid="26" grpId="24" animBg="1"/>
      <p:bldP spid="26" grpId="25" animBg="1"/>
      <p:bldP spid="26" grpId="26" animBg="1"/>
      <p:bldP spid="26" grpId="27" animBg="1"/>
      <p:bldP spid="26" grpId="28" animBg="1"/>
      <p:bldP spid="26" grpId="29" animBg="1"/>
      <p:bldP spid="26" grpId="30" animBg="1"/>
      <p:bldP spid="26" grpId="31" animBg="1"/>
      <p:bldP spid="26" grpId="32" animBg="1"/>
      <p:bldP spid="26" grpId="33" animBg="1"/>
      <p:bldP spid="26" grpId="34" animBg="1"/>
      <p:bldP spid="26" grpId="35" animBg="1"/>
      <p:bldP spid="26" grpId="36" animBg="1"/>
      <p:bldP spid="26" grpId="37" animBg="1"/>
      <p:bldP spid="26" grpId="38" animBg="1"/>
      <p:bldP spid="26" grpId="39" animBg="1"/>
      <p:bldP spid="26" grpId="40" animBg="1"/>
      <p:bldP spid="26" grpId="41" animBg="1"/>
      <p:bldP spid="26" grpId="42" animBg="1"/>
      <p:bldP spid="26" grpId="43" animBg="1"/>
      <p:bldP spid="26" grpId="44" animBg="1"/>
      <p:bldP spid="26" grpId="45" animBg="1"/>
      <p:bldP spid="26" grpId="46" animBg="1"/>
      <p:bldP spid="26" grpId="47" animBg="1"/>
      <p:bldP spid="26" grpId="48" animBg="1"/>
      <p:bldP spid="26" grpId="49" animBg="1"/>
      <p:bldP spid="26" grpId="50" animBg="1"/>
      <p:bldP spid="26" grpId="51" animBg="1"/>
      <p:bldP spid="26" grpId="52" animBg="1"/>
      <p:bldP spid="27" grpId="0" animBg="1"/>
      <p:bldP spid="27" grpId="1" animBg="1"/>
      <p:bldP spid="27" grpId="2" animBg="1"/>
      <p:bldP spid="27" grpId="3" animBg="1"/>
      <p:bldP spid="27" grpId="4" animBg="1"/>
      <p:bldP spid="27" grpId="5" animBg="1"/>
      <p:bldP spid="27" grpId="6" animBg="1"/>
      <p:bldP spid="27" grpId="7" animBg="1"/>
      <p:bldP spid="27" grpId="8" animBg="1"/>
      <p:bldP spid="27" grpId="9" animBg="1"/>
      <p:bldP spid="27" grpId="10" animBg="1"/>
      <p:bldP spid="27" grpId="11" animBg="1"/>
      <p:bldP spid="27" grpId="12" animBg="1"/>
      <p:bldP spid="27" grpId="13" animBg="1"/>
      <p:bldP spid="27" grpId="14" animBg="1"/>
      <p:bldP spid="27" grpId="15" animBg="1"/>
      <p:bldP spid="27" grpId="16" animBg="1"/>
      <p:bldP spid="27" grpId="17" animBg="1"/>
      <p:bldP spid="27" grpId="18" animBg="1"/>
      <p:bldP spid="27" grpId="19" animBg="1"/>
      <p:bldP spid="27" grpId="20" animBg="1"/>
      <p:bldP spid="27" grpId="21" animBg="1"/>
      <p:bldP spid="27" grpId="22" animBg="1"/>
      <p:bldP spid="27" grpId="23" animBg="1"/>
      <p:bldP spid="27" grpId="24" animBg="1"/>
      <p:bldP spid="27" grpId="25" animBg="1"/>
      <p:bldP spid="27" grpId="26" animBg="1"/>
      <p:bldP spid="27" grpId="27" animBg="1"/>
      <p:bldP spid="27" grpId="28" animBg="1"/>
      <p:bldP spid="27" grpId="29" animBg="1"/>
      <p:bldP spid="27" grpId="30" animBg="1"/>
      <p:bldP spid="27" grpId="31" animBg="1"/>
      <p:bldP spid="27" grpId="32" animBg="1"/>
      <p:bldP spid="27" grpId="33" animBg="1"/>
      <p:bldP spid="27" grpId="34" animBg="1"/>
      <p:bldP spid="27" grpId="35" animBg="1"/>
      <p:bldP spid="27" grpId="36" animBg="1"/>
      <p:bldP spid="27" grpId="37" animBg="1"/>
      <p:bldP spid="27" grpId="38" animBg="1"/>
      <p:bldP spid="27" grpId="39" animBg="1"/>
      <p:bldP spid="27" grpId="40" animBg="1"/>
      <p:bldP spid="27" grpId="41" animBg="1"/>
      <p:bldP spid="27" grpId="42" animBg="1"/>
      <p:bldP spid="27" grpId="43" animBg="1"/>
      <p:bldP spid="27" grpId="44" animBg="1"/>
      <p:bldP spid="27" grpId="45" animBg="1"/>
      <p:bldP spid="27" grpId="46" animBg="1"/>
      <p:bldP spid="27" grpId="47" animBg="1"/>
      <p:bldP spid="27" grpId="48" animBg="1"/>
      <p:bldP spid="27" grpId="49" animBg="1"/>
      <p:bldP spid="27" grpId="50" animBg="1"/>
      <p:bldP spid="27" grpId="51" animBg="1"/>
      <p:bldP spid="27" grpId="52" animBg="1"/>
      <p:bldP spid="28" grpId="0" animBg="1"/>
      <p:bldP spid="28" grpId="1" animBg="1"/>
      <p:bldP spid="28" grpId="2" animBg="1"/>
      <p:bldP spid="28" grpId="3" animBg="1"/>
      <p:bldP spid="28" grpId="4" animBg="1"/>
      <p:bldP spid="28" grpId="5" animBg="1"/>
      <p:bldP spid="28" grpId="6" animBg="1"/>
      <p:bldP spid="28" grpId="7" animBg="1"/>
      <p:bldP spid="28" grpId="8" animBg="1"/>
      <p:bldP spid="28" grpId="9" animBg="1"/>
      <p:bldP spid="28" grpId="10" animBg="1"/>
      <p:bldP spid="28" grpId="11" animBg="1"/>
      <p:bldP spid="28" grpId="12" animBg="1"/>
      <p:bldP spid="28" grpId="13" animBg="1"/>
      <p:bldP spid="28" grpId="14" animBg="1"/>
      <p:bldP spid="28" grpId="15" animBg="1"/>
      <p:bldP spid="28" grpId="16" animBg="1"/>
      <p:bldP spid="28" grpId="17" animBg="1"/>
      <p:bldP spid="28" grpId="18" animBg="1"/>
      <p:bldP spid="28" grpId="19" animBg="1"/>
      <p:bldP spid="28" grpId="20" animBg="1"/>
      <p:bldP spid="28" grpId="21" animBg="1"/>
      <p:bldP spid="28" grpId="22" animBg="1"/>
      <p:bldP spid="28" grpId="23" animBg="1"/>
      <p:bldP spid="28" grpId="24" animBg="1"/>
      <p:bldP spid="28" grpId="25" animBg="1"/>
      <p:bldP spid="28" grpId="26" animBg="1"/>
      <p:bldP spid="28" grpId="27" animBg="1"/>
      <p:bldP spid="28" grpId="28" animBg="1"/>
      <p:bldP spid="28" grpId="29" animBg="1"/>
      <p:bldP spid="28" grpId="30" animBg="1"/>
      <p:bldP spid="28" grpId="31" animBg="1"/>
      <p:bldP spid="28" grpId="32" animBg="1"/>
      <p:bldP spid="28" grpId="33" animBg="1"/>
      <p:bldP spid="28" grpId="34" animBg="1"/>
      <p:bldP spid="28" grpId="35" animBg="1"/>
      <p:bldP spid="28" grpId="36" animBg="1"/>
      <p:bldP spid="28" grpId="37" animBg="1"/>
      <p:bldP spid="28" grpId="38" animBg="1"/>
      <p:bldP spid="28" grpId="39" animBg="1"/>
      <p:bldP spid="28" grpId="40" animBg="1"/>
      <p:bldP spid="28" grpId="41" animBg="1"/>
      <p:bldP spid="28" grpId="42" animBg="1"/>
      <p:bldP spid="28" grpId="43" animBg="1"/>
      <p:bldP spid="28" grpId="44" animBg="1"/>
      <p:bldP spid="28" grpId="45" animBg="1"/>
      <p:bldP spid="28" grpId="46" animBg="1"/>
      <p:bldP spid="28" grpId="47" animBg="1"/>
      <p:bldP spid="28" grpId="48" animBg="1"/>
      <p:bldP spid="28" grpId="49" animBg="1"/>
      <p:bldP spid="28" grpId="50" animBg="1"/>
      <p:bldP spid="28" grpId="51" animBg="1"/>
      <p:bldP spid="28" grpId="52" animBg="1"/>
      <p:bldP spid="29" grpId="0" animBg="1"/>
      <p:bldP spid="29" grpId="1" animBg="1"/>
      <p:bldP spid="29" grpId="2" animBg="1"/>
      <p:bldP spid="29" grpId="3" animBg="1"/>
      <p:bldP spid="29" grpId="4" animBg="1"/>
      <p:bldP spid="29" grpId="5" animBg="1"/>
      <p:bldP spid="29" grpId="6" animBg="1"/>
      <p:bldP spid="29" grpId="7" animBg="1"/>
      <p:bldP spid="29" grpId="8" animBg="1"/>
      <p:bldP spid="29" grpId="9" animBg="1"/>
      <p:bldP spid="29" grpId="10" animBg="1"/>
      <p:bldP spid="29" grpId="11" animBg="1"/>
      <p:bldP spid="29" grpId="12" animBg="1"/>
      <p:bldP spid="29" grpId="13" animBg="1"/>
      <p:bldP spid="29" grpId="14" animBg="1"/>
      <p:bldP spid="29" grpId="15" animBg="1"/>
      <p:bldP spid="29" grpId="16" animBg="1"/>
      <p:bldP spid="29" grpId="17" animBg="1"/>
      <p:bldP spid="29" grpId="18" animBg="1"/>
      <p:bldP spid="29" grpId="19" animBg="1"/>
      <p:bldP spid="29" grpId="20" animBg="1"/>
      <p:bldP spid="29" grpId="21" animBg="1"/>
      <p:bldP spid="29" grpId="22" animBg="1"/>
      <p:bldP spid="29" grpId="23" animBg="1"/>
      <p:bldP spid="29" grpId="24" animBg="1"/>
      <p:bldP spid="29" grpId="25" animBg="1"/>
      <p:bldP spid="29" grpId="26" animBg="1"/>
      <p:bldP spid="29" grpId="27" animBg="1"/>
      <p:bldP spid="29" grpId="28" animBg="1"/>
      <p:bldP spid="29" grpId="29" animBg="1"/>
      <p:bldP spid="29" grpId="30" animBg="1"/>
      <p:bldP spid="29" grpId="31" animBg="1"/>
      <p:bldP spid="29" grpId="32" animBg="1"/>
      <p:bldP spid="29" grpId="33" animBg="1"/>
      <p:bldP spid="29" grpId="34" animBg="1"/>
      <p:bldP spid="29" grpId="35" animBg="1"/>
      <p:bldP spid="29" grpId="36" animBg="1"/>
      <p:bldP spid="29" grpId="37" animBg="1"/>
      <p:bldP spid="29" grpId="38" animBg="1"/>
      <p:bldP spid="29" grpId="39" animBg="1"/>
      <p:bldP spid="29" grpId="40" animBg="1"/>
      <p:bldP spid="29" grpId="41" animBg="1"/>
      <p:bldP spid="29" grpId="42" animBg="1"/>
      <p:bldP spid="29" grpId="43" animBg="1"/>
      <p:bldP spid="29" grpId="44" animBg="1"/>
      <p:bldP spid="29" grpId="45" animBg="1"/>
      <p:bldP spid="29" grpId="46" animBg="1"/>
      <p:bldP spid="29" grpId="47" animBg="1"/>
      <p:bldP spid="29" grpId="48" animBg="1"/>
      <p:bldP spid="29" grpId="49" animBg="1"/>
      <p:bldP spid="29" grpId="50" animBg="1"/>
      <p:bldP spid="29" grpId="51" animBg="1"/>
      <p:bldP spid="29" grpId="52" animBg="1"/>
      <p:bldP spid="30" grpId="0" animBg="1"/>
      <p:bldP spid="30" grpId="1" animBg="1"/>
      <p:bldP spid="30" grpId="2" animBg="1"/>
      <p:bldP spid="30" grpId="3" animBg="1"/>
      <p:bldP spid="30" grpId="4" animBg="1"/>
      <p:bldP spid="30" grpId="5" animBg="1"/>
      <p:bldP spid="30" grpId="6" animBg="1"/>
      <p:bldP spid="30" grpId="7" animBg="1"/>
      <p:bldP spid="30" grpId="8" animBg="1"/>
      <p:bldP spid="30" grpId="9" animBg="1"/>
      <p:bldP spid="30" grpId="10" animBg="1"/>
      <p:bldP spid="30" grpId="11" animBg="1"/>
      <p:bldP spid="30" grpId="12" animBg="1"/>
      <p:bldP spid="30" grpId="13" animBg="1"/>
      <p:bldP spid="30" grpId="14" animBg="1"/>
      <p:bldP spid="30" grpId="15" animBg="1"/>
      <p:bldP spid="30" grpId="16" animBg="1"/>
      <p:bldP spid="30" grpId="17" animBg="1"/>
      <p:bldP spid="30" grpId="18" animBg="1"/>
      <p:bldP spid="30" grpId="19" animBg="1"/>
      <p:bldP spid="30" grpId="20" animBg="1"/>
      <p:bldP spid="30" grpId="21" animBg="1"/>
      <p:bldP spid="30" grpId="22" animBg="1"/>
      <p:bldP spid="30" grpId="23" animBg="1"/>
      <p:bldP spid="30" grpId="24" animBg="1"/>
      <p:bldP spid="30" grpId="25" animBg="1"/>
      <p:bldP spid="30" grpId="26" animBg="1"/>
      <p:bldP spid="30" grpId="27" animBg="1"/>
      <p:bldP spid="30" grpId="28" animBg="1"/>
      <p:bldP spid="30" grpId="29" animBg="1"/>
      <p:bldP spid="30" grpId="30" animBg="1"/>
      <p:bldP spid="30" grpId="31" animBg="1"/>
      <p:bldP spid="30" grpId="32" animBg="1"/>
      <p:bldP spid="30" grpId="33" animBg="1"/>
      <p:bldP spid="30" grpId="34" animBg="1"/>
      <p:bldP spid="30" grpId="35" animBg="1"/>
      <p:bldP spid="30" grpId="36" animBg="1"/>
      <p:bldP spid="30" grpId="37" animBg="1"/>
      <p:bldP spid="30" grpId="38" animBg="1"/>
      <p:bldP spid="30" grpId="39" animBg="1"/>
      <p:bldP spid="30" grpId="40" animBg="1"/>
      <p:bldP spid="30" grpId="41" animBg="1"/>
      <p:bldP spid="30" grpId="42" animBg="1"/>
      <p:bldP spid="30" grpId="43" animBg="1"/>
      <p:bldP spid="30" grpId="44" animBg="1"/>
      <p:bldP spid="30" grpId="45" animBg="1"/>
      <p:bldP spid="30" grpId="46" animBg="1"/>
      <p:bldP spid="30" grpId="47" animBg="1"/>
      <p:bldP spid="30" grpId="48" animBg="1"/>
      <p:bldP spid="30" grpId="49" animBg="1"/>
      <p:bldP spid="30" grpId="50" animBg="1"/>
      <p:bldP spid="30" grpId="51" animBg="1"/>
      <p:bldP spid="30" grpId="52" animBg="1"/>
      <p:bldP spid="31" grpId="0" animBg="1"/>
      <p:bldP spid="31" grpId="1" animBg="1"/>
      <p:bldP spid="31" grpId="2" animBg="1"/>
      <p:bldP spid="31" grpId="3" animBg="1"/>
      <p:bldP spid="31" grpId="4" animBg="1"/>
      <p:bldP spid="31" grpId="5" animBg="1"/>
      <p:bldP spid="31" grpId="6" animBg="1"/>
      <p:bldP spid="31" grpId="7" animBg="1"/>
      <p:bldP spid="31" grpId="8" animBg="1"/>
      <p:bldP spid="31" grpId="9" animBg="1"/>
      <p:bldP spid="31" grpId="10" animBg="1"/>
      <p:bldP spid="31" grpId="11" animBg="1"/>
      <p:bldP spid="31" grpId="12" animBg="1"/>
      <p:bldP spid="31" grpId="13" animBg="1"/>
      <p:bldP spid="31" grpId="14" animBg="1"/>
      <p:bldP spid="31" grpId="15" animBg="1"/>
      <p:bldP spid="31" grpId="16" animBg="1"/>
      <p:bldP spid="31" grpId="17" animBg="1"/>
      <p:bldP spid="31" grpId="18" animBg="1"/>
      <p:bldP spid="31" grpId="19" animBg="1"/>
      <p:bldP spid="31" grpId="20" animBg="1"/>
      <p:bldP spid="31" grpId="21" animBg="1"/>
      <p:bldP spid="31" grpId="22" animBg="1"/>
      <p:bldP spid="31" grpId="23" animBg="1"/>
      <p:bldP spid="31" grpId="24" animBg="1"/>
      <p:bldP spid="31" grpId="25" animBg="1"/>
      <p:bldP spid="31" grpId="26" animBg="1"/>
      <p:bldP spid="31" grpId="27" animBg="1"/>
      <p:bldP spid="31" grpId="28" animBg="1"/>
      <p:bldP spid="31" grpId="29" animBg="1"/>
      <p:bldP spid="31" grpId="30" animBg="1"/>
      <p:bldP spid="31" grpId="31" animBg="1"/>
      <p:bldP spid="31" grpId="32" animBg="1"/>
      <p:bldP spid="31" grpId="33" animBg="1"/>
      <p:bldP spid="31" grpId="34" animBg="1"/>
      <p:bldP spid="31" grpId="35" animBg="1"/>
      <p:bldP spid="31" grpId="36" animBg="1"/>
      <p:bldP spid="31" grpId="37" animBg="1"/>
      <p:bldP spid="31" grpId="38" animBg="1"/>
      <p:bldP spid="31" grpId="39" animBg="1"/>
      <p:bldP spid="31" grpId="40" animBg="1"/>
      <p:bldP spid="31" grpId="41" animBg="1"/>
      <p:bldP spid="31" grpId="42" animBg="1"/>
      <p:bldP spid="31" grpId="43" animBg="1"/>
      <p:bldP spid="31" grpId="44" animBg="1"/>
      <p:bldP spid="31" grpId="45" animBg="1"/>
      <p:bldP spid="31" grpId="46" animBg="1"/>
      <p:bldP spid="31" grpId="47" animBg="1"/>
      <p:bldP spid="31" grpId="48" animBg="1"/>
      <p:bldP spid="31" grpId="49" animBg="1"/>
      <p:bldP spid="31" grpId="50" animBg="1"/>
      <p:bldP spid="31" grpId="51" animBg="1"/>
      <p:bldP spid="31" grpId="52" animBg="1"/>
      <p:bldP spid="32" grpId="0" animBg="1"/>
      <p:bldP spid="32" grpId="1" animBg="1"/>
      <p:bldP spid="32" grpId="2" animBg="1"/>
      <p:bldP spid="32" grpId="3" animBg="1"/>
      <p:bldP spid="32" grpId="4" animBg="1"/>
      <p:bldP spid="32" grpId="5" animBg="1"/>
      <p:bldP spid="32" grpId="6" animBg="1"/>
      <p:bldP spid="32" grpId="7" animBg="1"/>
      <p:bldP spid="32" grpId="8" animBg="1"/>
      <p:bldP spid="32" grpId="9" animBg="1"/>
      <p:bldP spid="32" grpId="10" animBg="1"/>
      <p:bldP spid="32" grpId="11" animBg="1"/>
      <p:bldP spid="32" grpId="12" animBg="1"/>
      <p:bldP spid="32" grpId="13" animBg="1"/>
      <p:bldP spid="32" grpId="14" animBg="1"/>
      <p:bldP spid="32" grpId="15" animBg="1"/>
      <p:bldP spid="32" grpId="16" animBg="1"/>
      <p:bldP spid="32" grpId="17" animBg="1"/>
      <p:bldP spid="32" grpId="18" animBg="1"/>
      <p:bldP spid="32" grpId="19" animBg="1"/>
      <p:bldP spid="32" grpId="20" animBg="1"/>
      <p:bldP spid="32" grpId="21" animBg="1"/>
      <p:bldP spid="32" grpId="22" animBg="1"/>
      <p:bldP spid="32" grpId="23" animBg="1"/>
      <p:bldP spid="32" grpId="24" animBg="1"/>
      <p:bldP spid="32" grpId="25" animBg="1"/>
      <p:bldP spid="32" grpId="26" animBg="1"/>
      <p:bldP spid="32" grpId="27" animBg="1"/>
      <p:bldP spid="32" grpId="28" animBg="1"/>
      <p:bldP spid="32" grpId="29" animBg="1"/>
      <p:bldP spid="32" grpId="30" animBg="1"/>
      <p:bldP spid="32" grpId="31" animBg="1"/>
      <p:bldP spid="32" grpId="32" animBg="1"/>
      <p:bldP spid="32" grpId="33" animBg="1"/>
      <p:bldP spid="32" grpId="34" animBg="1"/>
      <p:bldP spid="32" grpId="35" animBg="1"/>
      <p:bldP spid="32" grpId="36" animBg="1"/>
      <p:bldP spid="32" grpId="37" animBg="1"/>
      <p:bldP spid="32" grpId="38" animBg="1"/>
      <p:bldP spid="32" grpId="39" animBg="1"/>
      <p:bldP spid="32" grpId="40" animBg="1"/>
      <p:bldP spid="32" grpId="41" animBg="1"/>
      <p:bldP spid="32" grpId="42" animBg="1"/>
      <p:bldP spid="32" grpId="43" animBg="1"/>
      <p:bldP spid="32" grpId="44" animBg="1"/>
      <p:bldP spid="32" grpId="45" animBg="1"/>
      <p:bldP spid="32" grpId="46" animBg="1"/>
      <p:bldP spid="32" grpId="47" animBg="1"/>
      <p:bldP spid="32" grpId="48" animBg="1"/>
      <p:bldP spid="32" grpId="49" animBg="1"/>
      <p:bldP spid="32" grpId="50" animBg="1"/>
      <p:bldP spid="32" grpId="51" animBg="1"/>
      <p:bldP spid="32" grpId="52" animBg="1"/>
      <p:bldP spid="32" grpId="53" animBg="1"/>
      <p:bldP spid="33" grpId="0" animBg="1"/>
      <p:bldP spid="33" grpId="1" animBg="1"/>
      <p:bldP spid="33" grpId="2" animBg="1"/>
      <p:bldP spid="33" grpId="3" animBg="1"/>
      <p:bldP spid="33" grpId="4" animBg="1"/>
      <p:bldP spid="33" grpId="5" animBg="1"/>
      <p:bldP spid="33" grpId="6" animBg="1"/>
      <p:bldP spid="33" grpId="7" animBg="1"/>
      <p:bldP spid="33" grpId="8" animBg="1"/>
      <p:bldP spid="33" grpId="9" animBg="1"/>
      <p:bldP spid="33" grpId="10" animBg="1"/>
      <p:bldP spid="33" grpId="11" animBg="1"/>
      <p:bldP spid="33" grpId="12" animBg="1"/>
      <p:bldP spid="33" grpId="13" animBg="1"/>
      <p:bldP spid="33" grpId="14" animBg="1"/>
      <p:bldP spid="33" grpId="15" animBg="1"/>
      <p:bldP spid="33" grpId="16" animBg="1"/>
      <p:bldP spid="33" grpId="17" animBg="1"/>
      <p:bldP spid="33" grpId="18" animBg="1"/>
      <p:bldP spid="33" grpId="19" animBg="1"/>
      <p:bldP spid="33" grpId="20" animBg="1"/>
      <p:bldP spid="33" grpId="21" animBg="1"/>
      <p:bldP spid="33" grpId="22" animBg="1"/>
      <p:bldP spid="33" grpId="23" animBg="1"/>
      <p:bldP spid="33" grpId="24" animBg="1"/>
      <p:bldP spid="33" grpId="25" animBg="1"/>
      <p:bldP spid="33" grpId="26" animBg="1"/>
      <p:bldP spid="33" grpId="27" animBg="1"/>
      <p:bldP spid="33" grpId="28" animBg="1"/>
      <p:bldP spid="33" grpId="29" animBg="1"/>
      <p:bldP spid="33" grpId="30" animBg="1"/>
      <p:bldP spid="33" grpId="31" animBg="1"/>
      <p:bldP spid="33" grpId="32" animBg="1"/>
      <p:bldP spid="33" grpId="33" animBg="1"/>
      <p:bldP spid="33" grpId="34" animBg="1"/>
      <p:bldP spid="33" grpId="35" animBg="1"/>
      <p:bldP spid="33" grpId="36" animBg="1"/>
      <p:bldP spid="33" grpId="37" animBg="1"/>
      <p:bldP spid="33" grpId="38" animBg="1"/>
      <p:bldP spid="33" grpId="39" animBg="1"/>
      <p:bldP spid="33" grpId="40" animBg="1"/>
      <p:bldP spid="33" grpId="41" animBg="1"/>
      <p:bldP spid="33" grpId="42" animBg="1"/>
      <p:bldP spid="33" grpId="43" animBg="1"/>
      <p:bldP spid="33" grpId="44" animBg="1"/>
      <p:bldP spid="33" grpId="45" animBg="1"/>
      <p:bldP spid="33" grpId="46" animBg="1"/>
      <p:bldP spid="33" grpId="47" animBg="1"/>
      <p:bldP spid="33" grpId="48" animBg="1"/>
      <p:bldP spid="33" grpId="49" animBg="1"/>
      <p:bldP spid="33" grpId="50" animBg="1"/>
      <p:bldP spid="33" grpId="51" animBg="1"/>
      <p:bldP spid="33" grpId="52" animBg="1"/>
      <p:bldP spid="33" grpId="53" animBg="1"/>
      <p:bldP spid="34" grpId="0" animBg="1"/>
      <p:bldP spid="34" grpId="1" animBg="1"/>
      <p:bldP spid="34" grpId="2" animBg="1"/>
      <p:bldP spid="34" grpId="3" animBg="1"/>
      <p:bldP spid="34" grpId="4" animBg="1"/>
      <p:bldP spid="34" grpId="5" animBg="1"/>
      <p:bldP spid="34" grpId="6" animBg="1"/>
      <p:bldP spid="34" grpId="7" animBg="1"/>
      <p:bldP spid="34" grpId="8" animBg="1"/>
      <p:bldP spid="34" grpId="9" animBg="1"/>
      <p:bldP spid="34" grpId="10" animBg="1"/>
      <p:bldP spid="34" grpId="11" animBg="1"/>
      <p:bldP spid="34" grpId="12" animBg="1"/>
      <p:bldP spid="34" grpId="13" animBg="1"/>
      <p:bldP spid="34" grpId="14" animBg="1"/>
      <p:bldP spid="34" grpId="15" animBg="1"/>
      <p:bldP spid="34" grpId="16" animBg="1"/>
      <p:bldP spid="34" grpId="17" animBg="1"/>
      <p:bldP spid="34" grpId="18" animBg="1"/>
      <p:bldP spid="34" grpId="19" animBg="1"/>
      <p:bldP spid="34" grpId="20" animBg="1"/>
      <p:bldP spid="34" grpId="21" animBg="1"/>
      <p:bldP spid="34" grpId="22" animBg="1"/>
      <p:bldP spid="34" grpId="23" animBg="1"/>
      <p:bldP spid="34" grpId="24" animBg="1"/>
      <p:bldP spid="34" grpId="25" animBg="1"/>
      <p:bldP spid="34" grpId="26" animBg="1"/>
      <p:bldP spid="34" grpId="27" animBg="1"/>
      <p:bldP spid="34" grpId="28" animBg="1"/>
      <p:bldP spid="34" grpId="29" animBg="1"/>
      <p:bldP spid="34" grpId="30" animBg="1"/>
      <p:bldP spid="34" grpId="31" animBg="1"/>
      <p:bldP spid="34" grpId="32" animBg="1"/>
      <p:bldP spid="34" grpId="33" animBg="1"/>
      <p:bldP spid="34" grpId="34" animBg="1"/>
      <p:bldP spid="34" grpId="35" animBg="1"/>
      <p:bldP spid="34" grpId="36" animBg="1"/>
      <p:bldP spid="34" grpId="37" animBg="1"/>
      <p:bldP spid="34" grpId="38" animBg="1"/>
      <p:bldP spid="34" grpId="39" animBg="1"/>
      <p:bldP spid="34" grpId="40" animBg="1"/>
      <p:bldP spid="34" grpId="41" animBg="1"/>
      <p:bldP spid="34" grpId="42" animBg="1"/>
      <p:bldP spid="34" grpId="43" animBg="1"/>
      <p:bldP spid="34" grpId="44" animBg="1"/>
      <p:bldP spid="34" grpId="45" animBg="1"/>
      <p:bldP spid="34" grpId="46" animBg="1"/>
      <p:bldP spid="34" grpId="47" animBg="1"/>
      <p:bldP spid="34" grpId="48" animBg="1"/>
      <p:bldP spid="34" grpId="49" animBg="1"/>
      <p:bldP spid="34" grpId="50" animBg="1"/>
      <p:bldP spid="34" grpId="51" animBg="1"/>
      <p:bldP spid="34" grpId="52" animBg="1"/>
      <p:bldP spid="34" grpId="53" animBg="1"/>
      <p:bldP spid="35" grpId="0" animBg="1"/>
      <p:bldP spid="35" grpId="1" animBg="1"/>
      <p:bldP spid="35" grpId="2" animBg="1"/>
      <p:bldP spid="35" grpId="3" animBg="1"/>
      <p:bldP spid="35" grpId="4" animBg="1"/>
      <p:bldP spid="35" grpId="5" animBg="1"/>
      <p:bldP spid="35" grpId="6" animBg="1"/>
      <p:bldP spid="35" grpId="7" animBg="1"/>
      <p:bldP spid="35" grpId="8" animBg="1"/>
      <p:bldP spid="35" grpId="9" animBg="1"/>
      <p:bldP spid="35" grpId="10" animBg="1"/>
      <p:bldP spid="35" grpId="11" animBg="1"/>
      <p:bldP spid="35" grpId="12" animBg="1"/>
      <p:bldP spid="35" grpId="13" animBg="1"/>
      <p:bldP spid="35" grpId="14" animBg="1"/>
      <p:bldP spid="35" grpId="15" animBg="1"/>
      <p:bldP spid="35" grpId="16" animBg="1"/>
      <p:bldP spid="35" grpId="17" animBg="1"/>
      <p:bldP spid="35" grpId="18" animBg="1"/>
      <p:bldP spid="35" grpId="19" animBg="1"/>
      <p:bldP spid="35" grpId="20" animBg="1"/>
      <p:bldP spid="35" grpId="21" animBg="1"/>
      <p:bldP spid="35" grpId="22" animBg="1"/>
      <p:bldP spid="35" grpId="23" animBg="1"/>
      <p:bldP spid="35" grpId="24" animBg="1"/>
      <p:bldP spid="35" grpId="25" animBg="1"/>
      <p:bldP spid="35" grpId="26" animBg="1"/>
      <p:bldP spid="35" grpId="27" animBg="1"/>
      <p:bldP spid="35" grpId="28" animBg="1"/>
      <p:bldP spid="35" grpId="29" animBg="1"/>
      <p:bldP spid="35" grpId="30" animBg="1"/>
      <p:bldP spid="35" grpId="31" animBg="1"/>
      <p:bldP spid="35" grpId="32" animBg="1"/>
      <p:bldP spid="35" grpId="33" animBg="1"/>
      <p:bldP spid="35" grpId="34" animBg="1"/>
      <p:bldP spid="35" grpId="35" animBg="1"/>
      <p:bldP spid="35" grpId="36" animBg="1"/>
      <p:bldP spid="35" grpId="37" animBg="1"/>
      <p:bldP spid="35" grpId="38" animBg="1"/>
      <p:bldP spid="35" grpId="39" animBg="1"/>
      <p:bldP spid="35" grpId="40" animBg="1"/>
      <p:bldP spid="35" grpId="41" animBg="1"/>
      <p:bldP spid="35" grpId="42" animBg="1"/>
      <p:bldP spid="35" grpId="43" animBg="1"/>
      <p:bldP spid="35" grpId="44" animBg="1"/>
      <p:bldP spid="35" grpId="45" animBg="1"/>
      <p:bldP spid="35" grpId="46" animBg="1"/>
      <p:bldP spid="35" grpId="47" animBg="1"/>
      <p:bldP spid="35" grpId="48" animBg="1"/>
      <p:bldP spid="35" grpId="49" animBg="1"/>
      <p:bldP spid="35" grpId="50" animBg="1"/>
      <p:bldP spid="35" grpId="51" animBg="1"/>
      <p:bldP spid="35" grpId="52" animBg="1"/>
      <p:bldP spid="35" grpId="53" animBg="1"/>
      <p:bldP spid="36" grpId="0" animBg="1"/>
      <p:bldP spid="36" grpId="1" animBg="1"/>
      <p:bldP spid="36" grpId="2" animBg="1"/>
      <p:bldP spid="36" grpId="3" animBg="1"/>
      <p:bldP spid="36" grpId="4" animBg="1"/>
      <p:bldP spid="36" grpId="5" animBg="1"/>
      <p:bldP spid="36" grpId="6" animBg="1"/>
      <p:bldP spid="36" grpId="7" animBg="1"/>
      <p:bldP spid="36" grpId="8" animBg="1"/>
      <p:bldP spid="36" grpId="9" animBg="1"/>
      <p:bldP spid="36" grpId="10" animBg="1"/>
      <p:bldP spid="36" grpId="11" animBg="1"/>
      <p:bldP spid="36" grpId="12" animBg="1"/>
      <p:bldP spid="36" grpId="13" animBg="1"/>
      <p:bldP spid="36" grpId="14" animBg="1"/>
      <p:bldP spid="36" grpId="15" animBg="1"/>
      <p:bldP spid="36" grpId="16" animBg="1"/>
      <p:bldP spid="36" grpId="17" animBg="1"/>
      <p:bldP spid="36" grpId="18" animBg="1"/>
      <p:bldP spid="36" grpId="19" animBg="1"/>
      <p:bldP spid="36" grpId="20" animBg="1"/>
      <p:bldP spid="36" grpId="21" animBg="1"/>
      <p:bldP spid="36" grpId="22" animBg="1"/>
      <p:bldP spid="36" grpId="23" animBg="1"/>
      <p:bldP spid="36" grpId="24" animBg="1"/>
      <p:bldP spid="36" grpId="25" animBg="1"/>
      <p:bldP spid="36" grpId="26" animBg="1"/>
      <p:bldP spid="36" grpId="27" animBg="1"/>
      <p:bldP spid="36" grpId="28" animBg="1"/>
      <p:bldP spid="36" grpId="29" animBg="1"/>
      <p:bldP spid="36" grpId="30" animBg="1"/>
      <p:bldP spid="36" grpId="31" animBg="1"/>
      <p:bldP spid="36" grpId="32" animBg="1"/>
      <p:bldP spid="36" grpId="33" animBg="1"/>
      <p:bldP spid="36" grpId="34" animBg="1"/>
      <p:bldP spid="36" grpId="35" animBg="1"/>
      <p:bldP spid="36" grpId="36" animBg="1"/>
      <p:bldP spid="36" grpId="37" animBg="1"/>
      <p:bldP spid="36" grpId="38" animBg="1"/>
      <p:bldP spid="36" grpId="39" animBg="1"/>
      <p:bldP spid="36" grpId="40" animBg="1"/>
      <p:bldP spid="36" grpId="41" animBg="1"/>
      <p:bldP spid="36" grpId="42" animBg="1"/>
      <p:bldP spid="36" grpId="43" animBg="1"/>
      <p:bldP spid="36" grpId="44" animBg="1"/>
      <p:bldP spid="36" grpId="45" animBg="1"/>
      <p:bldP spid="36" grpId="46" animBg="1"/>
      <p:bldP spid="36" grpId="47" animBg="1"/>
      <p:bldP spid="36" grpId="48" animBg="1"/>
      <p:bldP spid="36" grpId="49" animBg="1"/>
      <p:bldP spid="36" grpId="50" animBg="1"/>
      <p:bldP spid="36" grpId="51" animBg="1"/>
      <p:bldP spid="36" grpId="52" animBg="1"/>
      <p:bldP spid="36" grpId="53" animBg="1"/>
      <p:bldP spid="37" grpId="0" animBg="1"/>
      <p:bldP spid="37" grpId="1" animBg="1"/>
      <p:bldP spid="37" grpId="2" animBg="1"/>
      <p:bldP spid="37" grpId="3" animBg="1"/>
      <p:bldP spid="37" grpId="4" animBg="1"/>
      <p:bldP spid="37" grpId="5" animBg="1"/>
      <p:bldP spid="37" grpId="6" animBg="1"/>
      <p:bldP spid="37" grpId="7" animBg="1"/>
      <p:bldP spid="37" grpId="8" animBg="1"/>
      <p:bldP spid="37" grpId="9" animBg="1"/>
      <p:bldP spid="37" grpId="10" animBg="1"/>
      <p:bldP spid="37" grpId="11" animBg="1"/>
      <p:bldP spid="37" grpId="12" animBg="1"/>
      <p:bldP spid="37" grpId="13" animBg="1"/>
      <p:bldP spid="37" grpId="14" animBg="1"/>
      <p:bldP spid="37" grpId="15" animBg="1"/>
      <p:bldP spid="37" grpId="16" animBg="1"/>
      <p:bldP spid="37" grpId="17" animBg="1"/>
      <p:bldP spid="37" grpId="18" animBg="1"/>
      <p:bldP spid="37" grpId="19" animBg="1"/>
      <p:bldP spid="37" grpId="20" animBg="1"/>
      <p:bldP spid="37" grpId="21" animBg="1"/>
      <p:bldP spid="37" grpId="22" animBg="1"/>
      <p:bldP spid="37" grpId="23" animBg="1"/>
      <p:bldP spid="37" grpId="24" animBg="1"/>
      <p:bldP spid="37" grpId="25" animBg="1"/>
      <p:bldP spid="37" grpId="26" animBg="1"/>
      <p:bldP spid="37" grpId="27" animBg="1"/>
      <p:bldP spid="37" grpId="28" animBg="1"/>
      <p:bldP spid="37" grpId="29" animBg="1"/>
      <p:bldP spid="37" grpId="30" animBg="1"/>
      <p:bldP spid="37" grpId="31" animBg="1"/>
      <p:bldP spid="37" grpId="32" animBg="1"/>
      <p:bldP spid="37" grpId="33" animBg="1"/>
      <p:bldP spid="37" grpId="34" animBg="1"/>
      <p:bldP spid="37" grpId="35" animBg="1"/>
      <p:bldP spid="37" grpId="36" animBg="1"/>
      <p:bldP spid="37" grpId="37" animBg="1"/>
      <p:bldP spid="37" grpId="38" animBg="1"/>
      <p:bldP spid="37" grpId="39" animBg="1"/>
      <p:bldP spid="37" grpId="40" animBg="1"/>
      <p:bldP spid="37" grpId="41" animBg="1"/>
      <p:bldP spid="37" grpId="42" animBg="1"/>
      <p:bldP spid="37" grpId="43" animBg="1"/>
      <p:bldP spid="37" grpId="44" animBg="1"/>
      <p:bldP spid="37" grpId="45" animBg="1"/>
      <p:bldP spid="37" grpId="46" animBg="1"/>
      <p:bldP spid="37" grpId="47" animBg="1"/>
      <p:bldP spid="37" grpId="48" animBg="1"/>
      <p:bldP spid="37" grpId="49" animBg="1"/>
      <p:bldP spid="37" grpId="50" animBg="1"/>
      <p:bldP spid="37" grpId="51" animBg="1"/>
      <p:bldP spid="37" grpId="52" animBg="1"/>
      <p:bldP spid="37" grpId="53" animBg="1"/>
      <p:bldP spid="38" grpId="0" animBg="1"/>
      <p:bldP spid="38" grpId="1" animBg="1"/>
      <p:bldP spid="38" grpId="2" animBg="1"/>
      <p:bldP spid="38" grpId="3" animBg="1"/>
      <p:bldP spid="38" grpId="4" animBg="1"/>
      <p:bldP spid="38" grpId="5" animBg="1"/>
      <p:bldP spid="38" grpId="6" animBg="1"/>
      <p:bldP spid="38" grpId="7" animBg="1"/>
      <p:bldP spid="38" grpId="8" animBg="1"/>
      <p:bldP spid="38" grpId="9" animBg="1"/>
      <p:bldP spid="38" grpId="10" animBg="1"/>
      <p:bldP spid="38" grpId="11" animBg="1"/>
      <p:bldP spid="38" grpId="12" animBg="1"/>
      <p:bldP spid="38" grpId="13" animBg="1"/>
      <p:bldP spid="38" grpId="14" animBg="1"/>
      <p:bldP spid="38" grpId="15" animBg="1"/>
      <p:bldP spid="38" grpId="16" animBg="1"/>
      <p:bldP spid="38" grpId="17" animBg="1"/>
      <p:bldP spid="38" grpId="18" animBg="1"/>
      <p:bldP spid="38" grpId="19" animBg="1"/>
      <p:bldP spid="38" grpId="20" animBg="1"/>
      <p:bldP spid="38" grpId="21" animBg="1"/>
      <p:bldP spid="38" grpId="22" animBg="1"/>
      <p:bldP spid="38" grpId="23" animBg="1"/>
      <p:bldP spid="38" grpId="24" animBg="1"/>
      <p:bldP spid="38" grpId="25" animBg="1"/>
      <p:bldP spid="38" grpId="26" animBg="1"/>
      <p:bldP spid="38" grpId="27" animBg="1"/>
      <p:bldP spid="38" grpId="28" animBg="1"/>
      <p:bldP spid="38" grpId="29" animBg="1"/>
      <p:bldP spid="38" grpId="30" animBg="1"/>
      <p:bldP spid="38" grpId="31" animBg="1"/>
      <p:bldP spid="38" grpId="32" animBg="1"/>
      <p:bldP spid="38" grpId="33" animBg="1"/>
      <p:bldP spid="38" grpId="34" animBg="1"/>
      <p:bldP spid="38" grpId="35" animBg="1"/>
      <p:bldP spid="38" grpId="36" animBg="1"/>
      <p:bldP spid="38" grpId="37" animBg="1"/>
      <p:bldP spid="38" grpId="38" animBg="1"/>
      <p:bldP spid="38" grpId="39" animBg="1"/>
      <p:bldP spid="38" grpId="40" animBg="1"/>
      <p:bldP spid="38" grpId="41" animBg="1"/>
      <p:bldP spid="38" grpId="42" animBg="1"/>
      <p:bldP spid="38" grpId="43" animBg="1"/>
      <p:bldP spid="38" grpId="44" animBg="1"/>
      <p:bldP spid="38" grpId="45" animBg="1"/>
      <p:bldP spid="38" grpId="46" animBg="1"/>
      <p:bldP spid="38" grpId="47" animBg="1"/>
      <p:bldP spid="38" grpId="48" animBg="1"/>
      <p:bldP spid="38" grpId="49" animBg="1"/>
      <p:bldP spid="38" grpId="50" animBg="1"/>
      <p:bldP spid="38" grpId="51" animBg="1"/>
      <p:bldP spid="38" grpId="52" animBg="1"/>
      <p:bldP spid="39" grpId="0" animBg="1"/>
      <p:bldP spid="39" grpId="1" animBg="1"/>
      <p:bldP spid="39" grpId="2" animBg="1"/>
      <p:bldP spid="39" grpId="3" animBg="1"/>
      <p:bldP spid="39" grpId="4" animBg="1"/>
      <p:bldP spid="39" grpId="5" animBg="1"/>
      <p:bldP spid="39" grpId="6" animBg="1"/>
      <p:bldP spid="39" grpId="7" animBg="1"/>
      <p:bldP spid="39" grpId="8" animBg="1"/>
      <p:bldP spid="39" grpId="9" animBg="1"/>
      <p:bldP spid="39" grpId="10" animBg="1"/>
      <p:bldP spid="39" grpId="11" animBg="1"/>
      <p:bldP spid="39" grpId="12" animBg="1"/>
      <p:bldP spid="39" grpId="13" animBg="1"/>
      <p:bldP spid="39" grpId="14" animBg="1"/>
      <p:bldP spid="39" grpId="15" animBg="1"/>
      <p:bldP spid="39" grpId="16" animBg="1"/>
      <p:bldP spid="39" grpId="17" animBg="1"/>
      <p:bldP spid="39" grpId="18" animBg="1"/>
      <p:bldP spid="39" grpId="19" animBg="1"/>
      <p:bldP spid="39" grpId="20" animBg="1"/>
      <p:bldP spid="39" grpId="21" animBg="1"/>
      <p:bldP spid="39" grpId="22" animBg="1"/>
      <p:bldP spid="39" grpId="23" animBg="1"/>
      <p:bldP spid="39" grpId="24" animBg="1"/>
      <p:bldP spid="39" grpId="25" animBg="1"/>
      <p:bldP spid="39" grpId="26" animBg="1"/>
      <p:bldP spid="39" grpId="27" animBg="1"/>
      <p:bldP spid="39" grpId="28" animBg="1"/>
      <p:bldP spid="39" grpId="29" animBg="1"/>
      <p:bldP spid="39" grpId="30" animBg="1"/>
      <p:bldP spid="39" grpId="31" animBg="1"/>
      <p:bldP spid="39" grpId="32" animBg="1"/>
      <p:bldP spid="39" grpId="33" animBg="1"/>
      <p:bldP spid="39" grpId="34" animBg="1"/>
      <p:bldP spid="39" grpId="35" animBg="1"/>
      <p:bldP spid="39" grpId="36" animBg="1"/>
      <p:bldP spid="39" grpId="37" animBg="1"/>
      <p:bldP spid="39" grpId="38" animBg="1"/>
      <p:bldP spid="39" grpId="39" animBg="1"/>
      <p:bldP spid="39" grpId="40" animBg="1"/>
      <p:bldP spid="39" grpId="41" animBg="1"/>
      <p:bldP spid="39" grpId="42" animBg="1"/>
      <p:bldP spid="39" grpId="43" animBg="1"/>
      <p:bldP spid="39" grpId="44" animBg="1"/>
      <p:bldP spid="39" grpId="45" animBg="1"/>
      <p:bldP spid="39" grpId="46" animBg="1"/>
      <p:bldP spid="39" grpId="47" animBg="1"/>
      <p:bldP spid="39" grpId="48" animBg="1"/>
      <p:bldP spid="39" grpId="49" animBg="1"/>
      <p:bldP spid="39" grpId="50" animBg="1"/>
      <p:bldP spid="39" grpId="51" animBg="1"/>
      <p:bldP spid="39" grpId="52" animBg="1"/>
      <p:bldP spid="40" grpId="0" animBg="1"/>
      <p:bldP spid="40" grpId="1" animBg="1"/>
      <p:bldP spid="40" grpId="2" animBg="1"/>
      <p:bldP spid="40" grpId="3" animBg="1"/>
      <p:bldP spid="40" grpId="4" animBg="1"/>
      <p:bldP spid="40" grpId="5" animBg="1"/>
      <p:bldP spid="40" grpId="6" animBg="1"/>
      <p:bldP spid="40" grpId="7" animBg="1"/>
      <p:bldP spid="40" grpId="8" animBg="1"/>
      <p:bldP spid="40" grpId="9" animBg="1"/>
      <p:bldP spid="40" grpId="10" animBg="1"/>
      <p:bldP spid="40" grpId="11" animBg="1"/>
      <p:bldP spid="40" grpId="12" animBg="1"/>
      <p:bldP spid="40" grpId="13" animBg="1"/>
      <p:bldP spid="40" grpId="14" animBg="1"/>
      <p:bldP spid="40" grpId="15" animBg="1"/>
      <p:bldP spid="40" grpId="16" animBg="1"/>
      <p:bldP spid="40" grpId="17" animBg="1"/>
      <p:bldP spid="40" grpId="18" animBg="1"/>
      <p:bldP spid="40" grpId="19" animBg="1"/>
      <p:bldP spid="40" grpId="20" animBg="1"/>
      <p:bldP spid="40" grpId="21" animBg="1"/>
      <p:bldP spid="40" grpId="22" animBg="1"/>
      <p:bldP spid="40" grpId="23" animBg="1"/>
      <p:bldP spid="40" grpId="24" animBg="1"/>
      <p:bldP spid="40" grpId="25" animBg="1"/>
      <p:bldP spid="40" grpId="26" animBg="1"/>
      <p:bldP spid="40" grpId="27" animBg="1"/>
      <p:bldP spid="40" grpId="28" animBg="1"/>
      <p:bldP spid="40" grpId="29" animBg="1"/>
      <p:bldP spid="40" grpId="30" animBg="1"/>
      <p:bldP spid="40" grpId="31" animBg="1"/>
      <p:bldP spid="40" grpId="32" animBg="1"/>
      <p:bldP spid="40" grpId="33" animBg="1"/>
      <p:bldP spid="40" grpId="34" animBg="1"/>
      <p:bldP spid="40" grpId="35" animBg="1"/>
      <p:bldP spid="40" grpId="36" animBg="1"/>
      <p:bldP spid="40" grpId="37" animBg="1"/>
      <p:bldP spid="40" grpId="38" animBg="1"/>
      <p:bldP spid="40" grpId="39" animBg="1"/>
      <p:bldP spid="40" grpId="40" animBg="1"/>
      <p:bldP spid="40" grpId="41" animBg="1"/>
      <p:bldP spid="40" grpId="42" animBg="1"/>
      <p:bldP spid="40" grpId="43" animBg="1"/>
      <p:bldP spid="40" grpId="44" animBg="1"/>
      <p:bldP spid="40" grpId="45" animBg="1"/>
      <p:bldP spid="40" grpId="46" animBg="1"/>
      <p:bldP spid="40" grpId="47" animBg="1"/>
      <p:bldP spid="40" grpId="48" animBg="1"/>
      <p:bldP spid="40" grpId="49" animBg="1"/>
      <p:bldP spid="40" grpId="50" animBg="1"/>
      <p:bldP spid="40" grpId="51" animBg="1"/>
      <p:bldP spid="40" grpId="52" animBg="1"/>
      <p:bldP spid="41" grpId="0" animBg="1"/>
      <p:bldP spid="41" grpId="1" animBg="1"/>
      <p:bldP spid="41" grpId="2" animBg="1"/>
      <p:bldP spid="41" grpId="3" animBg="1"/>
      <p:bldP spid="41" grpId="4" animBg="1"/>
      <p:bldP spid="41" grpId="5" animBg="1"/>
      <p:bldP spid="41" grpId="6" animBg="1"/>
      <p:bldP spid="41" grpId="7" animBg="1"/>
      <p:bldP spid="41" grpId="8" animBg="1"/>
      <p:bldP spid="41" grpId="9" animBg="1"/>
      <p:bldP spid="41" grpId="10" animBg="1"/>
      <p:bldP spid="41" grpId="11" animBg="1"/>
      <p:bldP spid="41" grpId="12" animBg="1"/>
      <p:bldP spid="41" grpId="13" animBg="1"/>
      <p:bldP spid="41" grpId="14" animBg="1"/>
      <p:bldP spid="41" grpId="15" animBg="1"/>
      <p:bldP spid="41" grpId="16" animBg="1"/>
      <p:bldP spid="41" grpId="17" animBg="1"/>
      <p:bldP spid="41" grpId="18" animBg="1"/>
      <p:bldP spid="41" grpId="19" animBg="1"/>
      <p:bldP spid="41" grpId="20" animBg="1"/>
      <p:bldP spid="41" grpId="21" animBg="1"/>
      <p:bldP spid="41" grpId="22" animBg="1"/>
      <p:bldP spid="41" grpId="23" animBg="1"/>
      <p:bldP spid="41" grpId="24" animBg="1"/>
      <p:bldP spid="41" grpId="25" animBg="1"/>
      <p:bldP spid="41" grpId="26" animBg="1"/>
      <p:bldP spid="41" grpId="27" animBg="1"/>
      <p:bldP spid="41" grpId="28" animBg="1"/>
      <p:bldP spid="41" grpId="29" animBg="1"/>
      <p:bldP spid="41" grpId="30" animBg="1"/>
      <p:bldP spid="41" grpId="31" animBg="1"/>
      <p:bldP spid="41" grpId="32" animBg="1"/>
      <p:bldP spid="41" grpId="33" animBg="1"/>
      <p:bldP spid="41" grpId="34" animBg="1"/>
      <p:bldP spid="41" grpId="35" animBg="1"/>
      <p:bldP spid="41" grpId="36" animBg="1"/>
      <p:bldP spid="41" grpId="37" animBg="1"/>
      <p:bldP spid="41" grpId="38" animBg="1"/>
      <p:bldP spid="41" grpId="39" animBg="1"/>
      <p:bldP spid="41" grpId="40" animBg="1"/>
      <p:bldP spid="41" grpId="41" animBg="1"/>
      <p:bldP spid="41" grpId="42" animBg="1"/>
      <p:bldP spid="41" grpId="43" animBg="1"/>
      <p:bldP spid="41" grpId="44" animBg="1"/>
      <p:bldP spid="41" grpId="45" animBg="1"/>
      <p:bldP spid="41" grpId="46" animBg="1"/>
      <p:bldP spid="41" grpId="47" animBg="1"/>
      <p:bldP spid="41" grpId="48" animBg="1"/>
      <p:bldP spid="41" grpId="49" animBg="1"/>
      <p:bldP spid="41" grpId="50" animBg="1"/>
      <p:bldP spid="41" grpId="51" animBg="1"/>
      <p:bldP spid="41" grpId="52" animBg="1"/>
      <p:bldP spid="42" grpId="0" animBg="1"/>
      <p:bldP spid="42" grpId="1" animBg="1"/>
      <p:bldP spid="42" grpId="2" animBg="1"/>
      <p:bldP spid="42" grpId="3" animBg="1"/>
      <p:bldP spid="42" grpId="4" animBg="1"/>
      <p:bldP spid="42" grpId="5" animBg="1"/>
      <p:bldP spid="42" grpId="6" animBg="1"/>
      <p:bldP spid="42" grpId="7" animBg="1"/>
      <p:bldP spid="42" grpId="8" animBg="1"/>
      <p:bldP spid="42" grpId="9" animBg="1"/>
      <p:bldP spid="42" grpId="10" animBg="1"/>
      <p:bldP spid="42" grpId="11" animBg="1"/>
      <p:bldP spid="42" grpId="12" animBg="1"/>
      <p:bldP spid="42" grpId="13" animBg="1"/>
      <p:bldP spid="42" grpId="14" animBg="1"/>
      <p:bldP spid="42" grpId="15" animBg="1"/>
      <p:bldP spid="42" grpId="16" animBg="1"/>
      <p:bldP spid="42" grpId="17" animBg="1"/>
      <p:bldP spid="42" grpId="18" animBg="1"/>
      <p:bldP spid="42" grpId="19" animBg="1"/>
      <p:bldP spid="42" grpId="20" animBg="1"/>
      <p:bldP spid="42" grpId="21" animBg="1"/>
      <p:bldP spid="42" grpId="22" animBg="1"/>
      <p:bldP spid="42" grpId="23" animBg="1"/>
      <p:bldP spid="42" grpId="24" animBg="1"/>
      <p:bldP spid="42" grpId="25" animBg="1"/>
      <p:bldP spid="42" grpId="26" animBg="1"/>
      <p:bldP spid="42" grpId="27" animBg="1"/>
      <p:bldP spid="42" grpId="28" animBg="1"/>
      <p:bldP spid="42" grpId="29" animBg="1"/>
      <p:bldP spid="42" grpId="30" animBg="1"/>
      <p:bldP spid="42" grpId="31" animBg="1"/>
      <p:bldP spid="42" grpId="32" animBg="1"/>
      <p:bldP spid="42" grpId="33" animBg="1"/>
      <p:bldP spid="42" grpId="34" animBg="1"/>
      <p:bldP spid="42" grpId="35" animBg="1"/>
      <p:bldP spid="42" grpId="36" animBg="1"/>
      <p:bldP spid="42" grpId="37" animBg="1"/>
      <p:bldP spid="42" grpId="38" animBg="1"/>
      <p:bldP spid="42" grpId="39" animBg="1"/>
      <p:bldP spid="42" grpId="40" animBg="1"/>
      <p:bldP spid="42" grpId="41" animBg="1"/>
      <p:bldP spid="42" grpId="42" animBg="1"/>
      <p:bldP spid="42" grpId="43" animBg="1"/>
      <p:bldP spid="42" grpId="44" animBg="1"/>
      <p:bldP spid="42" grpId="45" animBg="1"/>
      <p:bldP spid="42" grpId="46" animBg="1"/>
      <p:bldP spid="42" grpId="47" animBg="1"/>
      <p:bldP spid="42" grpId="48" animBg="1"/>
      <p:bldP spid="43" grpId="0" animBg="1"/>
      <p:bldP spid="43" grpId="1" animBg="1"/>
      <p:bldP spid="43" grpId="2" animBg="1"/>
      <p:bldP spid="43" grpId="3" animBg="1"/>
      <p:bldP spid="43" grpId="4" animBg="1"/>
      <p:bldP spid="43" grpId="5" animBg="1"/>
      <p:bldP spid="43" grpId="6" animBg="1"/>
      <p:bldP spid="43" grpId="7" animBg="1"/>
      <p:bldP spid="43" grpId="8" animBg="1"/>
      <p:bldP spid="43" grpId="9" animBg="1"/>
      <p:bldP spid="43" grpId="10" animBg="1"/>
      <p:bldP spid="43" grpId="11" animBg="1"/>
      <p:bldP spid="43" grpId="12" animBg="1"/>
      <p:bldP spid="43" grpId="13" animBg="1"/>
      <p:bldP spid="43" grpId="14" animBg="1"/>
      <p:bldP spid="43" grpId="15" animBg="1"/>
      <p:bldP spid="43" grpId="16" animBg="1"/>
      <p:bldP spid="43" grpId="17" animBg="1"/>
      <p:bldP spid="43" grpId="18" animBg="1"/>
      <p:bldP spid="43" grpId="19" animBg="1"/>
      <p:bldP spid="43" grpId="20" animBg="1"/>
      <p:bldP spid="43" grpId="21" animBg="1"/>
      <p:bldP spid="43" grpId="22" animBg="1"/>
      <p:bldP spid="43" grpId="23" animBg="1"/>
      <p:bldP spid="43" grpId="24" animBg="1"/>
      <p:bldP spid="43" grpId="25" animBg="1"/>
      <p:bldP spid="43" grpId="26" animBg="1"/>
      <p:bldP spid="43" grpId="27" animBg="1"/>
      <p:bldP spid="43" grpId="28" animBg="1"/>
      <p:bldP spid="43" grpId="29" animBg="1"/>
      <p:bldP spid="43" grpId="30" animBg="1"/>
      <p:bldP spid="43" grpId="31" animBg="1"/>
      <p:bldP spid="43" grpId="32" animBg="1"/>
      <p:bldP spid="43" grpId="33" animBg="1"/>
      <p:bldP spid="43" grpId="34" animBg="1"/>
      <p:bldP spid="43" grpId="35" animBg="1"/>
      <p:bldP spid="43" grpId="36" animBg="1"/>
      <p:bldP spid="43" grpId="37" animBg="1"/>
      <p:bldP spid="43" grpId="38" animBg="1"/>
      <p:bldP spid="43" grpId="39" animBg="1"/>
      <p:bldP spid="43" grpId="40" animBg="1"/>
      <p:bldP spid="43" grpId="41" animBg="1"/>
      <p:bldP spid="43" grpId="42" animBg="1"/>
      <p:bldP spid="43" grpId="43" animBg="1"/>
      <p:bldP spid="43" grpId="44" animBg="1"/>
      <p:bldP spid="43" grpId="45" animBg="1"/>
      <p:bldP spid="43" grpId="46" animBg="1"/>
      <p:bldP spid="43" grpId="47" animBg="1"/>
      <p:bldP spid="43" grpId="48" animBg="1"/>
      <p:bldP spid="43" grpId="49" animBg="1"/>
      <p:bldP spid="43" grpId="50" animBg="1"/>
      <p:bldP spid="46" grpId="0" animBg="1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