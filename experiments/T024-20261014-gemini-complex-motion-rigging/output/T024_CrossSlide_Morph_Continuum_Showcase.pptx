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1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1124"/>
              </a:gs>
              <a:gs pos="45000">
                <a:srgbClr val="1E293B"/>
              </a:gs>
              <a:gs pos="80000">
                <a:srgbClr val="6D3B5B"/>
              </a:gs>
              <a:gs pos="100000">
                <a:srgbClr val="E07A5F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80" b="1">
                <a:solidFill>
                  <a:srgbClr val="FFF8F0"/>
                </a:solidFill>
                <a:latin typeface="DejaVu Sans"/>
              </a:rPr>
              <a:t>CẢNH 1 (TOÀN CẢNH) · MÂY TRÔI NƯỚC CHẢY &amp; KHỞI NGUỒN CHUYỂN ĐỘNG LIÊN SLIDE</a:t>
            </a:r>
          </a:p>
        </p:txBody>
      </p:sp>
      <p:sp>
        <p:nvSpPr>
          <p:cNvPr id="4" name="Title:S1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0">
                <a:solidFill>
                  <a:srgbClr val="FDE2C4"/>
                </a:solidFill>
                <a:latin typeface="DejaVu Sans"/>
              </a:rPr>
              <a:t>Ngân sách nhận thức: Chỉ 1 nhịp chuyển động nội slide (fluid-scenery + release), sau đó Camera Zoom 1.18x &amp; Biến hình Đám mây → Chim hạc sang Slide 2</a:t>
            </a:r>
          </a:p>
        </p:txBody>
      </p:sp>
      <p:sp>
        <p:nvSpPr>
          <p:cNvPr id="5" name="!!hero-orb"/>
          <p:cNvSpPr/>
          <p:nvPr/>
        </p:nvSpPr>
        <p:spPr>
          <a:xfrm>
            <a:off x="8092440" y="1234440"/>
            <a:ext cx="1143000" cy="1143000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B703">
                  <a:alpha val="95000"/>
                </a:srgbClr>
              </a:gs>
              <a:gs pos="100000">
                <a:srgbClr val="FB8500">
                  <a:alpha val="9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g-mtn-far"/>
          <p:cNvSpPr/>
          <p:nvPr/>
        </p:nvSpPr>
        <p:spPr>
          <a:xfrm>
            <a:off x="243833" y="2331720"/>
            <a:ext cx="11704027" cy="246887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A3E63">
                  <a:alpha val="84000"/>
                </a:srgbClr>
              </a:gs>
              <a:gs pos="100000">
                <a:srgbClr val="1E293B">
                  <a:alpha val="94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g-mtn-mid"/>
          <p:cNvSpPr/>
          <p:nvPr/>
        </p:nvSpPr>
        <p:spPr>
          <a:xfrm>
            <a:off x="243833" y="3017520"/>
            <a:ext cx="11704027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A4747">
                  <a:alpha val="90000"/>
                </a:srgbClr>
              </a:gs>
              <a:gs pos="100000">
                <a:srgbClr val="0F172A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loud-left"/>
          <p:cNvSpPr/>
          <p:nvPr/>
        </p:nvSpPr>
        <p:spPr>
          <a:xfrm>
            <a:off x="975335" y="1234439"/>
            <a:ext cx="2438339" cy="7543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8F0">
                  <a:alpha val="88000"/>
                </a:srgbClr>
              </a:gs>
              <a:gs pos="100000">
                <a:srgbClr val="FCD5CE">
                  <a:alpha val="7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loud-right"/>
          <p:cNvSpPr/>
          <p:nvPr/>
        </p:nvSpPr>
        <p:spPr>
          <a:xfrm>
            <a:off x="8290352" y="1097280"/>
            <a:ext cx="2682172" cy="8229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FF3B0">
                  <a:alpha val="86000"/>
                </a:srgbClr>
              </a:gs>
              <a:gs pos="100000">
                <a:srgbClr val="F4A261">
                  <a:alpha val="6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etamorph-entity"/>
          <p:cNvSpPr/>
          <p:nvPr/>
        </p:nvSpPr>
        <p:spPr>
          <a:xfrm>
            <a:off x="3611880" y="1207008"/>
            <a:ext cx="2148840" cy="8412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75" y="761"/>
                  <a:pt x="44" y="719"/>
                  <a:pt x="36" y="680"/>
                </a:cubicBezTo>
                <a:cubicBezTo>
                  <a:pt x="28" y="642"/>
                  <a:pt x="50" y="592"/>
                  <a:pt x="62" y="549"/>
                </a:cubicBezTo>
                <a:cubicBezTo>
                  <a:pt x="73" y="507"/>
                  <a:pt x="86" y="466"/>
                  <a:pt x="105" y="427"/>
                </a:cubicBezTo>
                <a:cubicBezTo>
                  <a:pt x="124" y="388"/>
                  <a:pt x="144" y="340"/>
                  <a:pt x="177" y="315"/>
                </a:cubicBezTo>
                <a:cubicBezTo>
                  <a:pt x="210" y="289"/>
                  <a:pt x="266" y="288"/>
                  <a:pt x="303" y="274"/>
                </a:cubicBezTo>
                <a:cubicBezTo>
                  <a:pt x="341" y="260"/>
                  <a:pt x="366" y="251"/>
                  <a:pt x="400" y="231"/>
                </a:cubicBezTo>
                <a:cubicBezTo>
                  <a:pt x="434" y="210"/>
                  <a:pt x="467" y="162"/>
                  <a:pt x="507" y="151"/>
                </a:cubicBezTo>
                <a:cubicBezTo>
                  <a:pt x="546" y="139"/>
                  <a:pt x="601" y="144"/>
                  <a:pt x="639" y="162"/>
                </a:cubicBezTo>
                <a:cubicBezTo>
                  <a:pt x="677" y="179"/>
                  <a:pt x="698" y="234"/>
                  <a:pt x="736" y="253"/>
                </a:cubicBezTo>
                <a:cubicBezTo>
                  <a:pt x="773" y="272"/>
                  <a:pt x="828" y="253"/>
                  <a:pt x="862" y="275"/>
                </a:cubicBezTo>
                <a:cubicBezTo>
                  <a:pt x="896" y="296"/>
                  <a:pt x="924" y="342"/>
                  <a:pt x="939" y="382"/>
                </a:cubicBezTo>
                <a:cubicBezTo>
                  <a:pt x="955" y="422"/>
                  <a:pt x="949" y="468"/>
                  <a:pt x="955" y="512"/>
                </a:cubicBezTo>
                <a:cubicBezTo>
                  <a:pt x="961" y="556"/>
                  <a:pt x="981" y="602"/>
                  <a:pt x="975" y="644"/>
                </a:cubicBezTo>
                <a:cubicBezTo>
                  <a:pt x="969" y="686"/>
                  <a:pt x="950" y="739"/>
                  <a:pt x="919" y="764"/>
                </a:cubicBezTo>
                <a:cubicBezTo>
                  <a:pt x="887" y="788"/>
                  <a:pt x="832" y="783"/>
                  <a:pt x="787" y="789"/>
                </a:cubicBezTo>
                <a:cubicBezTo>
                  <a:pt x="742" y="795"/>
                  <a:pt x="697" y="796"/>
                  <a:pt x="652" y="799"/>
                </a:cubicBezTo>
                <a:cubicBezTo>
                  <a:pt x="607" y="801"/>
                  <a:pt x="561" y="802"/>
                  <a:pt x="516" y="802"/>
                </a:cubicBezTo>
                <a:cubicBezTo>
                  <a:pt x="471" y="803"/>
                  <a:pt x="426" y="802"/>
                  <a:pt x="380" y="801"/>
                </a:cubicBezTo>
                <a:cubicBezTo>
                  <a:pt x="335" y="799"/>
                  <a:pt x="290" y="797"/>
                  <a:pt x="245" y="794"/>
                </a:cubicBezTo>
                <a:cubicBezTo>
                  <a:pt x="200" y="790"/>
                  <a:pt x="145" y="799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BEB">
                  <a:alpha val="95000"/>
                </a:srgbClr>
              </a:gs>
              <a:gs pos="50000">
                <a:srgbClr val="FDE047">
                  <a:alpha val="90000"/>
                </a:srgbClr>
              </a:gs>
              <a:gs pos="100000">
                <a:srgbClr val="F59E0B">
                  <a:alpha val="8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ode-1"/>
          <p:cNvSpPr/>
          <p:nvPr/>
        </p:nvSpPr>
        <p:spPr>
          <a:xfrm>
            <a:off x="105156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1"/>
          <p:cNvSpPr txBox="1"/>
          <p:nvPr/>
        </p:nvSpPr>
        <p:spPr>
          <a:xfrm>
            <a:off x="1143000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DejaVu Sans"/>
              </a:rPr>
              <a:t>1. CẢM BIẾN QUANG</a:t>
            </a:r>
          </a:p>
        </p:txBody>
      </p:sp>
      <p:sp>
        <p:nvSpPr>
          <p:cNvPr id="13" name="!!node-2"/>
          <p:cNvSpPr/>
          <p:nvPr/>
        </p:nvSpPr>
        <p:spPr>
          <a:xfrm>
            <a:off x="365760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2"/>
          <p:cNvSpPr txBox="1"/>
          <p:nvPr/>
        </p:nvSpPr>
        <p:spPr>
          <a:xfrm>
            <a:off x="3749039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DejaVu Sans"/>
              </a:rPr>
              <a:t>2. KHỚP ĐỘNG HỌC</a:t>
            </a:r>
          </a:p>
        </p:txBody>
      </p:sp>
      <p:sp>
        <p:nvSpPr>
          <p:cNvPr id="15" name="!!node-3"/>
          <p:cNvSpPr/>
          <p:nvPr/>
        </p:nvSpPr>
        <p:spPr>
          <a:xfrm>
            <a:off x="626364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ode-label-3"/>
          <p:cNvSpPr txBox="1"/>
          <p:nvPr/>
        </p:nvSpPr>
        <p:spPr>
          <a:xfrm>
            <a:off x="6355079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  <a:latin typeface="DejaVu Sans"/>
              </a:rPr>
              <a:t>3. TRUYỀN ĐỘNG SỐ</a:t>
            </a:r>
          </a:p>
        </p:txBody>
      </p:sp>
      <p:sp>
        <p:nvSpPr>
          <p:cNvPr id="17" name="!!node-4"/>
          <p:cNvSpPr/>
          <p:nvPr/>
        </p:nvSpPr>
        <p:spPr>
          <a:xfrm>
            <a:off x="886968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node-label-4"/>
          <p:cNvSpPr txBox="1"/>
          <p:nvPr/>
        </p:nvSpPr>
        <p:spPr>
          <a:xfrm>
            <a:off x="8961120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A855F7"/>
                </a:solidFill>
                <a:latin typeface="DejaVu Sans"/>
              </a:rPr>
              <a:t>4. ĐIỀU PHỐI NHỊP</a:t>
            </a:r>
          </a:p>
        </p:txBody>
      </p:sp>
      <p:sp>
        <p:nvSpPr>
          <p:cNvPr id="19" name="!!wave-back"/>
          <p:cNvSpPr/>
          <p:nvPr/>
        </p:nvSpPr>
        <p:spPr>
          <a:xfrm>
            <a:off x="365750" y="4663440"/>
            <a:ext cx="11460193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A9D8F">
                  <a:alpha val="84000"/>
                </a:srgbClr>
              </a:gs>
              <a:gs pos="100000">
                <a:srgbClr val="0B1D26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wave-front"/>
          <p:cNvSpPr/>
          <p:nvPr/>
        </p:nvSpPr>
        <p:spPr>
          <a:xfrm>
            <a:off x="365750" y="5349240"/>
            <a:ext cx="11460193" cy="1371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8CAE4">
                  <a:alpha val="78000"/>
                </a:srgbClr>
              </a:gs>
              <a:gs pos="100000">
                <a:srgbClr val="03045E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5 -0.004292 E" pathEditMode="relative" rAng="0" ptsTypes="AA">
                                      <p:cBhvr>
                                        <p:cTn id="6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2680" y="10268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 0.000719 E" pathEditMode="relative" rAng="0" ptsTypes="AA">
                                      <p:cBhvr>
                                        <p:cTn id="1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970" y="10097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2 -0.004846 E" pathEditMode="relative" rAng="0" ptsTypes="AA">
                                      <p:cBhvr>
                                        <p:cTn id="1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100370" y="10037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643 0.003649 E" pathEditMode="relative" rAng="0" ptsTypes="AA">
                                      <p:cBhvr>
                                        <p:cTn id="1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8450" y="9845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59160">
                                      <p:cBhvr>
                                        <p:cTn id="2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248 0.010281 E" pathEditMode="relative" rAng="0" ptsTypes="AA">
                                      <p:cBhvr>
                                        <p:cTn id="2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9800" y="998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680">
                                      <p:cBhvr>
                                        <p:cTn id="2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35 -0.004292 L 0.007 -0.008419 E" pathEditMode="relative" rAng="0" ptsTypes="AA">
                                      <p:cBhvr>
                                        <p:cTn id="3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32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2211" y="102211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54 0.000719 L 0.0108 -0.000756 E" pathEditMode="relative" rAng="0" ptsTypes="AA">
                                      <p:cBhvr>
                                        <p:cTn id="3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723" y="100723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72 -0.004846 L 0.0144 -0.010646 E" pathEditMode="relative" rAng="0" ptsTypes="AA">
                                      <p:cBhvr>
                                        <p:cTn id="3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50" y="10005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15643 0.003649 L 0.022013 0.012312 E" pathEditMode="relative" rAng="0" ptsTypes="AA">
                                      <p:cBhvr>
                                        <p:cTn id="4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4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4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9360" y="9936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5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24120">
                                      <p:cBhvr>
                                        <p:cTn id="4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0.002248 0.010281 L 0.00938 0.018426 E" pathEditMode="relative" rAng="0" ptsTypes="AA">
                                      <p:cBhvr>
                                        <p:cTn id="4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4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50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042" y="101042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5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39720">
                                      <p:cBhvr>
                                        <p:cTn id="5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07 -0.008419 L 0.0105 -0.012223 E" pathEditMode="relative" rAng="0" ptsTypes="AA">
                                      <p:cBhvr>
                                        <p:cTn id="5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6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1448" y="101448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08 -0.000756 L 0.0162 -0.00405 E" pathEditMode="relative" rAng="0" ptsTypes="AA">
                                      <p:cBhvr>
                                        <p:cTn id="5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0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442" y="100442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44 -0.010646 L 0.0216 -0.015923 E" pathEditMode="relative" rAng="0" ptsTypes="AA">
                                      <p:cBhvr>
                                        <p:cTn id="6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4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721" y="99721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2013 0.012312 L 0.015379 0.020916 E" pathEditMode="relative" rAng="0" ptsTypes="AA">
                                      <p:cBhvr>
                                        <p:cTn id="6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8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675" y="100675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8" presetClass="emph" presetSubtype="0" fill="hold" grpId="8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-25080">
                                      <p:cBhvr>
                                        <p:cTn id="7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0938 0.018426 L 0.028074 0.019662 E" pathEditMode="relative" rAng="0" ptsTypes="AA">
                                      <p:cBhvr>
                                        <p:cTn id="7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74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656" y="101656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8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63840">
                                      <p:cBhvr>
                                        <p:cTn id="7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05 -0.012223 L 0.014 -0.015556 E" pathEditMode="relative" rAng="0" ptsTypes="AA">
                                      <p:cBhvr>
                                        <p:cTn id="7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0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0498" y="100498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62 -0.00405 L 0.0216 -0.008322 E" pathEditMode="relative" rAng="0" ptsTypes="AA">
                                      <p:cBhvr>
                                        <p:cTn id="82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4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127" y="100127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216 -0.015923 L 0.0288 -0.019329 E" pathEditMode="relative" rAng="0" ptsTypes="AA">
                                      <p:cBhvr>
                                        <p:cTn id="86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8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421" y="99421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9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5379 0.020916 L -0.000373 0.024419 E" pathEditMode="relative" rAng="0" ptsTypes="AA">
                                      <p:cBhvr>
                                        <p:cTn id="9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" presetClass="emph" presetSubtype="0" fill="hold" grpId="10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1584" y="101584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8" presetClass="emph" presetSubtype="0" fill="hold" grpId="11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-59640">
                                      <p:cBhvr>
                                        <p:cTn id="9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9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28074 0.019662 L 0.042882 0.013266 E" pathEditMode="relative" rAng="0" ptsTypes="AA">
                                      <p:cBhvr>
                                        <p:cTn id="9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" presetClass="emph" presetSubtype="0" fill="hold" grpId="10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98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288" y="101288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11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50520">
                                      <p:cBhvr>
                                        <p:cTn id="10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14 -0.015556 L 0.0175 -0.018292 E" pathEditMode="relative" rAng="0" ptsTypes="AA">
                                      <p:cBhvr>
                                        <p:cTn id="102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4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9505" y="99505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216 -0.008322 L 0.027 -0.012483 E" pathEditMode="relative" rAng="0" ptsTypes="AA">
                                      <p:cBhvr>
                                        <p:cTn id="10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8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814" y="99814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288 -0.019329 L 0.036 -0.019998 E" pathEditMode="relative" rAng="0" ptsTypes="AA">
                                      <p:cBhvr>
                                        <p:cTn id="1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12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156" y="99156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1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0.000373 0.024419 L -0.016016 0.02077 E" pathEditMode="relative" rAng="0" ptsTypes="AA">
                                      <p:cBhvr>
                                        <p:cTn id="11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grpId="13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16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1549" y="101549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-59160">
                                      <p:cBhvr>
                                        <p:cTn id="11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1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42882 0.013266 L 0.04513 0.002985 E" pathEditMode="relative" rAng="0" ptsTypes="AA">
                                      <p:cBhvr>
                                        <p:cTn id="12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" presetClass="emph" presetSubtype="0" fill="hold" grpId="13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22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202" y="100202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7680">
                                      <p:cBhvr>
                                        <p:cTn id="12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175 -0.018292 L 0.021 -0.020325 E" pathEditMode="relative" rAng="0" ptsTypes="AA">
                                      <p:cBhvr>
                                        <p:cTn id="126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28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8572" y="98572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27 -0.012483 L 0.0324 -0.015471 E" pathEditMode="relative" rAng="0" ptsTypes="AA">
                                      <p:cBhvr>
                                        <p:cTn id="13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2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500" y="995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6 -0.019998 L 0.0432 -0.017757 E" pathEditMode="relative" rAng="0" ptsTypes="AA">
                                      <p:cBhvr>
                                        <p:cTn id="1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6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926" y="98926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15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016016 0.02077 L -0.022386 0.012107 E" pathEditMode="relative" rAng="0" ptsTypes="AA">
                                      <p:cBhvr>
                                        <p:cTn id="13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" presetClass="emph" presetSubtype="0" fill="hold" grpId="16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0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620" y="10062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8" presetClass="emph" presetSubtype="0" fill="hold" grpId="17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24120">
                                      <p:cBhvr>
                                        <p:cTn id="14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15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4513 0.002985 L 0.033501 -0.005159 E" pathEditMode="relative" rAng="0" ptsTypes="AA">
                                      <p:cBhvr>
                                        <p:cTn id="14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" presetClass="emph" presetSubtype="0" fill="hold" grpId="16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6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9000" y="99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8" presetClass="emph" presetSubtype="0" fill="hold" grpId="17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39660">
                                      <p:cBhvr>
                                        <p:cTn id="14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21 -0.020325 L 0.0245 -0.021577 E" pathEditMode="relative" rAng="0" ptsTypes="AA">
                                      <p:cBhvr>
                                        <p:cTn id="15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52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7837" y="97837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324 -0.015471 L 0.0378 -0.016526 E" pathEditMode="relative" rAng="0" ptsTypes="AA">
                                      <p:cBhvr>
                                        <p:cTn id="15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56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232" y="99232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432 -0.017757 L 0.0504 -0.013179 E" pathEditMode="relative" rAng="0" ptsTypes="AA">
                                      <p:cBhvr>
                                        <p:cTn id="15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60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761" y="98761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18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22386 0.012107 L -0.015752 0.003504 E" pathEditMode="relative" rAng="0" ptsTypes="AA">
                                      <p:cBhvr>
                                        <p:cTn id="16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" presetClass="emph" presetSubtype="0" fill="hold" grpId="19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6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9354" y="99354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20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25140">
                                      <p:cBhvr>
                                        <p:cTn id="16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18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33501 -0.005159 L 0.014808 -0.006396 E" pathEditMode="relative" rAng="0" ptsTypes="AA">
                                      <p:cBhvr>
                                        <p:cTn id="16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" presetClass="emph" presetSubtype="0" fill="hold" grpId="19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70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8369" y="98369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8" presetClass="emph" presetSubtype="0" fill="hold" grpId="20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63840">
                                      <p:cBhvr>
                                        <p:cTn id="17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245 -0.021577 L 0.028 -0.022 E" pathEditMode="relative" rAng="0" ptsTypes="AA">
                                      <p:cBhvr>
                                        <p:cTn id="17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76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7390" y="9739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378 -0.016526 L 0.0432 -0.015377 E" pathEditMode="relative" rAng="0" ptsTypes="AA">
                                      <p:cBhvr>
                                        <p:cTn id="17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0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8988" y="98988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504 -0.013179 L 0.0576 -0.00743 E" pathEditMode="relative" rAng="0" ptsTypes="AA">
                                      <p:cBhvr>
                                        <p:cTn id="18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4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683" y="98683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0" presetClass="path" presetSubtype="0" fill="hold" grpId="21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-0.015752 0.003504 L -0 0 E" pathEditMode="relative" rAng="0" ptsTypes="AA">
                                      <p:cBhvr>
                                        <p:cTn id="18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6" presetClass="emph" presetSubtype="0" fill="hold" grpId="22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8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8464" y="98464"/>
                                    </p:animScale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23" nodeType="withEffect">
                                  <p:stCondLst>
                                    <p:cond delay="2450"/>
                                  </p:stCondLst>
                                  <p:childTnLst>
                                    <p:animRot by="59580">
                                      <p:cBhvr>
                                        <p:cTn id="19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21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14808 -0.006396 L 0 -0 E" pathEditMode="relative" rAng="0" ptsTypes="AA">
                                      <p:cBhvr>
                                        <p:cTn id="19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" presetClass="emph" presetSubtype="0" fill="hold" grpId="22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94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8697" y="98697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8" presetClass="emph" presetSubtype="0" fill="hold" grpId="23" nodeType="withEffect">
                                  <p:stCondLst>
                                    <p:cond delay="2450"/>
                                  </p:stCondLst>
                                  <p:childTnLst>
                                    <p:animRot by="-50580">
                                      <p:cBhvr>
                                        <p:cTn id="19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800"/>
                            </p:stCondLst>
                            <p:childTnLst>
                              <p:par>
                                <p:cTn id="198" presetID="0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 -0.022 L 0 0 E" pathEditMode="relative" rAng="0" ptsTypes="AA">
                                      <p:cBhvr>
                                        <p:cTn id="19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0" presetClass="path" presetSubtype="0" accel="50000" decel="5000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 -0.015377 L 0 0 E" pathEditMode="relative" rAng="0" ptsTypes="AA">
                                      <p:cBhvr>
                                        <p:cTn id="20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6" presetClass="emph" presetSubtype="0" accel="50000" decel="5000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3" dur="6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220" y="100220"/>
                                    </p:animScale>
                                  </p:childTnLst>
                                </p:cTn>
                              </p:par>
                              <p:par>
                                <p:cTn id="204" presetID="0" presetClass="path" presetSubtype="0" accel="50000" decel="5000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6 -0.00743 L 0 0 E" pathEditMode="relative" rAng="0" ptsTypes="AA">
                                      <p:cBhvr>
                                        <p:cTn id="20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6" presetClass="emph" presetSubtype="0" accel="50000" decel="5000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7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64" y="105064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5" grpId="9" animBg="1"/>
      <p:bldP spid="5" grpId="10" animBg="1"/>
      <p:bldP spid="5" grpId="11" animBg="1"/>
      <p:bldP spid="5" grpId="12" animBg="1"/>
      <p:bldP spid="5" grpId="13" animBg="1"/>
      <p:bldP spid="5" grpId="14" animBg="1"/>
      <p:bldP spid="5" grpId="15" animBg="1"/>
      <p:bldP spid="5" grpId="16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9" grpId="15" animBg="1"/>
      <p:bldP spid="9" grpId="16" animBg="1"/>
      <p:bldP spid="9" grpId="17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2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132B"/>
              </a:gs>
              <a:gs pos="55000">
                <a:srgbClr val="1C2541"/>
              </a:gs>
              <a:gs pos="100000">
                <a:srgbClr val="0F172A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80" b="1">
                <a:solidFill>
                  <a:srgbClr val="F8FAFC"/>
                </a:solidFill>
                <a:latin typeface="DejaVu Sans"/>
              </a:rPr>
              <a:t>CẢNH 2 (TRUNG CẢNH PARALLAX) · ĐÁM MÂY BIẾN HÌNH THÀNH CHIM HẠC &amp; NGƯỜI BƯỚC ĐI</a:t>
            </a:r>
          </a:p>
        </p:txBody>
      </p:sp>
      <p:sp>
        <p:nvSpPr>
          <p:cNvPr id="4" name="Title:S2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0">
                <a:solidFill>
                  <a:srgbClr val="94A3B8"/>
                </a:solidFill>
                <a:latin typeface="DejaVu Sans"/>
              </a:rPr>
              <a:t>Chuyển cảnh Morph (1.8s): Camera đẩy cận cảnh theo chiều sâu Z · Đám mây 20 đoạn Bézier biến hình mượt thành Chim Hạc · 4 thẻ thu gọn thành cụm phải</a:t>
            </a:r>
          </a:p>
        </p:txBody>
      </p:sp>
      <p:sp>
        <p:nvSpPr>
          <p:cNvPr id="5" name="!!hero-orb"/>
          <p:cNvSpPr/>
          <p:nvPr/>
        </p:nvSpPr>
        <p:spPr>
          <a:xfrm>
            <a:off x="6995160" y="1325880"/>
            <a:ext cx="1508760" cy="1508760"/>
          </a:xfrm>
          <a:prstGeom prst="ellipse">
            <a:avLst/>
          </a:prstGeom>
          <a:gradFill>
            <a:gsLst>
              <a:gs pos="0">
                <a:srgbClr val="FFFBEB">
                  <a:alpha val="98000"/>
                </a:srgbClr>
              </a:gs>
              <a:gs pos="50000">
                <a:srgbClr val="F59E0B">
                  <a:alpha val="92000"/>
                </a:srgbClr>
              </a:gs>
              <a:gs pos="100000">
                <a:srgbClr val="B45309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g-mtn-far"/>
          <p:cNvSpPr/>
          <p:nvPr/>
        </p:nvSpPr>
        <p:spPr>
          <a:xfrm>
            <a:off x="243833" y="2321090"/>
            <a:ext cx="11460193" cy="257319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34155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g-mtn-mid"/>
          <p:cNvSpPr/>
          <p:nvPr/>
        </p:nvSpPr>
        <p:spPr>
          <a:xfrm>
            <a:off x="243833" y="3047969"/>
            <a:ext cx="11460193" cy="2344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1E293B">
                  <a:alpha val="92000"/>
                </a:srgbClr>
              </a:gs>
              <a:gs pos="100000">
                <a:srgbClr val="090D16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loud-left"/>
          <p:cNvSpPr/>
          <p:nvPr/>
        </p:nvSpPr>
        <p:spPr>
          <a:xfrm>
            <a:off x="243833" y="1107909"/>
            <a:ext cx="2670712" cy="8262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E2E8F0">
                  <a:alpha val="78000"/>
                </a:srgbClr>
              </a:gs>
              <a:gs pos="100000">
                <a:srgbClr val="94A3B8">
                  <a:alpha val="5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loud-right"/>
          <p:cNvSpPr/>
          <p:nvPr/>
        </p:nvSpPr>
        <p:spPr>
          <a:xfrm>
            <a:off x="8058832" y="957651"/>
            <a:ext cx="2937832" cy="90141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DE68A">
                  <a:alpha val="78000"/>
                </a:srgbClr>
              </a:gs>
              <a:gs pos="100000">
                <a:srgbClr val="F59E0B">
                  <a:alpha val="5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etamorph-entity"/>
          <p:cNvSpPr/>
          <p:nvPr/>
        </p:nvSpPr>
        <p:spPr>
          <a:xfrm>
            <a:off x="4160520" y="1234440"/>
            <a:ext cx="1691640" cy="8686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36" y="509"/>
                </a:moveTo>
                <a:cubicBezTo>
                  <a:pt x="96" y="530"/>
                  <a:pt x="39" y="606"/>
                  <a:pt x="30" y="600"/>
                </a:cubicBezTo>
                <a:cubicBezTo>
                  <a:pt x="21" y="594"/>
                  <a:pt x="63" y="512"/>
                  <a:pt x="84" y="470"/>
                </a:cubicBezTo>
                <a:cubicBezTo>
                  <a:pt x="104" y="428"/>
                  <a:pt x="124" y="385"/>
                  <a:pt x="151" y="347"/>
                </a:cubicBezTo>
                <a:cubicBezTo>
                  <a:pt x="178" y="310"/>
                  <a:pt x="208" y="264"/>
                  <a:pt x="246" y="246"/>
                </a:cubicBezTo>
                <a:cubicBezTo>
                  <a:pt x="284" y="227"/>
                  <a:pt x="340" y="219"/>
                  <a:pt x="377" y="234"/>
                </a:cubicBezTo>
                <a:cubicBezTo>
                  <a:pt x="414" y="250"/>
                  <a:pt x="444" y="318"/>
                  <a:pt x="468" y="338"/>
                </a:cubicBezTo>
                <a:cubicBezTo>
                  <a:pt x="493" y="358"/>
                  <a:pt x="502" y="369"/>
                  <a:pt x="525" y="353"/>
                </a:cubicBezTo>
                <a:cubicBezTo>
                  <a:pt x="548" y="337"/>
                  <a:pt x="573" y="262"/>
                  <a:pt x="609" y="242"/>
                </a:cubicBezTo>
                <a:cubicBezTo>
                  <a:pt x="644" y="223"/>
                  <a:pt x="701" y="222"/>
                  <a:pt x="740" y="237"/>
                </a:cubicBezTo>
                <a:cubicBezTo>
                  <a:pt x="778" y="252"/>
                  <a:pt x="811" y="298"/>
                  <a:pt x="839" y="334"/>
                </a:cubicBezTo>
                <a:cubicBezTo>
                  <a:pt x="868" y="370"/>
                  <a:pt x="889" y="414"/>
                  <a:pt x="909" y="455"/>
                </a:cubicBezTo>
                <a:cubicBezTo>
                  <a:pt x="930" y="497"/>
                  <a:pt x="969" y="574"/>
                  <a:pt x="964" y="585"/>
                </a:cubicBezTo>
                <a:cubicBezTo>
                  <a:pt x="959" y="595"/>
                  <a:pt x="914" y="537"/>
                  <a:pt x="878" y="517"/>
                </a:cubicBezTo>
                <a:cubicBezTo>
                  <a:pt x="842" y="498"/>
                  <a:pt x="791" y="469"/>
                  <a:pt x="748" y="470"/>
                </a:cubicBezTo>
                <a:cubicBezTo>
                  <a:pt x="705" y="470"/>
                  <a:pt x="656" y="493"/>
                  <a:pt x="620" y="520"/>
                </a:cubicBezTo>
                <a:cubicBezTo>
                  <a:pt x="585" y="546"/>
                  <a:pt x="559" y="609"/>
                  <a:pt x="535" y="630"/>
                </a:cubicBezTo>
                <a:cubicBezTo>
                  <a:pt x="510" y="650"/>
                  <a:pt x="497" y="660"/>
                  <a:pt x="473" y="644"/>
                </a:cubicBezTo>
                <a:cubicBezTo>
                  <a:pt x="450" y="628"/>
                  <a:pt x="426" y="560"/>
                  <a:pt x="392" y="531"/>
                </a:cubicBezTo>
                <a:cubicBezTo>
                  <a:pt x="357" y="502"/>
                  <a:pt x="311" y="475"/>
                  <a:pt x="268" y="471"/>
                </a:cubicBezTo>
                <a:cubicBezTo>
                  <a:pt x="226" y="467"/>
                  <a:pt x="176" y="487"/>
                  <a:pt x="136" y="509"/>
                </a:cubicBezTo>
                <a:close/>
              </a:path>
            </a:pathLst>
          </a:custGeom>
          <a:gradFill>
            <a:gsLst>
              <a:gs pos="0">
                <a:srgbClr val="FEF08A">
                  <a:alpha val="98000"/>
                </a:srgbClr>
              </a:gs>
              <a:gs pos="50000">
                <a:srgbClr val="F97316">
                  <a:alpha val="95000"/>
                </a:srgbClr>
              </a:gs>
              <a:gs pos="100000">
                <a:srgbClr val="EA580C">
                  <a:alpha val="9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ode-1"/>
          <p:cNvSpPr/>
          <p:nvPr/>
        </p:nvSpPr>
        <p:spPr>
          <a:xfrm>
            <a:off x="6720840" y="31546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1"/>
          <p:cNvSpPr txBox="1"/>
          <p:nvPr/>
        </p:nvSpPr>
        <p:spPr>
          <a:xfrm>
            <a:off x="6830568" y="33558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DejaVu Sans"/>
              </a:rPr>
              <a:t>1. CẢM BIẾN QUANG</a:t>
            </a:r>
          </a:p>
        </p:txBody>
      </p:sp>
      <p:sp>
        <p:nvSpPr>
          <p:cNvPr id="13" name="!!node-2"/>
          <p:cNvSpPr/>
          <p:nvPr/>
        </p:nvSpPr>
        <p:spPr>
          <a:xfrm>
            <a:off x="9281160" y="31546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2"/>
          <p:cNvSpPr txBox="1"/>
          <p:nvPr/>
        </p:nvSpPr>
        <p:spPr>
          <a:xfrm>
            <a:off x="9390888" y="33558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DejaVu Sans"/>
              </a:rPr>
              <a:t>2. KHỚP ĐỘNG HỌC</a:t>
            </a:r>
          </a:p>
        </p:txBody>
      </p:sp>
      <p:sp>
        <p:nvSpPr>
          <p:cNvPr id="15" name="!!node-3"/>
          <p:cNvSpPr/>
          <p:nvPr/>
        </p:nvSpPr>
        <p:spPr>
          <a:xfrm>
            <a:off x="6720840" y="40690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ode-label-3"/>
          <p:cNvSpPr txBox="1"/>
          <p:nvPr/>
        </p:nvSpPr>
        <p:spPr>
          <a:xfrm>
            <a:off x="6830568" y="42702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DejaVu Sans"/>
              </a:rPr>
              <a:t>3. TRUYỀN ĐỘNG SỐ</a:t>
            </a:r>
          </a:p>
        </p:txBody>
      </p:sp>
      <p:sp>
        <p:nvSpPr>
          <p:cNvPr id="17" name="!!node-4"/>
          <p:cNvSpPr/>
          <p:nvPr/>
        </p:nvSpPr>
        <p:spPr>
          <a:xfrm>
            <a:off x="9281160" y="40690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node-label-4"/>
          <p:cNvSpPr txBox="1"/>
          <p:nvPr/>
        </p:nvSpPr>
        <p:spPr>
          <a:xfrm>
            <a:off x="9390888" y="42702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855F7"/>
                </a:solidFill>
                <a:latin typeface="DejaVu Sans"/>
              </a:rPr>
              <a:t>4. ĐIỀU PHỐI NHỊP</a:t>
            </a:r>
          </a:p>
        </p:txBody>
      </p:sp>
      <p:sp>
        <p:nvSpPr>
          <p:cNvPr id="19" name="!!wave-back"/>
          <p:cNvSpPr/>
          <p:nvPr/>
        </p:nvSpPr>
        <p:spPr>
          <a:xfrm>
            <a:off x="243833" y="4943040"/>
            <a:ext cx="11460193" cy="164063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0284C7">
                  <a:alpha val="76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wave-front"/>
          <p:cNvSpPr/>
          <p:nvPr/>
        </p:nvSpPr>
        <p:spPr>
          <a:xfrm>
            <a:off x="243833" y="5623559"/>
            <a:ext cx="11460193" cy="9601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8BDF8">
                  <a:alpha val="72000"/>
                </a:srgbClr>
              </a:gs>
              <a:gs pos="100000">
                <a:srgbClr val="020617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alker1:Shadow"/>
          <p:cNvSpPr/>
          <p:nvPr/>
        </p:nvSpPr>
        <p:spPr>
          <a:xfrm>
            <a:off x="1171895" y="5047122"/>
            <a:ext cx="1075334" cy="197144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alker1:Arm_R"/>
          <p:cNvSpPr/>
          <p:nvPr/>
        </p:nvSpPr>
        <p:spPr>
          <a:xfrm>
            <a:off x="1566184" y="2878531"/>
            <a:ext cx="250911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0369A1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alker1:Forearm_R"/>
          <p:cNvSpPr/>
          <p:nvPr/>
        </p:nvSpPr>
        <p:spPr>
          <a:xfrm>
            <a:off x="1584106" y="3398276"/>
            <a:ext cx="215066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alker1:Prop_R"/>
          <p:cNvSpPr/>
          <p:nvPr/>
        </p:nvSpPr>
        <p:spPr>
          <a:xfrm>
            <a:off x="1548262" y="3935943"/>
            <a:ext cx="286755" cy="286755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Walker1:Prop_R_Cap"/>
          <p:cNvSpPr/>
          <p:nvPr/>
        </p:nvSpPr>
        <p:spPr>
          <a:xfrm>
            <a:off x="1619951" y="3909060"/>
            <a:ext cx="143377" cy="44805"/>
          </a:xfrm>
          <a:prstGeom prst="rect">
            <a:avLst/>
          </a:prstGeom>
          <a:solidFill>
            <a:srgbClr val="78350F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alker1:Thigh_R"/>
          <p:cNvSpPr/>
          <p:nvPr/>
        </p:nvSpPr>
        <p:spPr>
          <a:xfrm>
            <a:off x="1548262" y="3702954"/>
            <a:ext cx="304678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alker1:Calf_R"/>
          <p:cNvSpPr/>
          <p:nvPr/>
        </p:nvSpPr>
        <p:spPr>
          <a:xfrm>
            <a:off x="1566184" y="4330232"/>
            <a:ext cx="250911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alker1:Foot_R"/>
          <p:cNvSpPr/>
          <p:nvPr/>
        </p:nvSpPr>
        <p:spPr>
          <a:xfrm>
            <a:off x="1548262" y="4921666"/>
            <a:ext cx="394289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alker1:Scarf"/>
          <p:cNvSpPr/>
          <p:nvPr/>
        </p:nvSpPr>
        <p:spPr>
          <a:xfrm>
            <a:off x="974750" y="2770997"/>
            <a:ext cx="761695" cy="322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F43F5E">
                  <a:alpha val="95000"/>
                </a:srgbClr>
              </a:gs>
              <a:gs pos="100000">
                <a:srgbClr val="FB923C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alker1:Torso"/>
          <p:cNvSpPr/>
          <p:nvPr/>
        </p:nvSpPr>
        <p:spPr>
          <a:xfrm>
            <a:off x="1440728" y="2806842"/>
            <a:ext cx="501822" cy="10394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Walker1:Torso_Collar"/>
          <p:cNvSpPr/>
          <p:nvPr/>
        </p:nvSpPr>
        <p:spPr>
          <a:xfrm>
            <a:off x="1566184" y="2842686"/>
            <a:ext cx="250911" cy="197144"/>
          </a:xfrm>
          <a:prstGeom prst="chevron">
            <a:avLst/>
          </a:prstGeom>
          <a:solidFill>
            <a:srgbClr val="F8FAFC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alker1:Torso_Belt"/>
          <p:cNvSpPr/>
          <p:nvPr/>
        </p:nvSpPr>
        <p:spPr>
          <a:xfrm>
            <a:off x="1494495" y="3434120"/>
            <a:ext cx="394289" cy="71688"/>
          </a:xfrm>
          <a:prstGeom prst="rect">
            <a:avLst/>
          </a:prstGeom>
          <a:solidFill>
            <a:srgbClr val="F59E0B">
              <a:alpha val="9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alker1:Head"/>
          <p:cNvSpPr/>
          <p:nvPr/>
        </p:nvSpPr>
        <p:spPr>
          <a:xfrm>
            <a:off x="1503456" y="2358786"/>
            <a:ext cx="376367" cy="412211"/>
          </a:xfrm>
          <a:prstGeom prst="ellipse">
            <a:avLst/>
          </a:pr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alker1:Head_Hair"/>
          <p:cNvSpPr/>
          <p:nvPr/>
        </p:nvSpPr>
        <p:spPr>
          <a:xfrm>
            <a:off x="1485534" y="2322941"/>
            <a:ext cx="412211" cy="250911"/>
          </a:xfrm>
          <a:prstGeom prst="chord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alker1:Head_Eye"/>
          <p:cNvSpPr/>
          <p:nvPr/>
        </p:nvSpPr>
        <p:spPr>
          <a:xfrm>
            <a:off x="1745406" y="2520086"/>
            <a:ext cx="53766" cy="53766"/>
          </a:xfrm>
          <a:prstGeom prst="ellipse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Walker1:Thigh_L"/>
          <p:cNvSpPr/>
          <p:nvPr/>
        </p:nvSpPr>
        <p:spPr>
          <a:xfrm>
            <a:off x="1530339" y="3702954"/>
            <a:ext cx="322600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Walker1:Calf_L"/>
          <p:cNvSpPr/>
          <p:nvPr/>
        </p:nvSpPr>
        <p:spPr>
          <a:xfrm>
            <a:off x="1557223" y="4330232"/>
            <a:ext cx="268833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Walker1:Foot_L"/>
          <p:cNvSpPr/>
          <p:nvPr/>
        </p:nvSpPr>
        <p:spPr>
          <a:xfrm>
            <a:off x="1548262" y="4921666"/>
            <a:ext cx="412211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alker1:Foot_L_Sole"/>
          <p:cNvSpPr/>
          <p:nvPr/>
        </p:nvSpPr>
        <p:spPr>
          <a:xfrm>
            <a:off x="1566184" y="5074005"/>
            <a:ext cx="376367" cy="35844"/>
          </a:xfrm>
          <a:prstGeom prst="rect">
            <a:avLst/>
          </a:prstGeom>
          <a:solidFill>
            <a:srgbClr val="E2E8F0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Walker1:Arm_L"/>
          <p:cNvSpPr/>
          <p:nvPr/>
        </p:nvSpPr>
        <p:spPr>
          <a:xfrm>
            <a:off x="1557223" y="2878531"/>
            <a:ext cx="268833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Walker1:Forearm_L"/>
          <p:cNvSpPr/>
          <p:nvPr/>
        </p:nvSpPr>
        <p:spPr>
          <a:xfrm>
            <a:off x="1575145" y="3398276"/>
            <a:ext cx="224028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333 -0 E" pathEditMode="relative" rAng="0" ptsTypes="AA">
                                      <p:cBhvr>
                                        <p:cTn id="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48 9e-06 E" pathEditMode="relative" rAng="0" ptsTypes="AA">
                                      <p:cBhvr>
                                        <p:cTn id="1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956 -3e-06 E" pathEditMode="relative" rAng="0" ptsTypes="AA">
                                      <p:cBhvr>
                                        <p:cTn id="1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62 1.8e-05 E" pathEditMode="relative" rAng="0" ptsTypes="AA">
                                      <p:cBhvr>
                                        <p:cTn id="1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2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6 1.9e-05 E" pathEditMode="relative" rAng="0" ptsTypes="AA">
                                      <p:cBhvr>
                                        <p:cTn id="2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2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83 7.2e-05 E" pathEditMode="relative" rAng="0" ptsTypes="AA">
                                      <p:cBhvr>
                                        <p:cTn id="2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2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991 -0.000233 E" pathEditMode="relative" rAng="0" ptsTypes="AA">
                                      <p:cBhvr>
                                        <p:cTn id="3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333 0 E" pathEditMode="relative" rAng="0" ptsTypes="AA">
                                      <p:cBhvr>
                                        <p:cTn id="3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3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3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4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4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4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5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5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333 -0 L 0.016667 -0 E" pathEditMode="relative" rAng="0" ptsTypes="AA">
                                      <p:cBhvr>
                                        <p:cTn id="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6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48 9e-06 L 0.018628 3.4e-05 E" pathEditMode="relative" rAng="0" ptsTypes="AA">
                                      <p:cBhvr>
                                        <p:cTn id="6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6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956 -3e-06 L 0.015937 -1.3e-05 E" pathEditMode="relative" rAng="0" ptsTypes="AA">
                                      <p:cBhvr>
                                        <p:cTn id="7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7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62 1.8e-05 L 0.018847 6.8e-05 E" pathEditMode="relative" rAng="0" ptsTypes="AA">
                                      <p:cBhvr>
                                        <p:cTn id="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7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6 1.9e-05 L 0.019114 7e-05 E" pathEditMode="relative" rAng="0" ptsTypes="AA">
                                      <p:cBhvr>
                                        <p:cTn id="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83 7.2e-05 L 0.018887 0.000172 E" pathEditMode="relative" rAng="0" ptsTypes="AA">
                                      <p:cBhvr>
                                        <p:cTn id="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991 -0.000233 L 0.017938 -0.00043 E" pathEditMode="relative" rAng="0" ptsTypes="AA">
                                      <p:cBhvr>
                                        <p:cTn id="8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333 0 L 0.016667 0 E" pathEditMode="relative" rAng="0" ptsTypes="AA">
                                      <p:cBhvr>
                                        <p:cTn id="8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9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9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9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9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10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1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10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0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0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1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11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667 -0 L 0.025 -0 E" pathEditMode="relative" rAng="0" ptsTypes="AA">
                                      <p:cBhvr>
                                        <p:cTn id="11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628 3.4e-05 L 0.027772 6.8e-05 E" pathEditMode="relative" rAng="0" ptsTypes="AA">
                                      <p:cBhvr>
                                        <p:cTn id="12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937 -1.3e-05 L 0.023969 -2.5e-05 E" pathEditMode="relative" rAng="0" ptsTypes="AA">
                                      <p:cBhvr>
                                        <p:cTn id="12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847 6.8e-05 L 0.028083 0.000135 E" pathEditMode="relative" rAng="0" ptsTypes="AA">
                                      <p:cBhvr>
                                        <p:cTn id="13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3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114 7e-05 L 0.02846 0.000139 E" pathEditMode="relative" rAng="0" ptsTypes="AA">
                                      <p:cBhvr>
                                        <p:cTn id="13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3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887 0.000172 L 0.028139 0.000283 E" pathEditMode="relative" rAng="0" ptsTypes="AA">
                                      <p:cBhvr>
                                        <p:cTn id="13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4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938 -0.00043 L 0.026801 -0.000586 E" pathEditMode="relative" rAng="0" ptsTypes="AA">
                                      <p:cBhvr>
                                        <p:cTn id="1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667 0 L 0.025 0 E" pathEditMode="relative" rAng="0" ptsTypes="AA">
                                      <p:cBhvr>
                                        <p:cTn id="14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14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14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1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1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15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1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15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6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6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6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6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6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7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 -0 L 0.033333 -0 E" pathEditMode="relative" rAng="0" ptsTypes="AA">
                                      <p:cBhvr>
                                        <p:cTn id="17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17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72 6.8e-05 L 0.036728 0.000103 E" pathEditMode="relative" rAng="0" ptsTypes="AA">
                                      <p:cBhvr>
                                        <p:cTn id="17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17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969 -2.5e-05 L 0.03207 -3.8e-05 E" pathEditMode="relative" rAng="0" ptsTypes="AA">
                                      <p:cBhvr>
                                        <p:cTn id="18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18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083 0.000135 L 0.037108 0.000203 E" pathEditMode="relative" rAng="0" ptsTypes="AA">
                                      <p:cBhvr>
                                        <p:cTn id="18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18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46 0.000139 L 0.03757 0.000209 E" pathEditMode="relative" rAng="0" ptsTypes="AA">
                                      <p:cBhvr>
                                        <p:cTn id="18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19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139 0.000283 L 0.037177 0.000384 E" pathEditMode="relative" rAng="0" ptsTypes="AA">
                                      <p:cBhvr>
                                        <p:cTn id="19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19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801 -0.000586 L 0.035541 -0.000695 E" pathEditMode="relative" rAng="0" ptsTypes="AA">
                                      <p:cBhvr>
                                        <p:cTn id="1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grpId="5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 0 L 0.033333 0 E" pathEditMode="relative" rAng="0" ptsTypes="AA">
                                      <p:cBhvr>
                                        <p:cTn id="19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20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2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20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2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20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21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21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2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1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2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22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3333 -0 L 0.041667 0 E" pathEditMode="relative" rAng="0" ptsTypes="AA">
                                      <p:cBhvr>
                                        <p:cTn id="2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6728 0.000103 L 0.045453 0.000128 E" pathEditMode="relative" rAng="0" ptsTypes="AA">
                                      <p:cBhvr>
                                        <p:cTn id="23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3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07 -3.8e-05 L 0.040258 -4.8e-05 E" pathEditMode="relative" rAng="0" ptsTypes="AA">
                                      <p:cBhvr>
                                        <p:cTn id="23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3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108 0.000203 L 0.045876 0.000252 E" pathEditMode="relative" rAng="0" ptsTypes="AA">
                                      <p:cBhvr>
                                        <p:cTn id="2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57 0.000209 L 0.045651 0.000254 E" pathEditMode="relative" rAng="0" ptsTypes="AA">
                                      <p:cBhvr>
                                        <p:cTn id="2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177 0.000384 L 0.045841 0.000165 E" pathEditMode="relative" rAng="0" ptsTypes="AA">
                                      <p:cBhvr>
                                        <p:cTn id="2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541 -0.000695 L 0.044108 -0.000969 E" pathEditMode="relative" rAng="0" ptsTypes="AA">
                                      <p:cBhvr>
                                        <p:cTn id="25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220">
                                      <p:cBhvr>
                                        <p:cTn id="25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7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3333 0 L 0.041667 0 E" pathEditMode="relative" rAng="0" ptsTypes="AA">
                                      <p:cBhvr>
                                        <p:cTn id="25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" presetClass="emp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25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38065 -0.000193 E" pathEditMode="relative" rAng="0" ptsTypes="AA">
                                      <p:cBhvr>
                                        <p:cTn id="26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26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2966 -0.002496 E" pathEditMode="relative" rAng="0" ptsTypes="AA">
                                      <p:cBhvr>
                                        <p:cTn id="26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184220">
                                      <p:cBhvr>
                                        <p:cTn id="26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19037 -0.001495 E" pathEditMode="relative" rAng="0" ptsTypes="AA">
                                      <p:cBhvr>
                                        <p:cTn id="26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998060">
                                      <p:cBhvr>
                                        <p:cTn id="27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13298 -0.003212 E" pathEditMode="relative" rAng="0" ptsTypes="AA">
                                      <p:cBhvr>
                                        <p:cTn id="27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998060">
                                      <p:cBhvr>
                                        <p:cTn id="27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8063 -0.000105 E" pathEditMode="relative" rAng="0" ptsTypes="AA">
                                      <p:cBhvr>
                                        <p:cTn id="27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27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6137 -0.000223 E" pathEditMode="relative" rAng="0" ptsTypes="AA">
                                      <p:cBhvr>
                                        <p:cTn id="28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28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6091 -0.001727 E" pathEditMode="relative" rAng="0" ptsTypes="AA">
                                      <p:cBhvr>
                                        <p:cTn id="28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9320">
                                      <p:cBhvr>
                                        <p:cTn id="28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2479 6.2e-05 E" pathEditMode="relative" rAng="0" ptsTypes="AA">
                                      <p:cBhvr>
                                        <p:cTn id="28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29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5238 -0.000756 E" pathEditMode="relative" rAng="0" ptsTypes="AA">
                                      <p:cBhvr>
                                        <p:cTn id="29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712800">
                                      <p:cBhvr>
                                        <p:cTn id="29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2479 6.2e-05 E" pathEditMode="relative" rAng="0" ptsTypes="AA">
                                      <p:cBhvr>
                                        <p:cTn id="29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29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69 -0.001482 E" pathEditMode="relative" rAng="0" ptsTypes="AA">
                                      <p:cBhvr>
                                        <p:cTn id="3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022700">
                                      <p:cBhvr>
                                        <p:cTn id="30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55214 -0.003346 E" pathEditMode="relative" rAng="0" ptsTypes="AA">
                                      <p:cBhvr>
                                        <p:cTn id="30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35800">
                                      <p:cBhvr>
                                        <p:cTn id="30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50024 -0.002711 E" pathEditMode="relative" rAng="0" ptsTypes="AA">
                                      <p:cBhvr>
                                        <p:cTn id="30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35800">
                                      <p:cBhvr>
                                        <p:cTn id="31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667 0 L 0.048098 -0.0038 E" pathEditMode="relative" rAng="0" ptsTypes="AA">
                                      <p:cBhvr>
                                        <p:cTn id="3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453 0.000128 L 0.050752 -0.003738 E" pathEditMode="relative" rAng="0" ptsTypes="AA">
                                      <p:cBhvr>
                                        <p:cTn id="31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1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0258 -4.8e-05 L 0.04711 -0.003824 E" pathEditMode="relative" rAng="0" ptsTypes="AA">
                                      <p:cBhvr>
                                        <p:cTn id="32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2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876 0.000252 L 0.051048 -0.003676 E" pathEditMode="relative" rAng="0" ptsTypes="AA">
                                      <p:cBhvr>
                                        <p:cTn id="32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2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651 0.000254 L 0.051181 -0.003676 E" pathEditMode="relative" rAng="0" ptsTypes="AA">
                                      <p:cBhvr>
                                        <p:cTn id="32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3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841 0.000165 L 0.051068 -0.003625 E" pathEditMode="relative" rAng="0" ptsTypes="AA">
                                      <p:cBhvr>
                                        <p:cTn id="3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3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108 -0.000969 L 0.04957 -0.015645 E" pathEditMode="relative" rAng="0" ptsTypes="AA">
                                      <p:cBhvr>
                                        <p:cTn id="33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55280">
                                      <p:cBhvr>
                                        <p:cTn id="33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9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667 0 L 0.048098 0 E" pathEditMode="relative" rAng="0" ptsTypes="AA">
                                      <p:cBhvr>
                                        <p:cTn id="34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6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4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8065 -0.000193 L 0.040399 -0.00519 E" pathEditMode="relative" rAng="0" ptsTypes="AA">
                                      <p:cBhvr>
                                        <p:cTn id="34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32840">
                                      <p:cBhvr>
                                        <p:cTn id="34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966 -0.002496 L 0.026849 -0.008611 E" pathEditMode="relative" rAng="0" ptsTypes="AA">
                                      <p:cBhvr>
                                        <p:cTn id="34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9440">
                                      <p:cBhvr>
                                        <p:cTn id="3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9037 -0.001495 L 0.017147 -0.007343 E" pathEditMode="relative" rAng="0" ptsTypes="AA">
                                      <p:cBhvr>
                                        <p:cTn id="35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2680">
                                      <p:cBhvr>
                                        <p:cTn id="35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3298 -0.003212 L 0.011775 -0.008829 E" pathEditMode="relative" rAng="0" ptsTypes="AA">
                                      <p:cBhvr>
                                        <p:cTn id="35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2680">
                                      <p:cBhvr>
                                        <p:cTn id="35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8063 -0.000105 L 0.05537 -0.007154 E" pathEditMode="relative" rAng="0" ptsTypes="AA">
                                      <p:cBhvr>
                                        <p:cTn id="36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524300">
                                      <p:cBhvr>
                                        <p:cTn id="36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6137 -0.000223 L 0.074327 -0.01335 E" pathEditMode="relative" rAng="0" ptsTypes="AA">
                                      <p:cBhvr>
                                        <p:cTn id="36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43480">
                                      <p:cBhvr>
                                        <p:cTn id="36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6091 -0.001727 L 0.08433 -0.021873 E" pathEditMode="relative" rAng="0" ptsTypes="AA">
                                      <p:cBhvr>
                                        <p:cTn id="36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10180">
                                      <p:cBhvr>
                                        <p:cTn id="37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479 6.2e-05 L 0.054559 -0.004883 E" pathEditMode="relative" rAng="0" ptsTypes="AA">
                                      <p:cBhvr>
                                        <p:cTn id="37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46280">
                                      <p:cBhvr>
                                        <p:cTn id="37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238 -0.000756 L 0.072132 -0.01387 E" pathEditMode="relative" rAng="0" ptsTypes="AA">
                                      <p:cBhvr>
                                        <p:cTn id="37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694220">
                                      <p:cBhvr>
                                        <p:cTn id="37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479 6.2e-05 L 0.04368 -0.005209 E" pathEditMode="relative" rAng="0" ptsTypes="AA">
                                      <p:cBhvr>
                                        <p:cTn id="38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87620">
                                      <p:cBhvr>
                                        <p:cTn id="38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9 -0.001482 L 0.037286 -0.006734 E" pathEditMode="relative" rAng="0" ptsTypes="AA">
                                      <p:cBhvr>
                                        <p:cTn id="38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97520">
                                      <p:cBhvr>
                                        <p:cTn id="38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5214 -0.003346 L 0.036855 -0.006903 E" pathEditMode="relative" rAng="0" ptsTypes="AA">
                                      <p:cBhvr>
                                        <p:cTn id="38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01960">
                                      <p:cBhvr>
                                        <p:cTn id="39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0024 -0.002711 L 0.036643 -0.006902 E" pathEditMode="relative" rAng="0" ptsTypes="AA">
                                      <p:cBhvr>
                                        <p:cTn id="39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01960">
                                      <p:cBhvr>
                                        <p:cTn id="3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8098 -0.0038 L 0.057158 -0.00995 E" pathEditMode="relative" rAng="0" ptsTypes="AA">
                                      <p:cBhvr>
                                        <p:cTn id="39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3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0752 -0.003738 L 0.058894 -0.009923 E" pathEditMode="relative" rAng="0" ptsTypes="AA">
                                      <p:cBhvr>
                                        <p:cTn id="4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40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711 -0.003824 L 0.056512 -0.00996 E" pathEditMode="relative" rAng="0" ptsTypes="AA">
                                      <p:cBhvr>
                                        <p:cTn id="40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40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048 -0.003676 L 0.059089 -0.009897 E" pathEditMode="relative" rAng="0" ptsTypes="AA">
                                      <p:cBhvr>
                                        <p:cTn id="4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181 -0.003676 L 0.059925 -0.009876 E" pathEditMode="relative" rAng="0" ptsTypes="AA">
                                      <p:cBhvr>
                                        <p:cTn id="41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068 -0.003625 L 0.05921 -0.009568 E" pathEditMode="relative" rAng="0" ptsTypes="AA">
                                      <p:cBhvr>
                                        <p:cTn id="41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957 -0.015645 L 0.058443 -0.025747 E" pathEditMode="relative" rAng="0" ptsTypes="AA">
                                      <p:cBhvr>
                                        <p:cTn id="42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98160">
                                      <p:cBhvr>
                                        <p:cTn id="42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11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8098 0 L 0.057158 0 E" pathEditMode="relative" rAng="0" ptsTypes="AA">
                                      <p:cBhvr>
                                        <p:cTn id="42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6" presetClass="emp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426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0399 -0.00519 L 0.045899 -0.014016 E" pathEditMode="relative" rAng="0" ptsTypes="AA">
                                      <p:cBhvr>
                                        <p:cTn id="42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62640">
                                      <p:cBhvr>
                                        <p:cTn id="43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6849 -0.008611 L 0.022834 -0.024329 E" pathEditMode="relative" rAng="0" ptsTypes="AA">
                                      <p:cBhvr>
                                        <p:cTn id="43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790800">
                                      <p:cBhvr>
                                        <p:cTn id="43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17147 -0.007343 L 0.007642 -0.026191 E" pathEditMode="relative" rAng="0" ptsTypes="AA">
                                      <p:cBhvr>
                                        <p:cTn id="43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59360">
                                      <p:cBhvr>
                                        <p:cTn id="43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11775 -0.008829 L 0.001124 -0.028472 E" pathEditMode="relative" rAng="0" ptsTypes="AA">
                                      <p:cBhvr>
                                        <p:cTn id="44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59360">
                                      <p:cBhvr>
                                        <p:cTn id="4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537 -0.007154 L 0.069401 -0.017582 E" pathEditMode="relative" rAng="0" ptsTypes="AA">
                                      <p:cBhvr>
                                        <p:cTn id="44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32300">
                                      <p:cBhvr>
                                        <p:cTn id="44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4327 -0.01335 L 0.089964 -0.026695 E" pathEditMode="relative" rAng="0" ptsTypes="AA">
                                      <p:cBhvr>
                                        <p:cTn id="44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593520">
                                      <p:cBhvr>
                                        <p:cTn id="45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8433 -0.021873 L 0.095767 -0.030481 E" pathEditMode="relative" rAng="0" ptsTypes="AA">
                                      <p:cBhvr>
                                        <p:cTn id="4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924960">
                                      <p:cBhvr>
                                        <p:cTn id="4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4559 -0.004883 L 0.067496 -0.013998 E" pathEditMode="relative" rAng="0" ptsTypes="AA">
                                      <p:cBhvr>
                                        <p:cTn id="45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76040">
                                      <p:cBhvr>
                                        <p:cTn id="45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2132 -0.01387 L 0.094575 -0.037412 E" pathEditMode="relative" rAng="0" ptsTypes="AA">
                                      <p:cBhvr>
                                        <p:cTn id="46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1486380">
                                      <p:cBhvr>
                                        <p:cTn id="46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368 -0.005209 L 0.050246 -0.012646 E" pathEditMode="relative" rAng="0" ptsTypes="AA">
                                      <p:cBhvr>
                                        <p:cTn id="46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46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7286 -0.006734 L 0.03978 -0.015731 E" pathEditMode="relative" rAng="0" ptsTypes="AA">
                                      <p:cBhvr>
                                        <p:cTn id="46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47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6855 -0.006903 L 0.036808 -0.016581 E" pathEditMode="relative" rAng="0" ptsTypes="AA">
                                      <p:cBhvr>
                                        <p:cTn id="4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03320">
                                      <p:cBhvr>
                                        <p:cTn id="4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6643 -0.006902 L 0.037244 -0.016577 E" pathEditMode="relative" rAng="0" ptsTypes="AA">
                                      <p:cBhvr>
                                        <p:cTn id="4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03320">
                                      <p:cBhvr>
                                        <p:cTn id="4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7158 -0.00995 L 0.067842 -0.00995 E" pathEditMode="relative" rAng="0" ptsTypes="AA">
                                      <p:cBhvr>
                                        <p:cTn id="48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4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8894 -0.009923 L 0.069188 -0.009933 E" pathEditMode="relative" rAng="0" ptsTypes="AA">
                                      <p:cBhvr>
                                        <p:cTn id="48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5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48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6512 -0.00996 L 0.067342 -0.009956 E" pathEditMode="relative" rAng="0" ptsTypes="AA">
                                      <p:cBhvr>
                                        <p:cTn id="4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4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089 -0.009897 L 0.069338 -0.009918 E" pathEditMode="relative" rAng="0" ptsTypes="AA">
                                      <p:cBhvr>
                                        <p:cTn id="4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3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4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925 -0.009876 L 0.07012 -0.0099 E" pathEditMode="relative" rAng="0" ptsTypes="AA">
                                      <p:cBhvr>
                                        <p:cTn id="4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4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21 -0.009568 L 0.069451 -0.00961 E" pathEditMode="relative" rAng="0" ptsTypes="AA">
                                      <p:cBhvr>
                                        <p:cTn id="5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5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8443 -0.025747 L 0.068324 -0.017212 E" pathEditMode="relative" rAng="0" ptsTypes="AA">
                                      <p:cBhvr>
                                        <p:cTn id="5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809220">
                                      <p:cBhvr>
                                        <p:cTn id="5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7" presetID="0" presetClass="path" presetSubtype="0" fill="hold" grpId="1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7158 0 L 0.067842 0 E" pathEditMode="relative" rAng="0" ptsTypes="AA">
                                      <p:cBhvr>
                                        <p:cTn id="50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5899 -0.014016 L 0.054638 -0.01616 E" pathEditMode="relative" rAng="0" ptsTypes="AA">
                                      <p:cBhvr>
                                        <p:cTn id="51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51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22834 -0.024329 L 0.02699 -0.031384 E" pathEditMode="relative" rAng="0" ptsTypes="AA">
                                      <p:cBhvr>
                                        <p:cTn id="51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5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07642 -0.026191 L 0.009985 -0.035488 E" pathEditMode="relative" rAng="0" ptsTypes="AA">
                                      <p:cBhvr>
                                        <p:cTn id="51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28820">
                                      <p:cBhvr>
                                        <p:cTn id="5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01124 -0.028472 L 0.003777 -0.037531 E" pathEditMode="relative" rAng="0" ptsTypes="AA">
                                      <p:cBhvr>
                                        <p:cTn id="52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28820">
                                      <p:cBhvr>
                                        <p:cTn id="5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9401 -0.017582 L 0.078221 -0.015174 E" pathEditMode="relative" rAng="0" ptsTypes="AA">
                                      <p:cBhvr>
                                        <p:cTn id="52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52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9964 -0.026695 L 0.08747 -0.021482 E" pathEditMode="relative" rAng="0" ptsTypes="AA">
                                      <p:cBhvr>
                                        <p:cTn id="5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393860">
                                      <p:cBhvr>
                                        <p:cTn id="53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5767 -0.030481 L 0.082114 -0.020777 E" pathEditMode="relative" rAng="0" ptsTypes="AA">
                                      <p:cBhvr>
                                        <p:cTn id="5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896900">
                                      <p:cBhvr>
                                        <p:cTn id="5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7496 -0.013998 L 0.07798 -0.014008 E" pathEditMode="relative" rAng="0" ptsTypes="AA">
                                      <p:cBhvr>
                                        <p:cTn id="5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4575 -0.037412 L 0.105482 -0.039152 E" pathEditMode="relative" rAng="0" ptsTypes="AA">
                                      <p:cBhvr>
                                        <p:cTn id="54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91520">
                                      <p:cBhvr>
                                        <p:cTn id="54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0246 -0.012646 L 0.060731 -0.012656 E" pathEditMode="relative" rAng="0" ptsTypes="AA">
                                      <p:cBhvr>
                                        <p:cTn id="54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978 -0.015731 L 0.050265 -0.015741 E" pathEditMode="relative" rAng="0" ptsTypes="AA">
                                      <p:cBhvr>
                                        <p:cTn id="5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6808 -0.016581 L 0.047514 -0.016758 E" pathEditMode="relative" rAng="0" ptsTypes="AA">
                                      <p:cBhvr>
                                        <p:cTn id="54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55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7244 -0.016577 L 0.047226 -0.016756 E" pathEditMode="relative" rAng="0" ptsTypes="AA">
                                      <p:cBhvr>
                                        <p:cTn id="5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5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7842 -0.00995 L 0.076902 -0.0038 E" pathEditMode="relative" rAng="0" ptsTypes="AA">
                                      <p:cBhvr>
                                        <p:cTn id="55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55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9188 -0.009933 L 0.078407 -0.00378 E" pathEditMode="relative" rAng="0" ptsTypes="AA">
                                      <p:cBhvr>
                                        <p:cTn id="56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56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7342 -0.009956 L 0.076342 -0.003808 E" pathEditMode="relative" rAng="0" ptsTypes="AA">
                                      <p:cBhvr>
                                        <p:cTn id="56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5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9338 -0.009918 L 0.078576 -0.003761 E" pathEditMode="relative" rAng="0" ptsTypes="AA">
                                      <p:cBhvr>
                                        <p:cTn id="56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5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1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012 -0.0099 L 0.078552 -0.003761 E" pathEditMode="relative" rAng="0" ptsTypes="AA">
                                      <p:cBhvr>
                                        <p:cTn id="57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3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57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9451 -0.00961 L 0.078572 -0.00377 E" pathEditMode="relative" rAng="0" ptsTypes="AA">
                                      <p:cBhvr>
                                        <p:cTn id="57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57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8324 -0.017212 L 0.078194 -0.001738 E" pathEditMode="relative" rAng="0" ptsTypes="AA">
                                      <p:cBhvr>
                                        <p:cTn id="5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898260">
                                      <p:cBhvr>
                                        <p:cTn id="5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7842 0 L 0.076902 0 E" pathEditMode="relative" rAng="0" ptsTypes="AA">
                                      <p:cBhvr>
                                        <p:cTn id="5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6" presetClass="emph" presetSubtype="0" fill="hold" grpId="15" nodeType="withEffect">
                                  <p:stCondLst>
                                    <p:cond delay="960"/>
                                  </p:stCondLst>
                                  <p:childTnLst>
                                    <p:animScale>
                                      <p:cBhvr>
                                        <p:cTn id="586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4638 -0.01616 L 0.066159 -0.007567 E" pathEditMode="relative" rAng="0" ptsTypes="AA">
                                      <p:cBhvr>
                                        <p:cTn id="5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431400">
                                      <p:cBhvr>
                                        <p:cTn id="5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2699 -0.031384 L 0.044526 -0.01651 E" pathEditMode="relative" rAng="0" ptsTypes="AA">
                                      <p:cBhvr>
                                        <p:cTn id="5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559560">
                                      <p:cBhvr>
                                        <p:cTn id="5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09985 -0.035488 L 0.032399 -0.018253 E" pathEditMode="relative" rAng="0" ptsTypes="AA">
                                      <p:cBhvr>
                                        <p:cTn id="59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41960">
                                      <p:cBhvr>
                                        <p:cTn id="59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03777 -0.037531 L 0.028985 -0.018826 E" pathEditMode="relative" rAng="0" ptsTypes="AA">
                                      <p:cBhvr>
                                        <p:cTn id="60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41960">
                                      <p:cBhvr>
                                        <p:cTn id="6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8221 -0.015174 L 0.081098 -0.004863 E" pathEditMode="relative" rAng="0" ptsTypes="AA">
                                      <p:cBhvr>
                                        <p:cTn id="6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63600">
                                      <p:cBhvr>
                                        <p:cTn id="6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747 -0.021482 L 0.078288 -0.009359 E" pathEditMode="relative" rAng="0" ptsTypes="AA">
                                      <p:cBhvr>
                                        <p:cTn id="6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802140">
                                      <p:cBhvr>
                                        <p:cTn id="6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2114 -0.020777 L 0.065928 -0.010053 E" pathEditMode="relative" rAng="0" ptsTypes="AA">
                                      <p:cBhvr>
                                        <p:cTn id="6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284540">
                                      <p:cBhvr>
                                        <p:cTn id="6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798 -0.014008 L 0.082776 -0.004922 E" pathEditMode="relative" rAng="0" ptsTypes="AA">
                                      <p:cBhvr>
                                        <p:cTn id="6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76040">
                                      <p:cBhvr>
                                        <p:cTn id="61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105482 -0.039152 L 0.102336 -0.017356 E" pathEditMode="relative" rAng="0" ptsTypes="AA">
                                      <p:cBhvr>
                                        <p:cTn id="62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176420">
                                      <p:cBhvr>
                                        <p:cTn id="62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3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0731 -0.012656 L 0.071898 -0.005247 E" pathEditMode="relative" rAng="0" ptsTypes="AA">
                                      <p:cBhvr>
                                        <p:cTn id="62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6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0265 -0.015741 L 0.065503 -0.006773 E" pathEditMode="relative" rAng="0" ptsTypes="AA">
                                      <p:cBhvr>
                                        <p:cTn id="6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63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47514 -0.016758 L 0.065637 -0.007437 E" pathEditMode="relative" rAng="0" ptsTypes="AA">
                                      <p:cBhvr>
                                        <p:cTn id="6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90280">
                                      <p:cBhvr>
                                        <p:cTn id="63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47226 -0.016756 L 0.063532 -0.007334 E" pathEditMode="relative" rAng="0" ptsTypes="AA">
                                      <p:cBhvr>
                                        <p:cTn id="6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90280">
                                      <p:cBhvr>
                                        <p:cTn id="63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902 -0.0038 L 0.083333 0 E" pathEditMode="relative" rAng="0" ptsTypes="AA">
                                      <p:cBhvr>
                                        <p:cTn id="6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3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407 -0.00378 L 0.085294 3.4e-05 E" pathEditMode="relative" rAng="0" ptsTypes="AA">
                                      <p:cBhvr>
                                        <p:cTn id="6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5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342 -0.003808 L 0.082604 -1.3e-05 E" pathEditMode="relative" rAng="0" ptsTypes="AA">
                                      <p:cBhvr>
                                        <p:cTn id="6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1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576 -0.003761 L 0.085514 6.8e-05 E" pathEditMode="relative" rAng="0" ptsTypes="AA">
                                      <p:cBhvr>
                                        <p:cTn id="6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6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552 -0.003761 L 0.085039 7.4e-05 E" pathEditMode="relative" rAng="0" ptsTypes="AA">
                                      <p:cBhvr>
                                        <p:cTn id="65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65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572 -0.00377 L 0.085438 -0.000116 E" pathEditMode="relative" rAng="0" ptsTypes="AA">
                                      <p:cBhvr>
                                        <p:cTn id="66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66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194 -0.001738 L 0.084582 -0.000639 E" pathEditMode="relative" rAng="0" ptsTypes="AA">
                                      <p:cBhvr>
                                        <p:cTn id="6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4040">
                                      <p:cBhvr>
                                        <p:cTn id="6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0" presetClass="pat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902 0 L 0.083333 0 E" pathEditMode="relative" rAng="0" ptsTypes="AA">
                                      <p:cBhvr>
                                        <p:cTn id="6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9" presetID="6" presetClass="emph" presetSubtype="0" fill="hold" grpId="17" nodeType="withEffect">
                                  <p:stCondLst>
                                    <p:cond delay="1080"/>
                                  </p:stCondLst>
                                  <p:childTnLst>
                                    <p:animScale>
                                      <p:cBhvr>
                                        <p:cTn id="67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67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6159 -0.007567 L 0.081029 -7.5e-05 E" pathEditMode="relative" rAng="0" ptsTypes="AA">
                                      <p:cBhvr>
                                        <p:cTn id="6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338300">
                                      <p:cBhvr>
                                        <p:cTn id="6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4526 -0.01651 L 0.079101 -0.000142 E" pathEditMode="relative" rAng="0" ptsTypes="AA">
                                      <p:cBhvr>
                                        <p:cTn id="6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545660">
                                      <p:cBhvr>
                                        <p:cTn id="6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32399 -0.018253 L 0.079052 -0.001669 E" pathEditMode="relative" rAng="0" ptsTypes="AA">
                                      <p:cBhvr>
                                        <p:cTn id="68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23280">
                                      <p:cBhvr>
                                        <p:cTn id="68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28985 -0.018826 L 0.081104 -0.001872 E" pathEditMode="relative" rAng="0" ptsTypes="AA">
                                      <p:cBhvr>
                                        <p:cTn id="68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23280">
                                      <p:cBhvr>
                                        <p:cTn id="6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098 -0.004863 L 0.081028 -2.9e-05 E" pathEditMode="relative" rAng="0" ptsTypes="AA">
                                      <p:cBhvr>
                                        <p:cTn id="68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918780">
                                      <p:cBhvr>
                                        <p:cTn id="6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288 -0.009359 L 0.072624 -0.002384 E" pathEditMode="relative" rAng="0" ptsTypes="AA">
                                      <p:cBhvr>
                                        <p:cTn id="6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296400">
                                      <p:cBhvr>
                                        <p:cTn id="69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928 -0.010053 L 0.062063 -0.00189 E" pathEditMode="relative" rAng="0" ptsTypes="AA">
                                      <p:cBhvr>
                                        <p:cTn id="69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840">
                                      <p:cBhvr>
                                        <p:cTn id="69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9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2776 -0.004922 L 0.083212 -2.3e-05 E" pathEditMode="relative" rAng="0" ptsTypes="AA">
                                      <p:cBhvr>
                                        <p:cTn id="7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1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46280">
                                      <p:cBhvr>
                                        <p:cTn id="70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102336 -0.017356 L 0.087634 -0.001603 E" pathEditMode="relative" rAng="0" ptsTypes="AA">
                                      <p:cBhvr>
                                        <p:cTn id="70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885800">
                                      <p:cBhvr>
                                        <p:cTn id="7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1898 -0.005247 L 0.083212 -2.3e-05 E" pathEditMode="relative" rAng="0" ptsTypes="AA">
                                      <p:cBhvr>
                                        <p:cTn id="7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7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503 -0.006773 L 0.085971 -0.000805 E" pathEditMode="relative" rAng="0" ptsTypes="AA">
                                      <p:cBhvr>
                                        <p:cTn id="7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3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71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637 -0.007437 L 0.092336 -0.002338 E" pathEditMode="relative" rAng="0" ptsTypes="AA">
                                      <p:cBhvr>
                                        <p:cTn id="71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63400">
                                      <p:cBhvr>
                                        <p:cTn id="7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3532 -0.007334 L 0.086758 -0.001604 E" pathEditMode="relative" rAng="0" ptsTypes="AA">
                                      <p:cBhvr>
                                        <p:cTn id="7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63400">
                                      <p:cBhvr>
                                        <p:cTn id="72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333 0 L 0.089765 -0.0038 E" pathEditMode="relative" rAng="0" ptsTypes="AA">
                                      <p:cBhvr>
                                        <p:cTn id="72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2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294 3.4e-05 L 0.092047 -0.003754 E" pathEditMode="relative" rAng="0" ptsTypes="AA">
                                      <p:cBhvr>
                                        <p:cTn id="7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1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2604 -1.3e-05 L 0.088915 -0.003818 E" pathEditMode="relative" rAng="0" ptsTypes="AA">
                                      <p:cBhvr>
                                        <p:cTn id="73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514 6.8e-05 L 0.092303 -0.003709 E" pathEditMode="relative" rAng="0" ptsTypes="AA">
                                      <p:cBhvr>
                                        <p:cTn id="73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3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039 7.4e-05 L 0.092384 -0.003709 E" pathEditMode="relative" rAng="0" ptsTypes="AA">
                                      <p:cBhvr>
                                        <p:cTn id="74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438 -0.000116 L 0.092315 -0.003677 E" pathEditMode="relative" rAng="0" ptsTypes="AA">
                                      <p:cBhvr>
                                        <p:cTn id="7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4582 -0.000639 L 0.090995 -0.015575 E" pathEditMode="relative" rAng="0" ptsTypes="AA">
                                      <p:cBhvr>
                                        <p:cTn id="7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55280">
                                      <p:cBhvr>
                                        <p:cTn id="7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333 0 L 0.089765 0 E" pathEditMode="relative" rAng="0" ptsTypes="AA">
                                      <p:cBhvr>
                                        <p:cTn id="7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6" presetClass="emph" presetSubtype="0" fill="hold" grpId="1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7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75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1029 -7.5e-05 L 0.097301 -0.007196 E" pathEditMode="relative" rAng="0" ptsTypes="AA">
                                      <p:cBhvr>
                                        <p:cTn id="75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24300">
                                      <p:cBhvr>
                                        <p:cTn id="7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9101 -0.000142 L 0.116199 -0.013905 E" pathEditMode="relative" rAng="0" ptsTypes="AA">
                                      <p:cBhvr>
                                        <p:cTn id="76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43480">
                                      <p:cBhvr>
                                        <p:cTn id="76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9052 -0.001669 L 0.12613 -0.022976 E" pathEditMode="relative" rAng="0" ptsTypes="AA">
                                      <p:cBhvr>
                                        <p:cTn id="76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10180">
                                      <p:cBhvr>
                                        <p:cTn id="76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1104 -0.001872 L 0.1321 -0.024849 E" pathEditMode="relative" rAng="0" ptsTypes="AA">
                                      <p:cBhvr>
                                        <p:cTn id="76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10180">
                                      <p:cBhvr>
                                        <p:cTn id="77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1028 -2.9e-05 L 0.082329 -0.005117 E" pathEditMode="relative" rAng="0" ptsTypes="AA">
                                      <p:cBhvr>
                                        <p:cTn id="7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32840">
                                      <p:cBhvr>
                                        <p:cTn id="77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2624 -0.002384 L 0.068802 -0.008863 E" pathEditMode="relative" rAng="0" ptsTypes="AA">
                                      <p:cBhvr>
                                        <p:cTn id="7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9440">
                                      <p:cBhvr>
                                        <p:cTn id="7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62063 -0.00189 L 0.059152 -0.008063 E" pathEditMode="relative" rAng="0" ptsTypes="AA">
                                      <p:cBhvr>
                                        <p:cTn id="7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2680">
                                      <p:cBhvr>
                                        <p:cTn id="78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3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212 -2.3e-05 L 0.085157 -0.005223 E" pathEditMode="relative" rAng="0" ptsTypes="AA">
                                      <p:cBhvr>
                                        <p:cTn id="78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5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87620">
                                      <p:cBhvr>
                                        <p:cTn id="78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634 -0.001603 L 0.078778 -0.006932 E" pathEditMode="relative" rAng="0" ptsTypes="AA">
                                      <p:cBhvr>
                                        <p:cTn id="78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97520">
                                      <p:cBhvr>
                                        <p:cTn id="7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212 -2.3e-05 L 0.096036 -0.004898 E" pathEditMode="relative" rAng="0" ptsTypes="AA">
                                      <p:cBhvr>
                                        <p:cTn id="7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46280">
                                      <p:cBhvr>
                                        <p:cTn id="7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5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971 -0.000805 L 0.113597 -0.014047 E" pathEditMode="relative" rAng="0" ptsTypes="AA">
                                      <p:cBhvr>
                                        <p:cTn id="7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7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694220">
                                      <p:cBhvr>
                                        <p:cTn id="79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2336 -0.002338 L 0.132436 -0.025987 E" pathEditMode="relative" rAng="0" ptsTypes="AA">
                                      <p:cBhvr>
                                        <p:cTn id="80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98660">
                                      <p:cBhvr>
                                        <p:cTn id="8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758 -0.001604 L 0.119072 -0.021345 E" pathEditMode="relative" rAng="0" ptsTypes="AA">
                                      <p:cBhvr>
                                        <p:cTn id="8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98660">
                                      <p:cBhvr>
                                        <p:cTn id="80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765 -0.0038 L 0.098824 -0.00995 E" pathEditMode="relative" rAng="0" ptsTypes="AA">
                                      <p:cBhvr>
                                        <p:cTn id="8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047 -0.003754 L 0.100875 -0.009912 E" pathEditMode="relative" rAng="0" ptsTypes="AA">
                                      <p:cBhvr>
                                        <p:cTn id="8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8915 -0.003818 L 0.098061 -0.009964 E" pathEditMode="relative" rAng="0" ptsTypes="AA">
                                      <p:cBhvr>
                                        <p:cTn id="8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1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303 -0.003709 L 0.101105 -0.009876 E" pathEditMode="relative" rAng="0" ptsTypes="AA">
                                      <p:cBhvr>
                                        <p:cTn id="82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2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384 -0.003709 L 0.101984 -0.009853 E" pathEditMode="relative" rAng="0" ptsTypes="AA">
                                      <p:cBhvr>
                                        <p:cTn id="82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2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315 -0.003677 L 0.101232 -0.00953 E" pathEditMode="relative" rAng="0" ptsTypes="AA">
                                      <p:cBhvr>
                                        <p:cTn id="82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3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0995 -0.015575 L 0.100314 -0.02581 E" pathEditMode="relative" rAng="0" ptsTypes="AA">
                                      <p:cBhvr>
                                        <p:cTn id="8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98160">
                                      <p:cBhvr>
                                        <p:cTn id="8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765 0 L 0.098824 0 E" pathEditMode="relative" rAng="0" ptsTypes="AA">
                                      <p:cBhvr>
                                        <p:cTn id="83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6" presetClass="emph" presetSubtype="0" fill="hold" grpId="21" nodeType="withEffect">
                                  <p:stCondLst>
                                    <p:cond delay="1320"/>
                                  </p:stCondLst>
                                  <p:childTnLst>
                                    <p:animScale>
                                      <p:cBhvr>
                                        <p:cTn id="83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7301 -0.007196 L 0.110844 -0.017636 E" pathEditMode="relative" rAng="0" ptsTypes="AA">
                                      <p:cBhvr>
                                        <p:cTn id="84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32300">
                                      <p:cBhvr>
                                        <p:cTn id="8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6199 -0.013905 L 0.131272 -0.027506 E" pathEditMode="relative" rAng="0" ptsTypes="AA">
                                      <p:cBhvr>
                                        <p:cTn id="84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593520">
                                      <p:cBhvr>
                                        <p:cTn id="84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613 -0.022976 L 0.137053 -0.031601 E" pathEditMode="relative" rAng="0" ptsTypes="AA">
                                      <p:cBhvr>
                                        <p:cTn id="84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924960">
                                      <p:cBhvr>
                                        <p:cTn id="8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21 -0.024849 L 0.140527 -0.032195 E" pathEditMode="relative" rAng="0" ptsTypes="AA">
                                      <p:cBhvr>
                                        <p:cTn id="8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924960">
                                      <p:cBhvr>
                                        <p:cTn id="8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2329 -0.005117 L 0.087342 -0.013982 E" pathEditMode="relative" rAng="0" ptsTypes="AA">
                                      <p:cBhvr>
                                        <p:cTn id="85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62640">
                                      <p:cBhvr>
                                        <p:cTn id="8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68802 -0.008863 L 0.064348 -0.024857 E" pathEditMode="relative" rAng="0" ptsTypes="AA">
                                      <p:cBhvr>
                                        <p:cTn id="86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790800">
                                      <p:cBhvr>
                                        <p:cTn id="8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59152 -0.008063 L 0.049275 -0.027428 E" pathEditMode="relative" rAng="0" ptsTypes="AA">
                                      <p:cBhvr>
                                        <p:cTn id="8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59360">
                                      <p:cBhvr>
                                        <p:cTn id="8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7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5157 -0.005223 L 0.092074 -0.012636 E" pathEditMode="relative" rAng="0" ptsTypes="AA">
                                      <p:cBhvr>
                                        <p:cTn id="8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9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8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8778 -0.006932 L 0.081635 -0.015968 E" pathEditMode="relative" rAng="0" ptsTypes="AA">
                                      <p:cBhvr>
                                        <p:cTn id="8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8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5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036 -0.004898 L 0.109324 -0.013988 E" pathEditMode="relative" rAng="0" ptsTypes="AA">
                                      <p:cBhvr>
                                        <p:cTn id="8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7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76040">
                                      <p:cBhvr>
                                        <p:cTn id="8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9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3597 -0.014047 L 0.136361 -0.037702 E" pathEditMode="relative" rAng="0" ptsTypes="AA">
                                      <p:cBhvr>
                                        <p:cTn id="8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1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86380">
                                      <p:cBhvr>
                                        <p:cTn id="88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2436 -0.025987 L 0.162918 -0.066451 E" pathEditMode="relative" rAng="0" ptsTypes="AA">
                                      <p:cBhvr>
                                        <p:cTn id="88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232340">
                                      <p:cBhvr>
                                        <p:cTn id="88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9072 -0.021345 L 0.144468 -0.056045 E" pathEditMode="relative" rAng="0" ptsTypes="AA">
                                      <p:cBhvr>
                                        <p:cTn id="88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232340">
                                      <p:cBhvr>
                                        <p:cTn id="89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824 -0.00995 L 0.109509 -0.00995 E" pathEditMode="relative" rAng="0" ptsTypes="AA">
                                      <p:cBhvr>
                                        <p:cTn id="8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3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0875 -0.009912 L 0.11156 -0.009912 E" pathEditMode="relative" rAng="0" ptsTypes="AA">
                                      <p:cBhvr>
                                        <p:cTn id="8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5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061 -0.009964 L 0.108746 -0.009964 E" pathEditMode="relative" rAng="0" ptsTypes="AA">
                                      <p:cBhvr>
                                        <p:cTn id="89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7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1105 -0.009876 L 0.11179 -0.009876 E" pathEditMode="relative" rAng="0" ptsTypes="AA">
                                      <p:cBhvr>
                                        <p:cTn id="89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1984 -0.009853 L 0.112668 -0.009853 E" pathEditMode="relative" rAng="0" ptsTypes="AA">
                                      <p:cBhvr>
                                        <p:cTn id="90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1232 -0.00953 L 0.111916 -0.00953 E" pathEditMode="relative" rAng="0" ptsTypes="AA">
                                      <p:cBhvr>
                                        <p:cTn id="9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0314 -0.02581 L 0.110449 -0.017356 E" pathEditMode="relative" rAng="0" ptsTypes="AA">
                                      <p:cBhvr>
                                        <p:cTn id="9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809220">
                                      <p:cBhvr>
                                        <p:cTn id="9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824 0 L 0.109509 0 E" pathEditMode="relative" rAng="0" ptsTypes="AA">
                                      <p:cBhvr>
                                        <p:cTn id="90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0844 -0.017636 L 0.119386 -0.015233 E" pathEditMode="relative" rAng="0" ptsTypes="AA">
                                      <p:cBhvr>
                                        <p:cTn id="91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91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1272 -0.027506 L 0.128542 -0.022176 E" pathEditMode="relative" rAng="0" ptsTypes="AA">
                                      <p:cBhvr>
                                        <p:cTn id="91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393860">
                                      <p:cBhvr>
                                        <p:cTn id="9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7053 -0.031601 L 0.123171 -0.021211 E" pathEditMode="relative" rAng="0" ptsTypes="AA">
                                      <p:cBhvr>
                                        <p:cTn id="91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896900">
                                      <p:cBhvr>
                                        <p:cTn id="9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40527 -0.032195 L 0.120961 -0.021447 E" pathEditMode="relative" rAng="0" ptsTypes="AA">
                                      <p:cBhvr>
                                        <p:cTn id="92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896900">
                                      <p:cBhvr>
                                        <p:cTn id="9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7342 -0.013982 L 0.095802 -0.016139 E" pathEditMode="relative" rAng="0" ptsTypes="AA">
                                      <p:cBhvr>
                                        <p:cTn id="92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7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92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64348 -0.024857 L 0.068264 -0.032051 E" pathEditMode="relative" rAng="0" ptsTypes="AA">
                                      <p:cBhvr>
                                        <p:cTn id="9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93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49275 -0.027428 L 0.051409 -0.036943 E" pathEditMode="relative" rAng="0" ptsTypes="AA">
                                      <p:cBhvr>
                                        <p:cTn id="9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28820">
                                      <p:cBhvr>
                                        <p:cTn id="9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7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2074 -0.012636 L 0.102758 -0.012636 E" pathEditMode="relative" rAng="0" ptsTypes="AA">
                                      <p:cBhvr>
                                        <p:cTn id="9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1635 -0.015968 L 0.09232 -0.015968 E" pathEditMode="relative" rAng="0" ptsTypes="AA">
                                      <p:cBhvr>
                                        <p:cTn id="94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1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9324 -0.013988 L 0.120008 -0.013988 E" pathEditMode="relative" rAng="0" ptsTypes="AA">
                                      <p:cBhvr>
                                        <p:cTn id="94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6361 -0.037702 L 0.147469 -0.039432 E" pathEditMode="relative" rAng="0" ptsTypes="AA">
                                      <p:cBhvr>
                                        <p:cTn id="94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8" presetClass="emp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91520">
                                      <p:cBhvr>
                                        <p:cTn id="9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2918 -0.066451 L 0.174697 -0.070421 E" pathEditMode="relative" rAng="0" ptsTypes="AA">
                                      <p:cBhvr>
                                        <p:cTn id="94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76020">
                                      <p:cBhvr>
                                        <p:cTn id="95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44468 -0.056045 L 0.156005 -0.059604 E" pathEditMode="relative" rAng="0" ptsTypes="AA">
                                      <p:cBhvr>
                                        <p:cTn id="9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76020">
                                      <p:cBhvr>
                                        <p:cTn id="9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9509 -0.00995 L 0.118569 -0.0038 E" pathEditMode="relative" rAng="0" ptsTypes="AA">
                                      <p:cBhvr>
                                        <p:cTn id="95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5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9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156 -0.009912 L 0.119837 -0.003786 E" pathEditMode="relative" rAng="0" ptsTypes="AA">
                                      <p:cBhvr>
                                        <p:cTn id="96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1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6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3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8746 -0.009964 L 0.118097 -0.003806 E" pathEditMode="relative" rAng="0" ptsTypes="AA">
                                      <p:cBhvr>
                                        <p:cTn id="96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5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7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179 -0.009876 L 0.119979 -0.003772 E" pathEditMode="relative" rAng="0" ptsTypes="AA">
                                      <p:cBhvr>
                                        <p:cTn id="96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9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2668 -0.009853 L 0.119922 -0.003772 E" pathEditMode="relative" rAng="0" ptsTypes="AA">
                                      <p:cBhvr>
                                        <p:cTn id="97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1916 -0.00953 L 0.11997 -0.003794 E" pathEditMode="relative" rAng="0" ptsTypes="AA">
                                      <p:cBhvr>
                                        <p:cTn id="97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0449 -0.017356 L 0.119706 -0.001688 E" pathEditMode="relative" rAng="0" ptsTypes="AA">
                                      <p:cBhvr>
                                        <p:cTn id="9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898260">
                                      <p:cBhvr>
                                        <p:cTn id="9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3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9509 0 L 0.118569 0 E" pathEditMode="relative" rAng="0" ptsTypes="AA">
                                      <p:cBhvr>
                                        <p:cTn id="9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5" presetID="6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Scale>
                                      <p:cBhvr>
                                        <p:cTn id="986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98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9386 -0.015233 L 0.122934 -0.004891 E" pathEditMode="relative" rAng="0" ptsTypes="AA">
                                      <p:cBhvr>
                                        <p:cTn id="9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963600">
                                      <p:cBhvr>
                                        <p:cTn id="9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8542 -0.022176 L 0.120105 -0.009682 E" pathEditMode="relative" rAng="0" ptsTypes="AA">
                                      <p:cBhvr>
                                        <p:cTn id="9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802140">
                                      <p:cBhvr>
                                        <p:cTn id="9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3171 -0.021211 L 0.107664 -0.009788 E" pathEditMode="relative" rAng="0" ptsTypes="AA">
                                      <p:cBhvr>
                                        <p:cTn id="99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84540">
                                      <p:cBhvr>
                                        <p:cTn id="99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0961 -0.021447 L 0.101877 -0.011536 E" pathEditMode="relative" rAng="0" ptsTypes="AA">
                                      <p:cBhvr>
                                        <p:cTn id="100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84540">
                                      <p:cBhvr>
                                        <p:cTn id="10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95802 -0.016139 L 0.107994 -0.007531 E" pathEditMode="relative" rAng="0" ptsTypes="AA">
                                      <p:cBhvr>
                                        <p:cTn id="10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31400">
                                      <p:cBhvr>
                                        <p:cTn id="10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68264 -0.032051 L 0.086428 -0.017016 E" pathEditMode="relative" rAng="0" ptsTypes="AA">
                                      <p:cBhvr>
                                        <p:cTn id="10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559560">
                                      <p:cBhvr>
                                        <p:cTn id="10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51409 -0.036943 L 0.074376 -0.019328 E" pathEditMode="relative" rAng="0" ptsTypes="AA">
                                      <p:cBhvr>
                                        <p:cTn id="10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041960">
                                      <p:cBhvr>
                                        <p:cTn id="10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5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2758 -0.012636 L 0.113443 -0.005253 E" pathEditMode="relative" rAng="0" ptsTypes="AA">
                                      <p:cBhvr>
                                        <p:cTn id="10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7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101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9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9232 -0.015968 L 0.107063 -0.006961 E" pathEditMode="relative" rAng="0" ptsTypes="AA">
                                      <p:cBhvr>
                                        <p:cTn id="102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1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102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3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0008 -0.013988 L 0.124321 -0.004927 E" pathEditMode="relative" rAng="0" ptsTypes="AA">
                                      <p:cBhvr>
                                        <p:cTn id="102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5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76040">
                                      <p:cBhvr>
                                        <p:cTn id="10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7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7469 -0.039432 L 0.14387 -0.017523 E" pathEditMode="relative" rAng="0" ptsTypes="AA">
                                      <p:cBhvr>
                                        <p:cTn id="10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76420">
                                      <p:cBhvr>
                                        <p:cTn id="103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74697 -0.070421 L 0.165563 -0.033726 E" pathEditMode="relative" rAng="0" ptsTypes="AA">
                                      <p:cBhvr>
                                        <p:cTn id="10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09280">
                                      <p:cBhvr>
                                        <p:cTn id="103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56005 -0.059604 L 0.151243 -0.028282 E" pathEditMode="relative" rAng="0" ptsTypes="AA">
                                      <p:cBhvr>
                                        <p:cTn id="10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09280">
                                      <p:cBhvr>
                                        <p:cTn id="103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8569 -0.0038 L 0.125 0 E" pathEditMode="relative" rAng="0" ptsTypes="AA">
                                      <p:cBhvr>
                                        <p:cTn id="10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3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837 -0.003786 L 0.125 0 E" pathEditMode="relative" rAng="0" ptsTypes="AA">
                                      <p:cBhvr>
                                        <p:cTn id="10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5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8097 -0.003806 L 0.125 0 E" pathEditMode="relative" rAng="0" ptsTypes="AA">
                                      <p:cBhvr>
                                        <p:cTn id="10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1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979 -0.003772 L 0.125 0 E" pathEditMode="relative" rAng="0" ptsTypes="AA">
                                      <p:cBhvr>
                                        <p:cTn id="10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5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922 -0.003772 L 0.124259 1.6e-05 E" pathEditMode="relative" rAng="0" ptsTypes="AA">
                                      <p:cBhvr>
                                        <p:cTn id="105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7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5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97 -0.003794 L 0.12488 -0.000286 E" pathEditMode="relative" rAng="0" ptsTypes="AA">
                                      <p:cBhvr>
                                        <p:cTn id="106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6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706 -0.001688 L 0.124977 -0.000209 E" pathEditMode="relative" rAng="0" ptsTypes="AA">
                                      <p:cBhvr>
                                        <p:cTn id="10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54040">
                                      <p:cBhvr>
                                        <p:cTn id="10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8569 0 L 0.125 0 E" pathEditMode="relative" rAng="0" ptsTypes="AA">
                                      <p:cBhvr>
                                        <p:cTn id="10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9" presetID="6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107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07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2934 -0.004891 L 0.124089 -3.2e-05 E" pathEditMode="relative" rAng="0" ptsTypes="AA">
                                      <p:cBhvr>
                                        <p:cTn id="10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918780">
                                      <p:cBhvr>
                                        <p:cTn id="10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0105 -0.009682 L 0.115683 -0.002335 E" pathEditMode="relative" rAng="0" ptsTypes="AA">
                                      <p:cBhvr>
                                        <p:cTn id="10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296400">
                                      <p:cBhvr>
                                        <p:cTn id="10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664 -0.009788 L 0.105061 -0.001334 E" pathEditMode="relative" rAng="0" ptsTypes="AA">
                                      <p:cBhvr>
                                        <p:cTn id="108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840">
                                      <p:cBhvr>
                                        <p:cTn id="108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1877 -0.011536 L 0.099322 -0.003051 E" pathEditMode="relative" rAng="0" ptsTypes="AA">
                                      <p:cBhvr>
                                        <p:cTn id="108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840">
                                      <p:cBhvr>
                                        <p:cTn id="10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994 -0.007531 L 0.124089 -3.2e-05 E" pathEditMode="relative" rAng="0" ptsTypes="AA">
                                      <p:cBhvr>
                                        <p:cTn id="108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38300">
                                      <p:cBhvr>
                                        <p:cTn id="10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86428 -0.017016 L 0.122162 -0.00015 E" pathEditMode="relative" rAng="0" ptsTypes="AA">
                                      <p:cBhvr>
                                        <p:cTn id="10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545660">
                                      <p:cBhvr>
                                        <p:cTn id="109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74376 -0.019328 L 0.122116 -0.001654 E" pathEditMode="relative" rAng="0" ptsTypes="AA">
                                      <p:cBhvr>
                                        <p:cTn id="109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23280">
                                      <p:cBhvr>
                                        <p:cTn id="109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9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3443 -0.005253 L 0.123877 -5.4e-05 E" pathEditMode="relative" rAng="0" ptsTypes="AA">
                                      <p:cBhvr>
                                        <p:cTn id="11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1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110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3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063 -0.006961 L 0.126636 -0.000872 E" pathEditMode="relative" rAng="0" ptsTypes="AA">
                                      <p:cBhvr>
                                        <p:cTn id="110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5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11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7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321 -0.004927 L 0.123877 -5.4e-05 E" pathEditMode="relative" rAng="0" ptsTypes="AA">
                                      <p:cBhvr>
                                        <p:cTn id="11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9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46280">
                                      <p:cBhvr>
                                        <p:cTn id="11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1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87 -0.017523 L 0.128298 -0.001598 E" pathEditMode="relative" rAng="0" ptsTypes="AA">
                                      <p:cBhvr>
                                        <p:cTn id="11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3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885800">
                                      <p:cBhvr>
                                        <p:cTn id="111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65563 -0.033726 L 0.136612 -0.003462 E" pathEditMode="relative" rAng="0" ptsTypes="AA">
                                      <p:cBhvr>
                                        <p:cTn id="111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661640">
                                      <p:cBhvr>
                                        <p:cTn id="11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51243 -0.028282 L 0.131422 -0.002828 E" pathEditMode="relative" rAng="0" ptsTypes="AA">
                                      <p:cBhvr>
                                        <p:cTn id="11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661640">
                                      <p:cBhvr>
                                        <p:cTn id="112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1431 -0.0038 E" pathEditMode="relative" rAng="0" ptsTypes="AA">
                                      <p:cBhvr>
                                        <p:cTn id="112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2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7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0163 -0.003786 E" pathEditMode="relative" rAng="0" ptsTypes="AA">
                                      <p:cBhvr>
                                        <p:cTn id="11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9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1903 -0.003806 E" pathEditMode="relative" rAng="0" ptsTypes="AA">
                                      <p:cBhvr>
                                        <p:cTn id="113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5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0021 -0.003772 E" pathEditMode="relative" rAng="0" ptsTypes="AA">
                                      <p:cBhvr>
                                        <p:cTn id="113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7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3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9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259 1.6e-05 L 0.12962 -0.003767 E" pathEditMode="relative" rAng="0" ptsTypes="AA">
                                      <p:cBhvr>
                                        <p:cTn id="114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1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88 -0.000286 L 0.129958 -0.003928 E" pathEditMode="relative" rAng="0" ptsTypes="AA">
                                      <p:cBhvr>
                                        <p:cTn id="11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977 -0.000209 L 0.130363 -0.014762 E" pathEditMode="relative" rAng="0" ptsTypes="AA">
                                      <p:cBhvr>
                                        <p:cTn id="11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55280">
                                      <p:cBhvr>
                                        <p:cTn id="11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1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1431 0 E" pathEditMode="relative" rAng="0" ptsTypes="AA">
                                      <p:cBhvr>
                                        <p:cTn id="11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6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11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15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089 -3.2e-05 L 0.126519 -0.005129 E" pathEditMode="relative" rAng="0" ptsTypes="AA">
                                      <p:cBhvr>
                                        <p:cTn id="115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32840">
                                      <p:cBhvr>
                                        <p:cTn id="11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5683 -0.002335 L 0.112969 -0.00855 E" pathEditMode="relative" rAng="0" ptsTypes="AA">
                                      <p:cBhvr>
                                        <p:cTn id="116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9440">
                                      <p:cBhvr>
                                        <p:cTn id="116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05061 -0.001334 L 0.103267 -0.007282 E" pathEditMode="relative" rAng="0" ptsTypes="AA">
                                      <p:cBhvr>
                                        <p:cTn id="116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2680">
                                      <p:cBhvr>
                                        <p:cTn id="116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99322 -0.003051 L 0.097895 -0.008768 E" pathEditMode="relative" rAng="0" ptsTypes="AA">
                                      <p:cBhvr>
                                        <p:cTn id="116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2680">
                                      <p:cBhvr>
                                        <p:cTn id="117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089 -3.2e-05 L 0.141491 -0.007184 E" pathEditMode="relative" rAng="0" ptsTypes="AA">
                                      <p:cBhvr>
                                        <p:cTn id="11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524300">
                                      <p:cBhvr>
                                        <p:cTn id="117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2162 -0.00015 L 0.160448 -0.01338 E" pathEditMode="relative" rAng="0" ptsTypes="AA">
                                      <p:cBhvr>
                                        <p:cTn id="11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43480">
                                      <p:cBhvr>
                                        <p:cTn id="11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2116 -0.001654 L 0.170451 -0.021903 E" pathEditMode="relative" rAng="0" ptsTypes="AA">
                                      <p:cBhvr>
                                        <p:cTn id="11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10180">
                                      <p:cBhvr>
                                        <p:cTn id="118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3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3877 -5.4e-05 L 0.135887 -0.004927 E" pathEditMode="relative" rAng="0" ptsTypes="AA">
                                      <p:cBhvr>
                                        <p:cTn id="118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5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46280">
                                      <p:cBhvr>
                                        <p:cTn id="118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7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6636 -0.000872 L 0.15346 -0.013914 E" pathEditMode="relative" rAng="0" ptsTypes="AA">
                                      <p:cBhvr>
                                        <p:cTn id="118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9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694220">
                                      <p:cBhvr>
                                        <p:cTn id="11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1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3877 -5.4e-05 L 0.125009 -0.005253 E" pathEditMode="relative" rAng="0" ptsTypes="AA">
                                      <p:cBhvr>
                                        <p:cTn id="11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3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87620">
                                      <p:cBhvr>
                                        <p:cTn id="11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5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8298 -0.001598 L 0.118615 -0.006778 E" pathEditMode="relative" rAng="0" ptsTypes="AA">
                                      <p:cBhvr>
                                        <p:cTn id="11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7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97520">
                                      <p:cBhvr>
                                        <p:cTn id="119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6612 -0.003462 L 0.118184 -0.006947 E" pathEditMode="relative" rAng="0" ptsTypes="AA">
                                      <p:cBhvr>
                                        <p:cTn id="120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01960">
                                      <p:cBhvr>
                                        <p:cTn id="12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422 -0.002828 L 0.117971 -0.006946 E" pathEditMode="relative" rAng="0" ptsTypes="AA">
                                      <p:cBhvr>
                                        <p:cTn id="12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01960">
                                      <p:cBhvr>
                                        <p:cTn id="120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431 -0.0038 L 0.140491 -0.00995 E" pathEditMode="relative" rAng="0" ptsTypes="AA">
                                      <p:cBhvr>
                                        <p:cTn id="12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1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0163 -0.003786 L 0.13844 -0.009912 E" pathEditMode="relative" rAng="0" ptsTypes="AA">
                                      <p:cBhvr>
                                        <p:cTn id="12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3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5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903 -0.003806 L 0.141254 -0.009964 E" pathEditMode="relative" rAng="0" ptsTypes="AA">
                                      <p:cBhvr>
                                        <p:cTn id="12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7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9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0021 -0.003772 L 0.13821 -0.009876 E" pathEditMode="relative" rAng="0" ptsTypes="AA">
                                      <p:cBhvr>
                                        <p:cTn id="122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1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2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3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962 -0.003767 L 0.138531 -0.009873 E" pathEditMode="relative" rAng="0" ptsTypes="AA">
                                      <p:cBhvr>
                                        <p:cTn id="122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5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2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9958 -0.003928 L 0.138258 -0.00975 E" pathEditMode="relative" rAng="0" ptsTypes="AA">
                                      <p:cBhvr>
                                        <p:cTn id="122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3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0363 -0.014762 L 0.13933 -0.024827 E" pathEditMode="relative" rAng="0" ptsTypes="AA">
                                      <p:cBhvr>
                                        <p:cTn id="12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98160">
                                      <p:cBhvr>
                                        <p:cTn id="12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5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431 0 L 0.140491 0 E" pathEditMode="relative" rAng="0" ptsTypes="AA">
                                      <p:cBhvr>
                                        <p:cTn id="123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7" presetID="6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Scale>
                                      <p:cBhvr>
                                        <p:cTn id="123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23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6519 -0.005129 L 0.131924 -0.01403 E" pathEditMode="relative" rAng="0" ptsTypes="AA">
                                      <p:cBhvr>
                                        <p:cTn id="124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62640">
                                      <p:cBhvr>
                                        <p:cTn id="12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2969 -0.00855 L 0.108859 -0.024342 E" pathEditMode="relative" rAng="0" ptsTypes="AA">
                                      <p:cBhvr>
                                        <p:cTn id="124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790800">
                                      <p:cBhvr>
                                        <p:cTn id="124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03267 -0.007282 L 0.093667 -0.026204 E" pathEditMode="relative" rAng="0" ptsTypes="AA">
                                      <p:cBhvr>
                                        <p:cTn id="124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59360">
                                      <p:cBhvr>
                                        <p:cTn id="12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097895 -0.008768 L 0.087149 -0.028486 E" pathEditMode="relative" rAng="0" ptsTypes="AA">
                                      <p:cBhvr>
                                        <p:cTn id="12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59360">
                                      <p:cBhvr>
                                        <p:cTn id="12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1491 -0.007184 L 0.155426 -0.017684 E" pathEditMode="relative" rAng="0" ptsTypes="AA">
                                      <p:cBhvr>
                                        <p:cTn id="125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32300">
                                      <p:cBhvr>
                                        <p:cTn id="12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0448 -0.01338 L 0.175989 -0.026797 E" pathEditMode="relative" rAng="0" ptsTypes="AA">
                                      <p:cBhvr>
                                        <p:cTn id="126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593520">
                                      <p:cBhvr>
                                        <p:cTn id="12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70451 -0.021903 L 0.181792 -0.030582 E" pathEditMode="relative" rAng="0" ptsTypes="AA">
                                      <p:cBhvr>
                                        <p:cTn id="12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924960">
                                      <p:cBhvr>
                                        <p:cTn id="12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7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887 -0.004927 L 0.148893 -0.013988 E" pathEditMode="relative" rAng="0" ptsTypes="AA">
                                      <p:cBhvr>
                                        <p:cTn id="12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9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76040">
                                      <p:cBhvr>
                                        <p:cTn id="12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1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346 -0.013914 L 0.175971 -0.037403 E" pathEditMode="relative" rAng="0" ptsTypes="AA">
                                      <p:cBhvr>
                                        <p:cTn id="12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3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1486380">
                                      <p:cBhvr>
                                        <p:cTn id="12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5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5009 -0.005253 L 0.131643 -0.012636 E" pathEditMode="relative" rAng="0" ptsTypes="AA">
                                      <p:cBhvr>
                                        <p:cTn id="12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7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12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9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8615 -0.006778 L 0.121177 -0.015721 E" pathEditMode="relative" rAng="0" ptsTypes="AA">
                                      <p:cBhvr>
                                        <p:cTn id="12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1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128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8184 -0.006947 L 0.118205 -0.016571 E" pathEditMode="relative" rAng="0" ptsTypes="AA">
                                      <p:cBhvr>
                                        <p:cTn id="128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03320">
                                      <p:cBhvr>
                                        <p:cTn id="128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7971 -0.006946 L 0.118641 -0.016567 E" pathEditMode="relative" rAng="0" ptsTypes="AA">
                                      <p:cBhvr>
                                        <p:cTn id="128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03320">
                                      <p:cBhvr>
                                        <p:cTn id="129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491 -0.00995 L 0.151176 -0.00995 E" pathEditMode="relative" rAng="0" ptsTypes="AA">
                                      <p:cBhvr>
                                        <p:cTn id="12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3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844 -0.009912 L 0.149125 -0.009912 E" pathEditMode="relative" rAng="0" ptsTypes="AA">
                                      <p:cBhvr>
                                        <p:cTn id="12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5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1254 -0.009964 L 0.151939 -0.009964 E" pathEditMode="relative" rAng="0" ptsTypes="AA">
                                      <p:cBhvr>
                                        <p:cTn id="129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821 -0.009876 L 0.148895 -0.009876 E" pathEditMode="relative" rAng="0" ptsTypes="AA">
                                      <p:cBhvr>
                                        <p:cTn id="129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8531 -0.009873 L 0.149215 -0.009873 E" pathEditMode="relative" rAng="0" ptsTypes="AA">
                                      <p:cBhvr>
                                        <p:cTn id="130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8258 -0.00975 L 0.148943 -0.00975 E" pathEditMode="relative" rAng="0" ptsTypes="AA">
                                      <p:cBhvr>
                                        <p:cTn id="13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933 -0.024827 L 0.149465 -0.016374 E" pathEditMode="relative" rAng="0" ptsTypes="AA">
                                      <p:cBhvr>
                                        <p:cTn id="13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809220">
                                      <p:cBhvr>
                                        <p:cTn id="13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7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491 0 L 0.151176 0 E" pathEditMode="relative" rAng="0" ptsTypes="AA">
                                      <p:cBhvr>
                                        <p:cTn id="130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924 -0.01403 L 0.140385 -0.016187 E" pathEditMode="relative" rAng="0" ptsTypes="AA">
                                      <p:cBhvr>
                                        <p:cTn id="131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131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08859 -0.024342 L 0.112737 -0.031411 E" pathEditMode="relative" rAng="0" ptsTypes="AA">
                                      <p:cBhvr>
                                        <p:cTn id="131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13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093667 -0.026204 L 0.095732 -0.035515 E" pathEditMode="relative" rAng="0" ptsTypes="AA">
                                      <p:cBhvr>
                                        <p:cTn id="131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28820">
                                      <p:cBhvr>
                                        <p:cTn id="13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087149 -0.028486 L 0.089524 -0.037558 E" pathEditMode="relative" rAng="0" ptsTypes="AA">
                                      <p:cBhvr>
                                        <p:cTn id="132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28820">
                                      <p:cBhvr>
                                        <p:cTn id="13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5426 -0.017684 L 0.163968 -0.01528 E" pathEditMode="relative" rAng="0" ptsTypes="AA">
                                      <p:cBhvr>
                                        <p:cTn id="132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132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5989 -0.026797 L 0.173216 -0.021587 E" pathEditMode="relative" rAng="0" ptsTypes="AA">
                                      <p:cBhvr>
                                        <p:cTn id="13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393860">
                                      <p:cBhvr>
                                        <p:cTn id="133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81792 -0.030582 L 0.16786 -0.020883 E" pathEditMode="relative" rAng="0" ptsTypes="AA">
                                      <p:cBhvr>
                                        <p:cTn id="13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896900">
                                      <p:cBhvr>
                                        <p:cTn id="13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7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8893 -0.013988 L 0.159577 -0.013988 E" pathEditMode="relative" rAng="0" ptsTypes="AA">
                                      <p:cBhvr>
                                        <p:cTn id="13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9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5971 -0.037403 L 0.187079 -0.039133 E" pathEditMode="relative" rAng="0" ptsTypes="AA">
                                      <p:cBhvr>
                                        <p:cTn id="134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1" presetID="8" presetClass="emp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91520">
                                      <p:cBhvr>
                                        <p:cTn id="134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3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643 -0.012636 L 0.142328 -0.012636 E" pathEditMode="relative" rAng="0" ptsTypes="AA">
                                      <p:cBhvr>
                                        <p:cTn id="134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5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1177 -0.015721 L 0.131862 -0.015721 E" pathEditMode="relative" rAng="0" ptsTypes="AA">
                                      <p:cBhvr>
                                        <p:cTn id="13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8205 -0.016571 L 0.129111 -0.016739 E" pathEditMode="relative" rAng="0" ptsTypes="AA">
                                      <p:cBhvr>
                                        <p:cTn id="134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35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8641 -0.016567 L 0.128823 -0.016737 E" pathEditMode="relative" rAng="0" ptsTypes="AA">
                                      <p:cBhvr>
                                        <p:cTn id="13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3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176 -0.00995 L 0.160235 -0.0038 E" pathEditMode="relative" rAng="0" ptsTypes="AA">
                                      <p:cBhvr>
                                        <p:cTn id="135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5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9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9125 -0.009912 L 0.158968 -0.003786 E" pathEditMode="relative" rAng="0" ptsTypes="AA">
                                      <p:cBhvr>
                                        <p:cTn id="136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1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6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3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939 -0.009964 L 0.160707 -0.003806 E" pathEditMode="relative" rAng="0" ptsTypes="AA">
                                      <p:cBhvr>
                                        <p:cTn id="136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5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7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8895 -0.009876 L 0.158826 -0.003772 E" pathEditMode="relative" rAng="0" ptsTypes="AA">
                                      <p:cBhvr>
                                        <p:cTn id="136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9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1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9215 -0.009873 L 0.158424 -0.003767 E" pathEditMode="relative" rAng="0" ptsTypes="AA">
                                      <p:cBhvr>
                                        <p:cTn id="137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3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8943 -0.00975 L 0.158762 -0.003928 E" pathEditMode="relative" rAng="0" ptsTypes="AA">
                                      <p:cBhvr>
                                        <p:cTn id="137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9465 -0.016374 L 0.159734 -0.001081 E" pathEditMode="relative" rAng="0" ptsTypes="AA">
                                      <p:cBhvr>
                                        <p:cTn id="13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898260">
                                      <p:cBhvr>
                                        <p:cTn id="13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176 0 L 0.160235 0 E" pathEditMode="relative" rAng="0" ptsTypes="AA">
                                      <p:cBhvr>
                                        <p:cTn id="13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5" presetID="6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Scale>
                                      <p:cBhvr>
                                        <p:cTn id="1386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38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0385 -0.016187 L 0.151463 -0.00756 E" pathEditMode="relative" rAng="0" ptsTypes="AA">
                                      <p:cBhvr>
                                        <p:cTn id="13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431400">
                                      <p:cBhvr>
                                        <p:cTn id="13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2737 -0.031411 L 0.12983 -0.016503 E" pathEditMode="relative" rAng="0" ptsTypes="AA">
                                      <p:cBhvr>
                                        <p:cTn id="13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559560">
                                      <p:cBhvr>
                                        <p:cTn id="13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095732 -0.035515 L 0.117703 -0.018245 E" pathEditMode="relative" rAng="0" ptsTypes="AA">
                                      <p:cBhvr>
                                        <p:cTn id="139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41960">
                                      <p:cBhvr>
                                        <p:cTn id="139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089524 -0.037558 L 0.114289 -0.018819 E" pathEditMode="relative" rAng="0" ptsTypes="AA">
                                      <p:cBhvr>
                                        <p:cTn id="140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41960">
                                      <p:cBhvr>
                                        <p:cTn id="14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3968 -0.01528 L 0.166402 -0.00492 E" pathEditMode="relative" rAng="0" ptsTypes="AA">
                                      <p:cBhvr>
                                        <p:cTn id="14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963600">
                                      <p:cBhvr>
                                        <p:cTn id="14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3216 -0.021587 L 0.163592 -0.009416 E" pathEditMode="relative" rAng="0" ptsTypes="AA">
                                      <p:cBhvr>
                                        <p:cTn id="14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802140">
                                      <p:cBhvr>
                                        <p:cTn id="14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786 -0.020883 L 0.151232 -0.010111 E" pathEditMode="relative" rAng="0" ptsTypes="AA">
                                      <p:cBhvr>
                                        <p:cTn id="14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284540">
                                      <p:cBhvr>
                                        <p:cTn id="14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5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9577 -0.013988 L 0.164691 -0.004927 E" pathEditMode="relative" rAng="0" ptsTypes="AA">
                                      <p:cBhvr>
                                        <p:cTn id="14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7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76040">
                                      <p:cBhvr>
                                        <p:cTn id="141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9" presetID="0" presetClass="pat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7079 -0.039133 L 0.184252 -0.017361 E" pathEditMode="relative" rAng="0" ptsTypes="AA">
                                      <p:cBhvr>
                                        <p:cTn id="142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1" presetID="8" presetClass="emp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176420">
                                      <p:cBhvr>
                                        <p:cTn id="142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3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2328 -0.012636 L 0.153813 -0.005253 E" pathEditMode="relative" rAng="0" ptsTypes="AA">
                                      <p:cBhvr>
                                        <p:cTn id="142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5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4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7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31862 -0.015721 L 0.147419 -0.006778 E" pathEditMode="relative" rAng="0" ptsTypes="AA">
                                      <p:cBhvr>
                                        <p:cTn id="14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9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43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9111 -0.016739 L 0.147553 -0.007443 E" pathEditMode="relative" rAng="0" ptsTypes="AA">
                                      <p:cBhvr>
                                        <p:cTn id="14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90280">
                                      <p:cBhvr>
                                        <p:cTn id="143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8823 -0.016737 L 0.145447 -0.00734 E" pathEditMode="relative" rAng="0" ptsTypes="AA">
                                      <p:cBhvr>
                                        <p:cTn id="14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90280">
                                      <p:cBhvr>
                                        <p:cTn id="143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235 -0.0038 L 0.166667 0 E" pathEditMode="relative" rAng="0" ptsTypes="AA">
                                      <p:cBhvr>
                                        <p:cTn id="14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3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968 -0.003786 L 0.166667 0 E" pathEditMode="relative" rAng="0" ptsTypes="AA">
                                      <p:cBhvr>
                                        <p:cTn id="14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5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7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707 -0.003806 L 0.166667 0 E" pathEditMode="relative" rAng="0" ptsTypes="AA">
                                      <p:cBhvr>
                                        <p:cTn id="14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826 -0.003772 L 0.166667 0 E" pathEditMode="relative" rAng="0" ptsTypes="AA">
                                      <p:cBhvr>
                                        <p:cTn id="14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424 -0.003767 L 0.165926 1.6e-05 E" pathEditMode="relative" rAng="0" ptsTypes="AA">
                                      <p:cBhvr>
                                        <p:cTn id="145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5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762 -0.003928 L 0.166546 -0.000286 E" pathEditMode="relative" rAng="0" ptsTypes="AA">
                                      <p:cBhvr>
                                        <p:cTn id="146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6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9734 -0.001081 L 0.166644 -0.000209 E" pathEditMode="relative" rAng="0" ptsTypes="AA">
                                      <p:cBhvr>
                                        <p:cTn id="14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54040">
                                      <p:cBhvr>
                                        <p:cTn id="14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235 0 L 0.166667 0 E" pathEditMode="relative" rAng="0" ptsTypes="AA">
                                      <p:cBhvr>
                                        <p:cTn id="14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9" presetID="6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Scale>
                                      <p:cBhvr>
                                        <p:cTn id="147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47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1463 -0.00756 L 0.165755 -3.2e-05 E" pathEditMode="relative" rAng="0" ptsTypes="AA">
                                      <p:cBhvr>
                                        <p:cTn id="14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338300">
                                      <p:cBhvr>
                                        <p:cTn id="14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2983 -0.016503 L 0.163828 -9.9e-05 E" pathEditMode="relative" rAng="0" ptsTypes="AA">
                                      <p:cBhvr>
                                        <p:cTn id="14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545660">
                                      <p:cBhvr>
                                        <p:cTn id="14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17703 -0.018245 L 0.163779 -0.001626 E" pathEditMode="relative" rAng="0" ptsTypes="AA">
                                      <p:cBhvr>
                                        <p:cTn id="148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23280">
                                      <p:cBhvr>
                                        <p:cTn id="148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14289 -0.018819 L 0.165831 -0.001829 E" pathEditMode="relative" rAng="0" ptsTypes="AA">
                                      <p:cBhvr>
                                        <p:cTn id="148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23280">
                                      <p:cBhvr>
                                        <p:cTn id="14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402 -0.00492 L 0.165755 -3.2e-05 E" pathEditMode="relative" rAng="0" ptsTypes="AA">
                                      <p:cBhvr>
                                        <p:cTn id="148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9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918780">
                                      <p:cBhvr>
                                        <p:cTn id="14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3592 -0.009416 L 0.157351 -0.002386 E" pathEditMode="relative" rAng="0" ptsTypes="AA">
                                      <p:cBhvr>
                                        <p:cTn id="14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296400">
                                      <p:cBhvr>
                                        <p:cTn id="149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1232 -0.010111 L 0.14679 -0.001893 E" pathEditMode="relative" rAng="0" ptsTypes="AA">
                                      <p:cBhvr>
                                        <p:cTn id="149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840">
                                      <p:cBhvr>
                                        <p:cTn id="149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9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4691 -0.004927 L 0.165543 -5.4e-05 E" pathEditMode="relative" rAng="0" ptsTypes="AA">
                                      <p:cBhvr>
                                        <p:cTn id="15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1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46280">
                                      <p:cBhvr>
                                        <p:cTn id="150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3" presetID="0" presetClass="pat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4252 -0.017361 L 0.169965 -0.001634 E" pathEditMode="relative" rAng="0" ptsTypes="AA">
                                      <p:cBhvr>
                                        <p:cTn id="150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5" presetID="8" presetClass="emp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885800">
                                      <p:cBhvr>
                                        <p:cTn id="15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7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3813 -0.005253 L 0.165543 -5.4e-05 E" pathEditMode="relative" rAng="0" ptsTypes="AA">
                                      <p:cBhvr>
                                        <p:cTn id="15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9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5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1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7419 -0.006778 L 0.168302 -0.000836 E" pathEditMode="relative" rAng="0" ptsTypes="AA">
                                      <p:cBhvr>
                                        <p:cTn id="15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3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51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7553 -0.007443 L 0.174667 -0.002369 E" pathEditMode="relative" rAng="0" ptsTypes="AA">
                                      <p:cBhvr>
                                        <p:cTn id="151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63400">
                                      <p:cBhvr>
                                        <p:cTn id="15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5447 -0.00734 L 0.169089 -0.001635 E" pathEditMode="relative" rAng="0" ptsTypes="AA">
                                      <p:cBhvr>
                                        <p:cTn id="15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63400">
                                      <p:cBhvr>
                                        <p:cTn id="152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3098 -0.0038 E" pathEditMode="relative" rAng="0" ptsTypes="AA">
                                      <p:cBhvr>
                                        <p:cTn id="152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2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7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4366 -0.003786 E" pathEditMode="relative" rAng="0" ptsTypes="AA">
                                      <p:cBhvr>
                                        <p:cTn id="15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9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1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2626 -0.003806 E" pathEditMode="relative" rAng="0" ptsTypes="AA">
                                      <p:cBhvr>
                                        <p:cTn id="153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3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5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4508 -0.003772 E" pathEditMode="relative" rAng="0" ptsTypes="AA">
                                      <p:cBhvr>
                                        <p:cTn id="153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7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3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926 1.6e-05 L 0.174451 -0.003772 E" pathEditMode="relative" rAng="0" ptsTypes="AA">
                                      <p:cBhvr>
                                        <p:cTn id="154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546 -0.000286 L 0.174499 -0.003794 E" pathEditMode="relative" rAng="0" ptsTypes="AA">
                                      <p:cBhvr>
                                        <p:cTn id="15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44 -0.000209 L 0.173668 -0.015369 E" pathEditMode="relative" rAng="0" ptsTypes="AA">
                                      <p:cBhvr>
                                        <p:cTn id="15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55280">
                                      <p:cBhvr>
                                        <p:cTn id="15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3098 0 E" pathEditMode="relative" rAng="0" ptsTypes="AA">
                                      <p:cBhvr>
                                        <p:cTn id="15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6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5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55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755 -3.2e-05 L 0.181355 -0.007155 E" pathEditMode="relative" rAng="0" ptsTypes="AA">
                                      <p:cBhvr>
                                        <p:cTn id="155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24300">
                                      <p:cBhvr>
                                        <p:cTn id="15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3828 -9.9e-05 L 0.200253 -0.013865 E" pathEditMode="relative" rAng="0" ptsTypes="AA">
                                      <p:cBhvr>
                                        <p:cTn id="156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43480">
                                      <p:cBhvr>
                                        <p:cTn id="156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3779 -0.001626 L 0.210185 -0.022936 E" pathEditMode="relative" rAng="0" ptsTypes="AA">
                                      <p:cBhvr>
                                        <p:cTn id="156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10180">
                                      <p:cBhvr>
                                        <p:cTn id="156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831 -0.001829 L 0.216154 -0.024808 E" pathEditMode="relative" rAng="0" ptsTypes="AA">
                                      <p:cBhvr>
                                        <p:cTn id="156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10180">
                                      <p:cBhvr>
                                        <p:cTn id="157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755 -3.2e-05 L 0.166384 -0.0051 E" pathEditMode="relative" rAng="0" ptsTypes="AA">
                                      <p:cBhvr>
                                        <p:cTn id="15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32840">
                                      <p:cBhvr>
                                        <p:cTn id="157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57351 -0.002386 L 0.152856 -0.008846 E" pathEditMode="relative" rAng="0" ptsTypes="AA">
                                      <p:cBhvr>
                                        <p:cTn id="15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9440">
                                      <p:cBhvr>
                                        <p:cTn id="15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4679 -0.001893 L 0.143207 -0.008046 E" pathEditMode="relative" rAng="0" ptsTypes="AA">
                                      <p:cBhvr>
                                        <p:cTn id="15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2680">
                                      <p:cBhvr>
                                        <p:cTn id="158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3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543 -5.4e-05 L 0.167972 -0.005253 E" pathEditMode="relative" rAng="0" ptsTypes="AA">
                                      <p:cBhvr>
                                        <p:cTn id="158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5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87620">
                                      <p:cBhvr>
                                        <p:cTn id="158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7" presetID="0" presetClass="pat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9965 -0.001634 L 0.161592 -0.006961 E" pathEditMode="relative" rAng="0" ptsTypes="AA">
                                      <p:cBhvr>
                                        <p:cTn id="158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9" presetID="8" presetClass="emp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97520">
                                      <p:cBhvr>
                                        <p:cTn id="15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1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543 -5.4e-05 L 0.17885 -0.004927 E" pathEditMode="relative" rAng="0" ptsTypes="AA">
                                      <p:cBhvr>
                                        <p:cTn id="15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3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46280">
                                      <p:cBhvr>
                                        <p:cTn id="15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5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8302 -0.000836 L 0.196412 -0.014076 E" pathEditMode="relative" rAng="0" ptsTypes="AA">
                                      <p:cBhvr>
                                        <p:cTn id="15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7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694220">
                                      <p:cBhvr>
                                        <p:cTn id="159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4667 -0.002369 L 0.215251 -0.026016 E" pathEditMode="relative" rAng="0" ptsTypes="AA">
                                      <p:cBhvr>
                                        <p:cTn id="160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98660">
                                      <p:cBhvr>
                                        <p:cTn id="16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9089 -0.001635 L 0.201887 -0.021374 E" pathEditMode="relative" rAng="0" ptsTypes="AA">
                                      <p:cBhvr>
                                        <p:cTn id="16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98660">
                                      <p:cBhvr>
                                        <p:cTn id="160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098 -0.0038 L 0.182158 -0.00995 E" pathEditMode="relative" rAng="0" ptsTypes="AA">
                                      <p:cBhvr>
                                        <p:cTn id="16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1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366 -0.003786 L 0.184209 -0.009912 E" pathEditMode="relative" rAng="0" ptsTypes="AA">
                                      <p:cBhvr>
                                        <p:cTn id="16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3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2626 -0.003806 L 0.181395 -0.009964 E" pathEditMode="relative" rAng="0" ptsTypes="AA">
                                      <p:cBhvr>
                                        <p:cTn id="16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9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508 -0.003772 L 0.184439 -0.009876 E" pathEditMode="relative" rAng="0" ptsTypes="AA">
                                      <p:cBhvr>
                                        <p:cTn id="162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1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2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3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451 -0.003772 L 0.185317 -0.009853 E" pathEditMode="relative" rAng="0" ptsTypes="AA">
                                      <p:cBhvr>
                                        <p:cTn id="162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5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2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499 -0.003794 L 0.184565 -0.00953 E" pathEditMode="relative" rAng="0" ptsTypes="AA">
                                      <p:cBhvr>
                                        <p:cTn id="162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3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668 -0.015369 L 0.183648 -0.02581 E" pathEditMode="relative" rAng="0" ptsTypes="AA">
                                      <p:cBhvr>
                                        <p:cTn id="16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98160">
                                      <p:cBhvr>
                                        <p:cTn id="16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098 0 L 0.182158 0 E" pathEditMode="relative" rAng="0" ptsTypes="AA">
                                      <p:cBhvr>
                                        <p:cTn id="163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7" presetID="6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163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63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1355 -0.007155 L 0.194178 -0.017636 E" pathEditMode="relative" rAng="0" ptsTypes="AA">
                                      <p:cBhvr>
                                        <p:cTn id="164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32300">
                                      <p:cBhvr>
                                        <p:cTn id="16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0253 -0.013865 L 0.214605 -0.027506 E" pathEditMode="relative" rAng="0" ptsTypes="AA">
                                      <p:cBhvr>
                                        <p:cTn id="164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593520">
                                      <p:cBhvr>
                                        <p:cTn id="164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0185 -0.022936 L 0.220387 -0.031601 E" pathEditMode="relative" rAng="0" ptsTypes="AA">
                                      <p:cBhvr>
                                        <p:cTn id="164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924960">
                                      <p:cBhvr>
                                        <p:cTn id="16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6154 -0.024808 L 0.22386 -0.032195 E" pathEditMode="relative" rAng="0" ptsTypes="AA">
                                      <p:cBhvr>
                                        <p:cTn id="16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924960">
                                      <p:cBhvr>
                                        <p:cTn id="16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6384 -0.0051 L 0.170675 -0.013982 E" pathEditMode="relative" rAng="0" ptsTypes="AA">
                                      <p:cBhvr>
                                        <p:cTn id="165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7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62640">
                                      <p:cBhvr>
                                        <p:cTn id="16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52856 -0.008846 L 0.147682 -0.024857 E" pathEditMode="relative" rAng="0" ptsTypes="AA">
                                      <p:cBhvr>
                                        <p:cTn id="166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790800">
                                      <p:cBhvr>
                                        <p:cTn id="16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43207 -0.008046 L 0.132609 -0.027428 E" pathEditMode="relative" rAng="0" ptsTypes="AA">
                                      <p:cBhvr>
                                        <p:cTn id="16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59360">
                                      <p:cBhvr>
                                        <p:cTn id="16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7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7972 -0.005253 L 0.175407 -0.012636 E" pathEditMode="relative" rAng="0" ptsTypes="AA">
                                      <p:cBhvr>
                                        <p:cTn id="16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9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6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1" presetID="0" presetClass="pat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1592 -0.006961 L 0.164969 -0.015968 E" pathEditMode="relative" rAng="0" ptsTypes="AA">
                                      <p:cBhvr>
                                        <p:cTn id="16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3" presetID="8" presetClass="emp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6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5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885 -0.004927 L 0.192657 -0.013988 E" pathEditMode="relative" rAng="0" ptsTypes="AA">
                                      <p:cBhvr>
                                        <p:cTn id="16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7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76040">
                                      <p:cBhvr>
                                        <p:cTn id="16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9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96412 -0.014076 L 0.219695 -0.037702 E" pathEditMode="relative" rAng="0" ptsTypes="AA">
                                      <p:cBhvr>
                                        <p:cTn id="16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1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486380">
                                      <p:cBhvr>
                                        <p:cTn id="168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5251 -0.026016 L 0.246251 -0.066451 E" pathEditMode="relative" rAng="0" ptsTypes="AA">
                                      <p:cBhvr>
                                        <p:cTn id="168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232340">
                                      <p:cBhvr>
                                        <p:cTn id="168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1887 -0.021374 L 0.227801 -0.056045 E" pathEditMode="relative" rAng="0" ptsTypes="AA">
                                      <p:cBhvr>
                                        <p:cTn id="168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232340">
                                      <p:cBhvr>
                                        <p:cTn id="169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2158 -0.00995 L 0.192842 -0.00995 E" pathEditMode="relative" rAng="0" ptsTypes="AA">
                                      <p:cBhvr>
                                        <p:cTn id="16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3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4209 -0.009912 L 0.194893 -0.009912 E" pathEditMode="relative" rAng="0" ptsTypes="AA">
                                      <p:cBhvr>
                                        <p:cTn id="16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5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1395 -0.009964 L 0.192079 -0.009964 E" pathEditMode="relative" rAng="0" ptsTypes="AA">
                                      <p:cBhvr>
                                        <p:cTn id="169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4439 -0.009876 L 0.195123 -0.009876 E" pathEditMode="relative" rAng="0" ptsTypes="AA">
                                      <p:cBhvr>
                                        <p:cTn id="169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9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5317 -0.009853 L 0.196002 -0.009853 E" pathEditMode="relative" rAng="0" ptsTypes="AA">
                                      <p:cBhvr>
                                        <p:cTn id="170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4565 -0.00953 L 0.195249 -0.00953 E" pathEditMode="relative" rAng="0" ptsTypes="AA">
                                      <p:cBhvr>
                                        <p:cTn id="17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3648 -0.02581 L 0.193783 -0.017356 E" pathEditMode="relative" rAng="0" ptsTypes="AA">
                                      <p:cBhvr>
                                        <p:cTn id="17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809220">
                                      <p:cBhvr>
                                        <p:cTn id="17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2158 0 L 0.192842 0 E" pathEditMode="relative" rAng="0" ptsTypes="AA">
                                      <p:cBhvr>
                                        <p:cTn id="170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4178 -0.017636 L 0.202719 -0.015233 E" pathEditMode="relative" rAng="0" ptsTypes="AA">
                                      <p:cBhvr>
                                        <p:cTn id="171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71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4605 -0.027506 L 0.211875 -0.022176 E" pathEditMode="relative" rAng="0" ptsTypes="AA">
                                      <p:cBhvr>
                                        <p:cTn id="171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393860">
                                      <p:cBhvr>
                                        <p:cTn id="17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0387 -0.031601 L 0.206504 -0.021211 E" pathEditMode="relative" rAng="0" ptsTypes="AA">
                                      <p:cBhvr>
                                        <p:cTn id="171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896900">
                                      <p:cBhvr>
                                        <p:cTn id="17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386 -0.032195 L 0.204294 -0.021447 E" pathEditMode="relative" rAng="0" ptsTypes="AA">
                                      <p:cBhvr>
                                        <p:cTn id="172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896900">
                                      <p:cBhvr>
                                        <p:cTn id="17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0675 -0.013982 L 0.179136 -0.016139 E" pathEditMode="relative" rAng="0" ptsTypes="AA">
                                      <p:cBhvr>
                                        <p:cTn id="172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72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47682 -0.024857 L 0.151597 -0.032051 E" pathEditMode="relative" rAng="0" ptsTypes="AA">
                                      <p:cBhvr>
                                        <p:cTn id="17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73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32609 -0.027428 L 0.134742 -0.036943 E" pathEditMode="relative" rAng="0" ptsTypes="AA">
                                      <p:cBhvr>
                                        <p:cTn id="17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8820">
                                      <p:cBhvr>
                                        <p:cTn id="17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7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5407 -0.012636 L 0.186092 -0.012636 E" pathEditMode="relative" rAng="0" ptsTypes="AA">
                                      <p:cBhvr>
                                        <p:cTn id="17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9" presetID="0" presetClass="pat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64969 -0.015968 L 0.175653 -0.015968 E" pathEditMode="relative" rAng="0" ptsTypes="AA">
                                      <p:cBhvr>
                                        <p:cTn id="174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1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2657 -0.013988 L 0.203341 -0.013988 E" pathEditMode="relative" rAng="0" ptsTypes="AA">
                                      <p:cBhvr>
                                        <p:cTn id="174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3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9695 -0.037702 L 0.230803 -0.039432 E" pathEditMode="relative" rAng="0" ptsTypes="AA">
                                      <p:cBhvr>
                                        <p:cTn id="174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5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91520">
                                      <p:cBhvr>
                                        <p:cTn id="17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4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46251 -0.066451 L 0.258031 -0.070421 E" pathEditMode="relative" rAng="0" ptsTypes="AA">
                                      <p:cBhvr>
                                        <p:cTn id="174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76020">
                                      <p:cBhvr>
                                        <p:cTn id="175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7801 -0.056045 L 0.239338 -0.059604 E" pathEditMode="relative" rAng="0" ptsTypes="AA">
                                      <p:cBhvr>
                                        <p:cTn id="17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76020">
                                      <p:cBhvr>
                                        <p:cTn id="17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2842 -0.00995 L 0.201902 -0.0038 E" pathEditMode="relative" rAng="0" ptsTypes="AA">
                                      <p:cBhvr>
                                        <p:cTn id="175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7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5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4893 -0.009912 L 0.20317 -0.003786 E" pathEditMode="relative" rAng="0" ptsTypes="AA">
                                      <p:cBhvr>
                                        <p:cTn id="176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1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6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2079 -0.009964 L 0.20143 -0.003806 E" pathEditMode="relative" rAng="0" ptsTypes="AA">
                                      <p:cBhvr>
                                        <p:cTn id="176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5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5123 -0.009876 L 0.203312 -0.003772 E" pathEditMode="relative" rAng="0" ptsTypes="AA">
                                      <p:cBhvr>
                                        <p:cTn id="176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9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6002 -0.009853 L 0.203255 -0.003772 E" pathEditMode="relative" rAng="0" ptsTypes="AA">
                                      <p:cBhvr>
                                        <p:cTn id="177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3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5249 -0.00953 L 0.203303 -0.003794 E" pathEditMode="relative" rAng="0" ptsTypes="AA">
                                      <p:cBhvr>
                                        <p:cTn id="177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7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3783 -0.017356 L 0.203039 -0.001688 E" pathEditMode="relative" rAng="0" ptsTypes="AA">
                                      <p:cBhvr>
                                        <p:cTn id="17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898260">
                                      <p:cBhvr>
                                        <p:cTn id="17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3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2842 0 L 0.201902 0 E" pathEditMode="relative" rAng="0" ptsTypes="AA">
                                      <p:cBhvr>
                                        <p:cTn id="17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5" presetID="6" presetClass="emp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Scale>
                                      <p:cBhvr>
                                        <p:cTn id="1786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78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719 -0.015233 L 0.206267 -0.004891 E" pathEditMode="relative" rAng="0" ptsTypes="AA">
                                      <p:cBhvr>
                                        <p:cTn id="17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963600">
                                      <p:cBhvr>
                                        <p:cTn id="17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1875 -0.022176 L 0.203438 -0.009682 E" pathEditMode="relative" rAng="0" ptsTypes="AA">
                                      <p:cBhvr>
                                        <p:cTn id="17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802140">
                                      <p:cBhvr>
                                        <p:cTn id="17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6504 -0.021211 L 0.190997 -0.009788 E" pathEditMode="relative" rAng="0" ptsTypes="AA">
                                      <p:cBhvr>
                                        <p:cTn id="179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84540">
                                      <p:cBhvr>
                                        <p:cTn id="179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4294 -0.021447 L 0.18521 -0.011536 E" pathEditMode="relative" rAng="0" ptsTypes="AA">
                                      <p:cBhvr>
                                        <p:cTn id="180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84540">
                                      <p:cBhvr>
                                        <p:cTn id="18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79136 -0.016139 L 0.191327 -0.007531 E" pathEditMode="relative" rAng="0" ptsTypes="AA">
                                      <p:cBhvr>
                                        <p:cTn id="18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5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31400">
                                      <p:cBhvr>
                                        <p:cTn id="18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51597 -0.032051 L 0.169761 -0.017016 E" pathEditMode="relative" rAng="0" ptsTypes="AA">
                                      <p:cBhvr>
                                        <p:cTn id="18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559560">
                                      <p:cBhvr>
                                        <p:cTn id="18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34742 -0.036943 L 0.157709 -0.019328 E" pathEditMode="relative" rAng="0" ptsTypes="AA">
                                      <p:cBhvr>
                                        <p:cTn id="18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041960">
                                      <p:cBhvr>
                                        <p:cTn id="18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5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86092 -0.012636 L 0.196776 -0.005253 E" pathEditMode="relative" rAng="0" ptsTypes="AA">
                                      <p:cBhvr>
                                        <p:cTn id="18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7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81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9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75653 -0.015968 L 0.190397 -0.006961 E" pathEditMode="relative" rAng="0" ptsTypes="AA">
                                      <p:cBhvr>
                                        <p:cTn id="182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1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82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3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3341 -0.013988 L 0.207654 -0.004927 E" pathEditMode="relative" rAng="0" ptsTypes="AA">
                                      <p:cBhvr>
                                        <p:cTn id="182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5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776040">
                                      <p:cBhvr>
                                        <p:cTn id="18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7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0803 -0.039432 L 0.227203 -0.017523 E" pathEditMode="relative" rAng="0" ptsTypes="AA">
                                      <p:cBhvr>
                                        <p:cTn id="18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9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76420">
                                      <p:cBhvr>
                                        <p:cTn id="183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58031 -0.070421 L 0.248897 -0.033726 E" pathEditMode="relative" rAng="0" ptsTypes="AA">
                                      <p:cBhvr>
                                        <p:cTn id="18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09280">
                                      <p:cBhvr>
                                        <p:cTn id="183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9338 -0.059604 L 0.234576 -0.028282 E" pathEditMode="relative" rAng="0" ptsTypes="AA">
                                      <p:cBhvr>
                                        <p:cTn id="18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09280">
                                      <p:cBhvr>
                                        <p:cTn id="183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902 -0.0038 L 0.208333 0 E" pathEditMode="relative" rAng="0" ptsTypes="AA">
                                      <p:cBhvr>
                                        <p:cTn id="18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1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17 -0.003786 L 0.208333 0 E" pathEditMode="relative" rAng="0" ptsTypes="AA">
                                      <p:cBhvr>
                                        <p:cTn id="18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5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43 -0.003806 L 0.208333 0 E" pathEditMode="relative" rAng="0" ptsTypes="AA">
                                      <p:cBhvr>
                                        <p:cTn id="18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9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1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312 -0.003772 L 0.208333 0 E" pathEditMode="relative" rAng="0" ptsTypes="AA">
                                      <p:cBhvr>
                                        <p:cTn id="18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3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5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255 -0.003772 L 0.207592 1.6e-05 E" pathEditMode="relative" rAng="0" ptsTypes="AA">
                                      <p:cBhvr>
                                        <p:cTn id="185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7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5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303 -0.003794 L 0.208213 -0.000286 E" pathEditMode="relative" rAng="0" ptsTypes="AA">
                                      <p:cBhvr>
                                        <p:cTn id="186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1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6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039 -0.001688 L 0.20831 -0.000209 E" pathEditMode="relative" rAng="0" ptsTypes="AA">
                                      <p:cBhvr>
                                        <p:cTn id="18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254040">
                                      <p:cBhvr>
                                        <p:cTn id="18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7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902 0 L 0.208333 0 E" pathEditMode="relative" rAng="0" ptsTypes="AA">
                                      <p:cBhvr>
                                        <p:cTn id="18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9" presetID="6" presetClass="emp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Scale>
                                      <p:cBhvr>
                                        <p:cTn id="187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87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6267 -0.004891 L 0.207422 -3.2e-05 E" pathEditMode="relative" rAng="0" ptsTypes="AA">
                                      <p:cBhvr>
                                        <p:cTn id="18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918780">
                                      <p:cBhvr>
                                        <p:cTn id="18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438 -0.009682 L 0.199017 -0.002335 E" pathEditMode="relative" rAng="0" ptsTypes="AA">
                                      <p:cBhvr>
                                        <p:cTn id="18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296400">
                                      <p:cBhvr>
                                        <p:cTn id="18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0997 -0.009788 L 0.188394 -0.001334 E" pathEditMode="relative" rAng="0" ptsTypes="AA">
                                      <p:cBhvr>
                                        <p:cTn id="188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840">
                                      <p:cBhvr>
                                        <p:cTn id="188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8521 -0.011536 L 0.182655 -0.003051 E" pathEditMode="relative" rAng="0" ptsTypes="AA">
                                      <p:cBhvr>
                                        <p:cTn id="188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840">
                                      <p:cBhvr>
                                        <p:cTn id="18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1327 -0.007531 L 0.207422 -3.2e-05 E" pathEditMode="relative" rAng="0" ptsTypes="AA">
                                      <p:cBhvr>
                                        <p:cTn id="188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9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38300">
                                      <p:cBhvr>
                                        <p:cTn id="18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69761 -0.017016 L 0.205495 -0.00015 E" pathEditMode="relative" rAng="0" ptsTypes="AA">
                                      <p:cBhvr>
                                        <p:cTn id="18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545660">
                                      <p:cBhvr>
                                        <p:cTn id="189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57709 -0.019328 L 0.20545 -0.001654 E" pathEditMode="relative" rAng="0" ptsTypes="AA">
                                      <p:cBhvr>
                                        <p:cTn id="189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23280">
                                      <p:cBhvr>
                                        <p:cTn id="189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9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6776 -0.005253 L 0.20721 -5.4e-05 E" pathEditMode="relative" rAng="0" ptsTypes="AA">
                                      <p:cBhvr>
                                        <p:cTn id="19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1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90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3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0397 -0.006961 L 0.209969 -0.000872 E" pathEditMode="relative" rAng="0" ptsTypes="AA">
                                      <p:cBhvr>
                                        <p:cTn id="190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5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9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7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7654 -0.004927 L 0.20721 -5.4e-05 E" pathEditMode="relative" rAng="0" ptsTypes="AA">
                                      <p:cBhvr>
                                        <p:cTn id="19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9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046280">
                                      <p:cBhvr>
                                        <p:cTn id="19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1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7203 -0.017523 L 0.211631 -0.001598 E" pathEditMode="relative" rAng="0" ptsTypes="AA">
                                      <p:cBhvr>
                                        <p:cTn id="19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3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885800">
                                      <p:cBhvr>
                                        <p:cTn id="191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8897 -0.033726 L 0.219945 -0.003462 E" pathEditMode="relative" rAng="0" ptsTypes="AA">
                                      <p:cBhvr>
                                        <p:cTn id="191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661640">
                                      <p:cBhvr>
                                        <p:cTn id="19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34576 -0.028282 L 0.214755 -0.002828 E" pathEditMode="relative" rAng="0" ptsTypes="AA">
                                      <p:cBhvr>
                                        <p:cTn id="19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661640">
                                      <p:cBhvr>
                                        <p:cTn id="192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4765 -0.0038 E" pathEditMode="relative" rAng="0" ptsTypes="AA">
                                      <p:cBhvr>
                                        <p:cTn id="192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2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7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3497 -0.003786 E" pathEditMode="relative" rAng="0" ptsTypes="AA">
                                      <p:cBhvr>
                                        <p:cTn id="19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9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1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5236 -0.003806 E" pathEditMode="relative" rAng="0" ptsTypes="AA">
                                      <p:cBhvr>
                                        <p:cTn id="193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3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5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3355 -0.003772 E" pathEditMode="relative" rAng="0" ptsTypes="AA">
                                      <p:cBhvr>
                                        <p:cTn id="193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7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3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9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592 1.6e-05 L 0.212953 -0.003767 E" pathEditMode="relative" rAng="0" ptsTypes="AA">
                                      <p:cBhvr>
                                        <p:cTn id="194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1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213 -0.000286 L 0.213291 -0.003928 E" pathEditMode="relative" rAng="0" ptsTypes="AA">
                                      <p:cBhvr>
                                        <p:cTn id="19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1 -0.000209 L 0.213696 -0.014762 E" pathEditMode="relative" rAng="0" ptsTypes="AA">
                                      <p:cBhvr>
                                        <p:cTn id="19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55280">
                                      <p:cBhvr>
                                        <p:cTn id="19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1" presetID="0" presetClass="pat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4765 0 E" pathEditMode="relative" rAng="0" ptsTypes="AA">
                                      <p:cBhvr>
                                        <p:cTn id="19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3" presetID="6" presetClass="emp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9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95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422 -3.2e-05 L 0.209853 -0.005129 E" pathEditMode="relative" rAng="0" ptsTypes="AA">
                                      <p:cBhvr>
                                        <p:cTn id="195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32840">
                                      <p:cBhvr>
                                        <p:cTn id="19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99017 -0.002335 L 0.196302 -0.00855 E" pathEditMode="relative" rAng="0" ptsTypes="AA">
                                      <p:cBhvr>
                                        <p:cTn id="196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09440">
                                      <p:cBhvr>
                                        <p:cTn id="196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88394 -0.001334 L 0.1866 -0.007282 E" pathEditMode="relative" rAng="0" ptsTypes="AA">
                                      <p:cBhvr>
                                        <p:cTn id="196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2680">
                                      <p:cBhvr>
                                        <p:cTn id="196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82655 -0.003051 L 0.181228 -0.008768 E" pathEditMode="relative" rAng="0" ptsTypes="AA">
                                      <p:cBhvr>
                                        <p:cTn id="196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2680">
                                      <p:cBhvr>
                                        <p:cTn id="197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422 -3.2e-05 L 0.224824 -0.007184 E" pathEditMode="relative" rAng="0" ptsTypes="AA">
                                      <p:cBhvr>
                                        <p:cTn id="19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524300">
                                      <p:cBhvr>
                                        <p:cTn id="197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5495 -0.00015 L 0.243781 -0.01338 E" pathEditMode="relative" rAng="0" ptsTypes="AA">
                                      <p:cBhvr>
                                        <p:cTn id="19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43480">
                                      <p:cBhvr>
                                        <p:cTn id="19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545 -0.001654 L 0.253784 -0.021903 E" pathEditMode="relative" rAng="0" ptsTypes="AA">
                                      <p:cBhvr>
                                        <p:cTn id="19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10180">
                                      <p:cBhvr>
                                        <p:cTn id="198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3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21 -5.4e-05 L 0.21922 -0.004927 E" pathEditMode="relative" rAng="0" ptsTypes="AA">
                                      <p:cBhvr>
                                        <p:cTn id="198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5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046280">
                                      <p:cBhvr>
                                        <p:cTn id="198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7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9969 -0.000872 L 0.236793 -0.013914 E" pathEditMode="relative" rAng="0" ptsTypes="AA">
                                      <p:cBhvr>
                                        <p:cTn id="198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9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694220">
                                      <p:cBhvr>
                                        <p:cTn id="19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1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21 -5.4e-05 L 0.208342 -0.005253 E" pathEditMode="relative" rAng="0" ptsTypes="AA">
                                      <p:cBhvr>
                                        <p:cTn id="19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3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87620">
                                      <p:cBhvr>
                                        <p:cTn id="19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5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1631 -0.001598 L 0.201948 -0.006778 E" pathEditMode="relative" rAng="0" ptsTypes="AA">
                                      <p:cBhvr>
                                        <p:cTn id="19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7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97520">
                                      <p:cBhvr>
                                        <p:cTn id="199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9945 -0.003462 L 0.201517 -0.006947 E" pathEditMode="relative" rAng="0" ptsTypes="AA">
                                      <p:cBhvr>
                                        <p:cTn id="200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01960">
                                      <p:cBhvr>
                                        <p:cTn id="20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4755 -0.002828 L 0.201305 -0.006946 E" pathEditMode="relative" rAng="0" ptsTypes="AA">
                                      <p:cBhvr>
                                        <p:cTn id="20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01960">
                                      <p:cBhvr>
                                        <p:cTn id="200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4765 -0.0038 L 0.225 -0 E" pathEditMode="relative" rAng="0" ptsTypes="AA">
                                      <p:cBhvr>
                                        <p:cTn id="20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1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497 -0.003786 L 0.225 -0 E" pathEditMode="relative" rAng="0" ptsTypes="AA">
                                      <p:cBhvr>
                                        <p:cTn id="20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3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5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5236 -0.003806 L 0.225 -0 E" pathEditMode="relative" rAng="0" ptsTypes="AA">
                                      <p:cBhvr>
                                        <p:cTn id="20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7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9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355 -0.003772 L 0.225 0 E" pathEditMode="relative" rAng="0" ptsTypes="AA">
                                      <p:cBhvr>
                                        <p:cTn id="202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1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2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3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2953 -0.003767 L 0.225 0 E" pathEditMode="relative" rAng="0" ptsTypes="AA">
                                      <p:cBhvr>
                                        <p:cTn id="202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5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2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291 -0.003928 L 0.225 0 E" pathEditMode="relative" rAng="0" ptsTypes="AA">
                                      <p:cBhvr>
                                        <p:cTn id="202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3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696 -0.014762 L 0.225 0 E" pathEditMode="relative" rAng="0" ptsTypes="AA">
                                      <p:cBhvr>
                                        <p:cTn id="20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5500">
                                      <p:cBhvr>
                                        <p:cTn id="20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5" presetID="0" presetClass="pat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4765 0 L 0.225 0 E" pathEditMode="relative" rAng="0" ptsTypes="AA">
                                      <p:cBhvr>
                                        <p:cTn id="203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7" presetID="6" presetClass="emp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Scale>
                                      <p:cBhvr>
                                        <p:cTn id="203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03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9853 -0.005129 L 0.225 0 E" pathEditMode="relative" rAng="0" ptsTypes="AA">
                                      <p:cBhvr>
                                        <p:cTn id="204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867420">
                                      <p:cBhvr>
                                        <p:cTn id="20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96302 -0.00855 L 0.225 0 E" pathEditMode="relative" rAng="0" ptsTypes="AA">
                                      <p:cBhvr>
                                        <p:cTn id="204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4780">
                                      <p:cBhvr>
                                        <p:cTn id="204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866 -0.007282 L 0.225 0 E" pathEditMode="relative" rAng="0" ptsTypes="AA">
                                      <p:cBhvr>
                                        <p:cTn id="204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55380">
                                      <p:cBhvr>
                                        <p:cTn id="20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81228 -0.008768 L 0.225 0 E" pathEditMode="relative" rAng="0" ptsTypes="AA">
                                      <p:cBhvr>
                                        <p:cTn id="20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55380">
                                      <p:cBhvr>
                                        <p:cTn id="20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5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4824 -0.007184 L 0.225 0 E" pathEditMode="relative" rAng="0" ptsTypes="AA">
                                      <p:cBhvr>
                                        <p:cTn id="205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7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89720">
                                      <p:cBhvr>
                                        <p:cTn id="20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3781 -0.01338 L 0.225 0 E" pathEditMode="relative" rAng="0" ptsTypes="AA">
                                      <p:cBhvr>
                                        <p:cTn id="206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08900">
                                      <p:cBhvr>
                                        <p:cTn id="20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3784 -0.021903 L 0.225 0 E" pathEditMode="relative" rAng="0" ptsTypes="AA">
                                      <p:cBhvr>
                                        <p:cTn id="20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089500">
                                      <p:cBhvr>
                                        <p:cTn id="20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7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922 -0.004927 L 0.225 0 E" pathEditMode="relative" rAng="0" ptsTypes="AA">
                                      <p:cBhvr>
                                        <p:cTn id="20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9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59080">
                                      <p:cBhvr>
                                        <p:cTn id="20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1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36793 -0.013914 L 0.225 0 E" pathEditMode="relative" rAng="0" ptsTypes="AA">
                                      <p:cBhvr>
                                        <p:cTn id="20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3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407020">
                                      <p:cBhvr>
                                        <p:cTn id="20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5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8342 -0.005253 L 0.225 0 E" pathEditMode="relative" rAng="0" ptsTypes="AA">
                                      <p:cBhvr>
                                        <p:cTn id="20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7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974820">
                                      <p:cBhvr>
                                        <p:cTn id="20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9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1948 -0.006778 L 0.225 0 E" pathEditMode="relative" rAng="0" ptsTypes="AA">
                                      <p:cBhvr>
                                        <p:cTn id="20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1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74820">
                                      <p:cBhvr>
                                        <p:cTn id="208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1517 -0.006947 L 0.225 0 E" pathEditMode="relative" rAng="0" ptsTypes="AA">
                                      <p:cBhvr>
                                        <p:cTn id="208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33840">
                                      <p:cBhvr>
                                        <p:cTn id="208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1305 -0.006946 L 0.225 0 E" pathEditMode="relative" rAng="0" ptsTypes="AA">
                                      <p:cBhvr>
                                        <p:cTn id="208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33840">
                                      <p:cBhvr>
                                        <p:cTn id="209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1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-0 L 0.233333 -0 E" pathEditMode="relative" rAng="0" ptsTypes="AA">
                                      <p:cBhvr>
                                        <p:cTn id="20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3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-0 L 0.233333 -0 E" pathEditMode="relative" rAng="0" ptsTypes="AA">
                                      <p:cBhvr>
                                        <p:cTn id="20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5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-0 L 0.233333 -0 E" pathEditMode="relative" rAng="0" ptsTypes="AA">
                                      <p:cBhvr>
                                        <p:cTn id="209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7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09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9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0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1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5" presetID="0" presetClass="path" presetSubtype="0" fill="hold" grpId="49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0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0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1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1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5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1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1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1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2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3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2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5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7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213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-0 L 0.241667 -0 E" pathEditMode="relative" rAng="0" ptsTypes="AA">
                                      <p:cBhvr>
                                        <p:cTn id="213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5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-0 L 0.241667 -0 E" pathEditMode="relative" rAng="0" ptsTypes="AA">
                                      <p:cBhvr>
                                        <p:cTn id="213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7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-0 L 0.241667 -0 E" pathEditMode="relative" rAng="0" ptsTypes="AA">
                                      <p:cBhvr>
                                        <p:cTn id="213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9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1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4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7" presetID="0" presetClass="path" presetSubtype="0" fill="hold" grpId="50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9" presetID="6" presetClass="emp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Scale>
                                      <p:cBhvr>
                                        <p:cTn id="215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15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5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5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7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5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9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6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5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6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7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6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9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7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1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21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-0 L 0.25 0 E" pathEditMode="relative" rAng="0" ptsTypes="AA">
                                      <p:cBhvr>
                                        <p:cTn id="217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9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-0 L 0.25 0 E" pathEditMode="relative" rAng="0" ptsTypes="AA">
                                      <p:cBhvr>
                                        <p:cTn id="21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1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-0 L 0.25 0 E" pathEditMode="relative" rAng="0" ptsTypes="AA">
                                      <p:cBhvr>
                                        <p:cTn id="218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3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8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5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8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8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9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9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3" presetID="6" presetClass="emp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Scale>
                                      <p:cBhvr>
                                        <p:cTn id="219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19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9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19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0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3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0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0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9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1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1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1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3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1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5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22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1" grpId="48" animBg="1"/>
      <p:bldP spid="21" grpId="49" animBg="1"/>
      <p:bldP spid="21" grpId="50" animBg="1"/>
      <p:bldP spid="21" grpId="51" animBg="1"/>
      <p:bldP spid="21" grpId="52" animBg="1"/>
      <p:bldP spid="21" grpId="53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2" grpId="32" animBg="1"/>
      <p:bldP spid="22" grpId="33" animBg="1"/>
      <p:bldP spid="22" grpId="34" animBg="1"/>
      <p:bldP spid="22" grpId="35" animBg="1"/>
      <p:bldP spid="22" grpId="36" animBg="1"/>
      <p:bldP spid="22" grpId="37" animBg="1"/>
      <p:bldP spid="22" grpId="38" animBg="1"/>
      <p:bldP spid="22" grpId="39" animBg="1"/>
      <p:bldP spid="22" grpId="40" animBg="1"/>
      <p:bldP spid="22" grpId="41" animBg="1"/>
      <p:bldP spid="22" grpId="42" animBg="1"/>
      <p:bldP spid="22" grpId="43" animBg="1"/>
      <p:bldP spid="22" grpId="44" animBg="1"/>
      <p:bldP spid="22" grpId="45" animBg="1"/>
      <p:bldP spid="22" grpId="46" animBg="1"/>
      <p:bldP spid="22" grpId="47" animBg="1"/>
      <p:bldP spid="22" grpId="48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3" grpId="32" animBg="1"/>
      <p:bldP spid="23" grpId="33" animBg="1"/>
      <p:bldP spid="23" grpId="34" animBg="1"/>
      <p:bldP spid="23" grpId="35" animBg="1"/>
      <p:bldP spid="23" grpId="36" animBg="1"/>
      <p:bldP spid="23" grpId="37" animBg="1"/>
      <p:bldP spid="23" grpId="38" animBg="1"/>
      <p:bldP spid="23" grpId="39" animBg="1"/>
      <p:bldP spid="23" grpId="40" animBg="1"/>
      <p:bldP spid="23" grpId="41" animBg="1"/>
      <p:bldP spid="23" grpId="42" animBg="1"/>
      <p:bldP spid="23" grpId="43" animBg="1"/>
      <p:bldP spid="23" grpId="44" animBg="1"/>
      <p:bldP spid="23" grpId="45" animBg="1"/>
      <p:bldP spid="23" grpId="46" animBg="1"/>
      <p:bldP spid="23" grpId="47" animBg="1"/>
      <p:bldP spid="23" grpId="48" animBg="1"/>
      <p:bldP spid="23" grpId="49" animBg="1"/>
      <p:bldP spid="23" grpId="5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4" grpId="42" animBg="1"/>
      <p:bldP spid="24" grpId="43" animBg="1"/>
      <p:bldP spid="24" grpId="44" animBg="1"/>
      <p:bldP spid="24" grpId="45" animBg="1"/>
      <p:bldP spid="24" grpId="46" animBg="1"/>
      <p:bldP spid="24" grpId="47" animBg="1"/>
      <p:bldP spid="24" grpId="48" animBg="1"/>
      <p:bldP spid="24" grpId="49" animBg="1"/>
      <p:bldP spid="24" grpId="50" animBg="1"/>
      <p:bldP spid="24" grpId="51" animBg="1"/>
      <p:bldP spid="24" grpId="52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5" grpId="42" animBg="1"/>
      <p:bldP spid="25" grpId="43" animBg="1"/>
      <p:bldP spid="25" grpId="44" animBg="1"/>
      <p:bldP spid="25" grpId="45" animBg="1"/>
      <p:bldP spid="25" grpId="46" animBg="1"/>
      <p:bldP spid="25" grpId="47" animBg="1"/>
      <p:bldP spid="25" grpId="48" animBg="1"/>
      <p:bldP spid="25" grpId="49" animBg="1"/>
      <p:bldP spid="25" grpId="50" animBg="1"/>
      <p:bldP spid="25" grpId="51" animBg="1"/>
      <p:bldP spid="25" grpId="52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6" grpId="48" animBg="1"/>
      <p:bldP spid="26" grpId="49" animBg="1"/>
      <p:bldP spid="26" grpId="50" animBg="1"/>
      <p:bldP spid="26" grpId="51" animBg="1"/>
      <p:bldP spid="26" grpId="52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7" grpId="36" animBg="1"/>
      <p:bldP spid="27" grpId="37" animBg="1"/>
      <p:bldP spid="27" grpId="38" animBg="1"/>
      <p:bldP spid="27" grpId="39" animBg="1"/>
      <p:bldP spid="27" grpId="40" animBg="1"/>
      <p:bldP spid="27" grpId="41" animBg="1"/>
      <p:bldP spid="27" grpId="42" animBg="1"/>
      <p:bldP spid="27" grpId="43" animBg="1"/>
      <p:bldP spid="27" grpId="44" animBg="1"/>
      <p:bldP spid="27" grpId="45" animBg="1"/>
      <p:bldP spid="27" grpId="46" animBg="1"/>
      <p:bldP spid="27" grpId="47" animBg="1"/>
      <p:bldP spid="27" grpId="48" animBg="1"/>
      <p:bldP spid="27" grpId="49" animBg="1"/>
      <p:bldP spid="27" grpId="50" animBg="1"/>
      <p:bldP spid="27" grpId="51" animBg="1"/>
      <p:bldP spid="27" grpId="52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8" grpId="42" animBg="1"/>
      <p:bldP spid="28" grpId="43" animBg="1"/>
      <p:bldP spid="28" grpId="44" animBg="1"/>
      <p:bldP spid="28" grpId="45" animBg="1"/>
      <p:bldP spid="28" grpId="46" animBg="1"/>
      <p:bldP spid="28" grpId="47" animBg="1"/>
      <p:bldP spid="28" grpId="48" animBg="1"/>
      <p:bldP spid="28" grpId="49" animBg="1"/>
      <p:bldP spid="28" grpId="50" animBg="1"/>
      <p:bldP spid="28" grpId="51" animBg="1"/>
      <p:bldP spid="28" grpId="52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29" grpId="42" animBg="1"/>
      <p:bldP spid="29" grpId="43" animBg="1"/>
      <p:bldP spid="29" grpId="44" animBg="1"/>
      <p:bldP spid="29" grpId="45" animBg="1"/>
      <p:bldP spid="29" grpId="46" animBg="1"/>
      <p:bldP spid="29" grpId="47" animBg="1"/>
      <p:bldP spid="29" grpId="48" animBg="1"/>
      <p:bldP spid="29" grpId="49" animBg="1"/>
      <p:bldP spid="29" grpId="50" animBg="1"/>
      <p:bldP spid="29" grpId="51" animBg="1"/>
      <p:bldP spid="29" grpId="52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0" grpId="42" animBg="1"/>
      <p:bldP spid="30" grpId="43" animBg="1"/>
      <p:bldP spid="30" grpId="44" animBg="1"/>
      <p:bldP spid="30" grpId="45" animBg="1"/>
      <p:bldP spid="30" grpId="46" animBg="1"/>
      <p:bldP spid="30" grpId="47" animBg="1"/>
      <p:bldP spid="30" grpId="48" animBg="1"/>
      <p:bldP spid="30" grpId="49" animBg="1"/>
      <p:bldP spid="30" grpId="50" animBg="1"/>
      <p:bldP spid="30" grpId="51" animBg="1"/>
      <p:bldP spid="30" grpId="52" animBg="1"/>
      <p:bldP spid="30" grpId="53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1" grpId="42" animBg="1"/>
      <p:bldP spid="31" grpId="43" animBg="1"/>
      <p:bldP spid="31" grpId="44" animBg="1"/>
      <p:bldP spid="31" grpId="45" animBg="1"/>
      <p:bldP spid="31" grpId="46" animBg="1"/>
      <p:bldP spid="31" grpId="47" animBg="1"/>
      <p:bldP spid="31" grpId="48" animBg="1"/>
      <p:bldP spid="31" grpId="49" animBg="1"/>
      <p:bldP spid="31" grpId="50" animBg="1"/>
      <p:bldP spid="31" grpId="51" animBg="1"/>
      <p:bldP spid="31" grpId="52" animBg="1"/>
      <p:bldP spid="31" grpId="53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2" grpId="35" animBg="1"/>
      <p:bldP spid="32" grpId="36" animBg="1"/>
      <p:bldP spid="32" grpId="37" animBg="1"/>
      <p:bldP spid="32" grpId="38" animBg="1"/>
      <p:bldP spid="32" grpId="39" animBg="1"/>
      <p:bldP spid="32" grpId="40" animBg="1"/>
      <p:bldP spid="32" grpId="41" animBg="1"/>
      <p:bldP spid="32" grpId="42" animBg="1"/>
      <p:bldP spid="32" grpId="43" animBg="1"/>
      <p:bldP spid="32" grpId="44" animBg="1"/>
      <p:bldP spid="32" grpId="45" animBg="1"/>
      <p:bldP spid="32" grpId="46" animBg="1"/>
      <p:bldP spid="32" grpId="47" animBg="1"/>
      <p:bldP spid="32" grpId="48" animBg="1"/>
      <p:bldP spid="32" grpId="49" animBg="1"/>
      <p:bldP spid="32" grpId="50" animBg="1"/>
      <p:bldP spid="32" grpId="51" animBg="1"/>
      <p:bldP spid="32" grpId="52" animBg="1"/>
      <p:bldP spid="32" grpId="53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3" grpId="35" animBg="1"/>
      <p:bldP spid="33" grpId="36" animBg="1"/>
      <p:bldP spid="33" grpId="37" animBg="1"/>
      <p:bldP spid="33" grpId="38" animBg="1"/>
      <p:bldP spid="33" grpId="39" animBg="1"/>
      <p:bldP spid="33" grpId="40" animBg="1"/>
      <p:bldP spid="33" grpId="41" animBg="1"/>
      <p:bldP spid="33" grpId="42" animBg="1"/>
      <p:bldP spid="33" grpId="43" animBg="1"/>
      <p:bldP spid="33" grpId="44" animBg="1"/>
      <p:bldP spid="33" grpId="45" animBg="1"/>
      <p:bldP spid="33" grpId="46" animBg="1"/>
      <p:bldP spid="33" grpId="47" animBg="1"/>
      <p:bldP spid="33" grpId="48" animBg="1"/>
      <p:bldP spid="33" grpId="49" animBg="1"/>
      <p:bldP spid="33" grpId="50" animBg="1"/>
      <p:bldP spid="33" grpId="51" animBg="1"/>
      <p:bldP spid="33" grpId="52" animBg="1"/>
      <p:bldP spid="33" grpId="53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  <p:bldP spid="34" grpId="35" animBg="1"/>
      <p:bldP spid="34" grpId="36" animBg="1"/>
      <p:bldP spid="34" grpId="37" animBg="1"/>
      <p:bldP spid="34" grpId="38" animBg="1"/>
      <p:bldP spid="34" grpId="39" animBg="1"/>
      <p:bldP spid="34" grpId="40" animBg="1"/>
      <p:bldP spid="34" grpId="41" animBg="1"/>
      <p:bldP spid="34" grpId="42" animBg="1"/>
      <p:bldP spid="34" grpId="43" animBg="1"/>
      <p:bldP spid="34" grpId="44" animBg="1"/>
      <p:bldP spid="34" grpId="45" animBg="1"/>
      <p:bldP spid="34" grpId="46" animBg="1"/>
      <p:bldP spid="34" grpId="47" animBg="1"/>
      <p:bldP spid="34" grpId="48" animBg="1"/>
      <p:bldP spid="34" grpId="49" animBg="1"/>
      <p:bldP spid="34" grpId="50" animBg="1"/>
      <p:bldP spid="34" grpId="51" animBg="1"/>
      <p:bldP spid="34" grpId="52" animBg="1"/>
      <p:bldP spid="34" grpId="53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5" grpId="20" animBg="1"/>
      <p:bldP spid="35" grpId="21" animBg="1"/>
      <p:bldP spid="35" grpId="22" animBg="1"/>
      <p:bldP spid="35" grpId="23" animBg="1"/>
      <p:bldP spid="35" grpId="24" animBg="1"/>
      <p:bldP spid="35" grpId="25" animBg="1"/>
      <p:bldP spid="35" grpId="26" animBg="1"/>
      <p:bldP spid="35" grpId="27" animBg="1"/>
      <p:bldP spid="35" grpId="28" animBg="1"/>
      <p:bldP spid="35" grpId="29" animBg="1"/>
      <p:bldP spid="35" grpId="30" animBg="1"/>
      <p:bldP spid="35" grpId="31" animBg="1"/>
      <p:bldP spid="35" grpId="32" animBg="1"/>
      <p:bldP spid="35" grpId="33" animBg="1"/>
      <p:bldP spid="35" grpId="34" animBg="1"/>
      <p:bldP spid="35" grpId="35" animBg="1"/>
      <p:bldP spid="35" grpId="36" animBg="1"/>
      <p:bldP spid="35" grpId="37" animBg="1"/>
      <p:bldP spid="35" grpId="38" animBg="1"/>
      <p:bldP spid="35" grpId="39" animBg="1"/>
      <p:bldP spid="35" grpId="40" animBg="1"/>
      <p:bldP spid="35" grpId="41" animBg="1"/>
      <p:bldP spid="35" grpId="42" animBg="1"/>
      <p:bldP spid="35" grpId="43" animBg="1"/>
      <p:bldP spid="35" grpId="44" animBg="1"/>
      <p:bldP spid="35" grpId="45" animBg="1"/>
      <p:bldP spid="35" grpId="46" animBg="1"/>
      <p:bldP spid="35" grpId="47" animBg="1"/>
      <p:bldP spid="35" grpId="48" animBg="1"/>
      <p:bldP spid="35" grpId="49" animBg="1"/>
      <p:bldP spid="35" grpId="50" animBg="1"/>
      <p:bldP spid="35" grpId="51" animBg="1"/>
      <p:bldP spid="35" grpId="52" animBg="1"/>
      <p:bldP spid="35" grpId="53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6" grpId="20" animBg="1"/>
      <p:bldP spid="36" grpId="21" animBg="1"/>
      <p:bldP spid="36" grpId="22" animBg="1"/>
      <p:bldP spid="36" grpId="23" animBg="1"/>
      <p:bldP spid="36" grpId="24" animBg="1"/>
      <p:bldP spid="36" grpId="25" animBg="1"/>
      <p:bldP spid="36" grpId="26" animBg="1"/>
      <p:bldP spid="36" grpId="27" animBg="1"/>
      <p:bldP spid="36" grpId="28" animBg="1"/>
      <p:bldP spid="36" grpId="29" animBg="1"/>
      <p:bldP spid="36" grpId="30" animBg="1"/>
      <p:bldP spid="36" grpId="31" animBg="1"/>
      <p:bldP spid="36" grpId="32" animBg="1"/>
      <p:bldP spid="36" grpId="33" animBg="1"/>
      <p:bldP spid="36" grpId="34" animBg="1"/>
      <p:bldP spid="36" grpId="35" animBg="1"/>
      <p:bldP spid="36" grpId="36" animBg="1"/>
      <p:bldP spid="36" grpId="37" animBg="1"/>
      <p:bldP spid="36" grpId="38" animBg="1"/>
      <p:bldP spid="36" grpId="39" animBg="1"/>
      <p:bldP spid="36" grpId="40" animBg="1"/>
      <p:bldP spid="36" grpId="41" animBg="1"/>
      <p:bldP spid="36" grpId="42" animBg="1"/>
      <p:bldP spid="36" grpId="43" animBg="1"/>
      <p:bldP spid="36" grpId="44" animBg="1"/>
      <p:bldP spid="36" grpId="45" animBg="1"/>
      <p:bldP spid="36" grpId="46" animBg="1"/>
      <p:bldP spid="36" grpId="47" animBg="1"/>
      <p:bldP spid="36" grpId="48" animBg="1"/>
      <p:bldP spid="36" grpId="49" animBg="1"/>
      <p:bldP spid="36" grpId="50" animBg="1"/>
      <p:bldP spid="36" grpId="51" animBg="1"/>
      <p:bldP spid="36" grpId="52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7" grpId="20" animBg="1"/>
      <p:bldP spid="37" grpId="21" animBg="1"/>
      <p:bldP spid="37" grpId="22" animBg="1"/>
      <p:bldP spid="37" grpId="23" animBg="1"/>
      <p:bldP spid="37" grpId="24" animBg="1"/>
      <p:bldP spid="37" grpId="25" animBg="1"/>
      <p:bldP spid="37" grpId="26" animBg="1"/>
      <p:bldP spid="37" grpId="27" animBg="1"/>
      <p:bldP spid="37" grpId="28" animBg="1"/>
      <p:bldP spid="37" grpId="29" animBg="1"/>
      <p:bldP spid="37" grpId="30" animBg="1"/>
      <p:bldP spid="37" grpId="31" animBg="1"/>
      <p:bldP spid="37" grpId="32" animBg="1"/>
      <p:bldP spid="37" grpId="33" animBg="1"/>
      <p:bldP spid="37" grpId="34" animBg="1"/>
      <p:bldP spid="37" grpId="35" animBg="1"/>
      <p:bldP spid="37" grpId="36" animBg="1"/>
      <p:bldP spid="37" grpId="37" animBg="1"/>
      <p:bldP spid="37" grpId="38" animBg="1"/>
      <p:bldP spid="37" grpId="39" animBg="1"/>
      <p:bldP spid="37" grpId="40" animBg="1"/>
      <p:bldP spid="37" grpId="41" animBg="1"/>
      <p:bldP spid="37" grpId="42" animBg="1"/>
      <p:bldP spid="37" grpId="43" animBg="1"/>
      <p:bldP spid="37" grpId="44" animBg="1"/>
      <p:bldP spid="37" grpId="45" animBg="1"/>
      <p:bldP spid="37" grpId="46" animBg="1"/>
      <p:bldP spid="37" grpId="47" animBg="1"/>
      <p:bldP spid="37" grpId="48" animBg="1"/>
      <p:bldP spid="37" grpId="49" animBg="1"/>
      <p:bldP spid="37" grpId="50" animBg="1"/>
      <p:bldP spid="37" grpId="51" animBg="1"/>
      <p:bldP spid="37" grpId="52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8" grpId="31" animBg="1"/>
      <p:bldP spid="38" grpId="32" animBg="1"/>
      <p:bldP spid="38" grpId="33" animBg="1"/>
      <p:bldP spid="38" grpId="34" animBg="1"/>
      <p:bldP spid="38" grpId="35" animBg="1"/>
      <p:bldP spid="38" grpId="36" animBg="1"/>
      <p:bldP spid="38" grpId="37" animBg="1"/>
      <p:bldP spid="38" grpId="38" animBg="1"/>
      <p:bldP spid="38" grpId="39" animBg="1"/>
      <p:bldP spid="38" grpId="40" animBg="1"/>
      <p:bldP spid="38" grpId="41" animBg="1"/>
      <p:bldP spid="38" grpId="42" animBg="1"/>
      <p:bldP spid="38" grpId="43" animBg="1"/>
      <p:bldP spid="38" grpId="44" animBg="1"/>
      <p:bldP spid="38" grpId="45" animBg="1"/>
      <p:bldP spid="38" grpId="46" animBg="1"/>
      <p:bldP spid="38" grpId="47" animBg="1"/>
      <p:bldP spid="38" grpId="48" animBg="1"/>
      <p:bldP spid="38" grpId="49" animBg="1"/>
      <p:bldP spid="38" grpId="50" animBg="1"/>
      <p:bldP spid="38" grpId="51" animBg="1"/>
      <p:bldP spid="38" grpId="52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39" grpId="31" animBg="1"/>
      <p:bldP spid="39" grpId="32" animBg="1"/>
      <p:bldP spid="39" grpId="33" animBg="1"/>
      <p:bldP spid="39" grpId="34" animBg="1"/>
      <p:bldP spid="39" grpId="35" animBg="1"/>
      <p:bldP spid="39" grpId="36" animBg="1"/>
      <p:bldP spid="39" grpId="37" animBg="1"/>
      <p:bldP spid="39" grpId="38" animBg="1"/>
      <p:bldP spid="39" grpId="39" animBg="1"/>
      <p:bldP spid="39" grpId="40" animBg="1"/>
      <p:bldP spid="39" grpId="41" animBg="1"/>
      <p:bldP spid="39" grpId="42" animBg="1"/>
      <p:bldP spid="39" grpId="43" animBg="1"/>
      <p:bldP spid="39" grpId="44" animBg="1"/>
      <p:bldP spid="39" grpId="45" animBg="1"/>
      <p:bldP spid="39" grpId="46" animBg="1"/>
      <p:bldP spid="39" grpId="47" animBg="1"/>
      <p:bldP spid="39" grpId="48" animBg="1"/>
      <p:bldP spid="39" grpId="49" animBg="1"/>
      <p:bldP spid="39" grpId="50" animBg="1"/>
      <p:bldP spid="39" grpId="51" animBg="1"/>
      <p:bldP spid="39" grpId="52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0" grpId="31" animBg="1"/>
      <p:bldP spid="40" grpId="32" animBg="1"/>
      <p:bldP spid="40" grpId="33" animBg="1"/>
      <p:bldP spid="40" grpId="34" animBg="1"/>
      <p:bldP spid="40" grpId="35" animBg="1"/>
      <p:bldP spid="40" grpId="36" animBg="1"/>
      <p:bldP spid="40" grpId="37" animBg="1"/>
      <p:bldP spid="40" grpId="38" animBg="1"/>
      <p:bldP spid="40" grpId="39" animBg="1"/>
      <p:bldP spid="40" grpId="40" animBg="1"/>
      <p:bldP spid="40" grpId="41" animBg="1"/>
      <p:bldP spid="40" grpId="42" animBg="1"/>
      <p:bldP spid="40" grpId="43" animBg="1"/>
      <p:bldP spid="40" grpId="44" animBg="1"/>
      <p:bldP spid="40" grpId="45" animBg="1"/>
      <p:bldP spid="40" grpId="46" animBg="1"/>
      <p:bldP spid="40" grpId="47" animBg="1"/>
      <p:bldP spid="40" grpId="48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1" grpId="31" animBg="1"/>
      <p:bldP spid="41" grpId="32" animBg="1"/>
      <p:bldP spid="41" grpId="33" animBg="1"/>
      <p:bldP spid="41" grpId="34" animBg="1"/>
      <p:bldP spid="41" grpId="35" animBg="1"/>
      <p:bldP spid="41" grpId="36" animBg="1"/>
      <p:bldP spid="41" grpId="37" animBg="1"/>
      <p:bldP spid="41" grpId="38" animBg="1"/>
      <p:bldP spid="41" grpId="39" animBg="1"/>
      <p:bldP spid="41" grpId="40" animBg="1"/>
      <p:bldP spid="41" grpId="41" animBg="1"/>
      <p:bldP spid="41" grpId="42" animBg="1"/>
      <p:bldP spid="41" grpId="43" animBg="1"/>
      <p:bldP spid="41" grpId="44" animBg="1"/>
      <p:bldP spid="41" grpId="45" animBg="1"/>
      <p:bldP spid="41" grpId="46" animBg="1"/>
      <p:bldP spid="41" grpId="47" animBg="1"/>
      <p:bldP spid="41" grpId="48" animBg="1"/>
      <p:bldP spid="41" grpId="49" animBg="1"/>
      <p:bldP spid="41" grpId="5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3_Bluepr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0D16"/>
              </a:gs>
              <a:gs pos="50000">
                <a:srgbClr val="111827"/>
              </a:gs>
              <a:gs pos="100000">
                <a:srgbClr val="0B132B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20" b="1">
                <a:solidFill>
                  <a:srgbClr val="38BDF8"/>
                </a:solidFill>
                <a:latin typeface="DejaVu Sans"/>
              </a:rPr>
              <a:t>Kiến trúc Chuyển động Liên Slide: Đồng bộ Hóa Hình học, Động học Khớp xương và Bánh răng Mô-đun trong Ngân sách Nhận thức Tối ưu</a:t>
            </a:r>
          </a:p>
        </p:txBody>
      </p:sp>
      <p:sp>
        <p:nvSpPr>
          <p:cNvPr id="4" name="Title:S3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DejaVu Sans"/>
              </a:rPr>
              <a:t>Chuyển cảnh Morph (1.8s): Chim Hạc biến hình thành Bánh răng Dẫn động 14 răng (!!metamorph-entity) · Mặt trời thành Bánh đà Trục khuỷu · 4 cụm thành Bảng Thông số</a:t>
            </a:r>
          </a:p>
        </p:txBody>
      </p:sp>
      <p:sp>
        <p:nvSpPr>
          <p:cNvPr id="5" name="Bg:S3_Cylinder"/>
          <p:cNvSpPr/>
          <p:nvPr/>
        </p:nvSpPr>
        <p:spPr>
          <a:xfrm>
            <a:off x="777240" y="1600200"/>
            <a:ext cx="2103120" cy="22860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gine:Chamber_Flame"/>
          <p:cNvSpPr/>
          <p:nvPr/>
        </p:nvSpPr>
        <p:spPr>
          <a:xfrm>
            <a:off x="960120" y="1719072"/>
            <a:ext cx="1737360" cy="411480"/>
          </a:xfrm>
          <a:prstGeom prst="roundRect">
            <a:avLst/>
          </a:prstGeom>
          <a:solidFill>
            <a:srgbClr val="38BDF8">
              <a:alpha val="78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gine:Valve_Intake"/>
          <p:cNvSpPr/>
          <p:nvPr/>
        </p:nvSpPr>
        <p:spPr>
          <a:xfrm>
            <a:off x="1143000" y="1444752"/>
            <a:ext cx="347472" cy="365760"/>
          </a:xfrm>
          <a:prstGeom prst="flowChartMerge">
            <a:avLst/>
          </a:prstGeom>
          <a:solidFill>
            <a:srgbClr val="38BDF8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gine:Valve_Exhaust"/>
          <p:cNvSpPr/>
          <p:nvPr/>
        </p:nvSpPr>
        <p:spPr>
          <a:xfrm>
            <a:off x="2148840" y="1444752"/>
            <a:ext cx="347472" cy="365760"/>
          </a:xfrm>
          <a:prstGeom prst="flowChartMerge">
            <a:avLst/>
          </a:prstGeom>
          <a:solidFill>
            <a:srgbClr val="F973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hero-orb"/>
          <p:cNvSpPr/>
          <p:nvPr/>
        </p:nvSpPr>
        <p:spPr>
          <a:xfrm>
            <a:off x="914400" y="4023360"/>
            <a:ext cx="1828800" cy="1828800"/>
          </a:xfrm>
          <a:prstGeom prst="ellipse">
            <a:avLst/>
          </a:prstGeom>
          <a:gradFill>
            <a:gsLst>
              <a:gs pos="0">
                <a:srgbClr val="F59E0B">
                  <a:alpha val="96000"/>
                </a:srgbClr>
              </a:gs>
              <a:gs pos="60000">
                <a:srgbClr val="B45309">
                  <a:alpha val="98000"/>
                </a:srgbClr>
              </a:gs>
              <a:gs pos="100000">
                <a:srgbClr val="1E293B"/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ngine:Rod_Link"/>
          <p:cNvSpPr/>
          <p:nvPr/>
        </p:nvSpPr>
        <p:spPr>
          <a:xfrm>
            <a:off x="1499616" y="2359152"/>
            <a:ext cx="658368" cy="21214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20" y="115"/>
                </a:moveTo>
                <a:cubicBezTo>
                  <a:pt x="320" y="10"/>
                  <a:pt x="680" y="10"/>
                  <a:pt x="680" y="115"/>
                </a:cubicBezTo>
                <a:lnTo>
                  <a:pt x="615" y="235"/>
                </a:lnTo>
                <a:lnTo>
                  <a:pt x="655" y="745"/>
                </a:lnTo>
                <a:cubicBezTo>
                  <a:pt x="825" y="785"/>
                  <a:pt x="825" y="985"/>
                  <a:pt x="500" y="985"/>
                </a:cubicBezTo>
                <a:cubicBezTo>
                  <a:pt x="175" y="985"/>
                  <a:pt x="175" y="785"/>
                  <a:pt x="345" y="745"/>
                </a:cubicBezTo>
                <a:lnTo>
                  <a:pt x="385" y="235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gine:Piston_Crown"/>
          <p:cNvSpPr/>
          <p:nvPr/>
        </p:nvSpPr>
        <p:spPr>
          <a:xfrm>
            <a:off x="1005840" y="2103120"/>
            <a:ext cx="1645920" cy="658368"/>
          </a:xfrm>
          <a:prstGeom prst="roundRect">
            <a:avLst/>
          </a:prstGeom>
          <a:gradFill>
            <a:gsLst>
              <a:gs pos="0">
                <a:srgbClr val="E2E8F0">
                  <a:alpha val="99000"/>
                </a:srgbClr>
              </a:gs>
              <a:gs pos="100000">
                <a:srgbClr val="475569"/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gine:Pin_Journal"/>
          <p:cNvSpPr/>
          <p:nvPr/>
        </p:nvSpPr>
        <p:spPr>
          <a:xfrm>
            <a:off x="1664208" y="4261104"/>
            <a:ext cx="329184" cy="329184"/>
          </a:xfrm>
          <a:prstGeom prst="ellipse">
            <a:avLst/>
          </a:prstGeom>
          <a:solidFill>
            <a:srgbClr val="F97316">
              <a:alpha val="99000"/>
            </a:srgbClr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etamorph-entity"/>
          <p:cNvSpPr/>
          <p:nvPr/>
        </p:nvSpPr>
        <p:spPr>
          <a:xfrm>
            <a:off x="3690975" y="1953615"/>
            <a:ext cx="939088" cy="93908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7" y="728"/>
                </a:moveTo>
                <a:cubicBezTo>
                  <a:pt x="111" y="683"/>
                  <a:pt x="152" y="626"/>
                  <a:pt x="142" y="582"/>
                </a:cubicBezTo>
                <a:cubicBezTo>
                  <a:pt x="132" y="537"/>
                  <a:pt x="70" y="505"/>
                  <a:pt x="56" y="460"/>
                </a:cubicBezTo>
                <a:cubicBezTo>
                  <a:pt x="41" y="416"/>
                  <a:pt x="27" y="354"/>
                  <a:pt x="56" y="317"/>
                </a:cubicBezTo>
                <a:cubicBezTo>
                  <a:pt x="84" y="281"/>
                  <a:pt x="189" y="270"/>
                  <a:pt x="227" y="242"/>
                </a:cubicBezTo>
                <a:cubicBezTo>
                  <a:pt x="264" y="214"/>
                  <a:pt x="255" y="188"/>
                  <a:pt x="282" y="151"/>
                </a:cubicBezTo>
                <a:cubicBezTo>
                  <a:pt x="309" y="114"/>
                  <a:pt x="347" y="31"/>
                  <a:pt x="391" y="21"/>
                </a:cubicBezTo>
                <a:cubicBezTo>
                  <a:pt x="434" y="11"/>
                  <a:pt x="504" y="70"/>
                  <a:pt x="545" y="91"/>
                </a:cubicBezTo>
                <a:cubicBezTo>
                  <a:pt x="586" y="113"/>
                  <a:pt x="588" y="140"/>
                  <a:pt x="634" y="149"/>
                </a:cubicBezTo>
                <a:cubicBezTo>
                  <a:pt x="680" y="158"/>
                  <a:pt x="779" y="122"/>
                  <a:pt x="821" y="143"/>
                </a:cubicBezTo>
                <a:cubicBezTo>
                  <a:pt x="862" y="163"/>
                  <a:pt x="877" y="226"/>
                  <a:pt x="883" y="272"/>
                </a:cubicBezTo>
                <a:cubicBezTo>
                  <a:pt x="889" y="317"/>
                  <a:pt x="848" y="374"/>
                  <a:pt x="858" y="418"/>
                </a:cubicBezTo>
                <a:cubicBezTo>
                  <a:pt x="868" y="463"/>
                  <a:pt x="930" y="495"/>
                  <a:pt x="944" y="540"/>
                </a:cubicBezTo>
                <a:cubicBezTo>
                  <a:pt x="959" y="584"/>
                  <a:pt x="973" y="646"/>
                  <a:pt x="944" y="683"/>
                </a:cubicBezTo>
                <a:cubicBezTo>
                  <a:pt x="916" y="719"/>
                  <a:pt x="811" y="730"/>
                  <a:pt x="773" y="758"/>
                </a:cubicBezTo>
                <a:cubicBezTo>
                  <a:pt x="736" y="786"/>
                  <a:pt x="745" y="812"/>
                  <a:pt x="718" y="849"/>
                </a:cubicBezTo>
                <a:cubicBezTo>
                  <a:pt x="691" y="886"/>
                  <a:pt x="653" y="969"/>
                  <a:pt x="609" y="979"/>
                </a:cubicBezTo>
                <a:cubicBezTo>
                  <a:pt x="566" y="989"/>
                  <a:pt x="496" y="930"/>
                  <a:pt x="455" y="909"/>
                </a:cubicBezTo>
                <a:cubicBezTo>
                  <a:pt x="414" y="887"/>
                  <a:pt x="412" y="860"/>
                  <a:pt x="366" y="851"/>
                </a:cubicBezTo>
                <a:cubicBezTo>
                  <a:pt x="320" y="842"/>
                  <a:pt x="221" y="878"/>
                  <a:pt x="179" y="857"/>
                </a:cubicBezTo>
                <a:cubicBezTo>
                  <a:pt x="138" y="837"/>
                  <a:pt x="123" y="774"/>
                  <a:pt x="117" y="728"/>
                </a:cubicBezTo>
                <a:close/>
              </a:path>
            </a:pathLst>
          </a:custGeom>
          <a:gradFill>
            <a:gsLst>
              <a:gs pos="0">
                <a:srgbClr val="F59E0B">
                  <a:alpha val="98000"/>
                </a:srgbClr>
              </a:gs>
              <a:gs pos="100000">
                <a:srgbClr val="B4530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earbox:Gear2_Main"/>
          <p:cNvSpPr/>
          <p:nvPr/>
        </p:nvSpPr>
        <p:spPr>
          <a:xfrm>
            <a:off x="4445177" y="2116643"/>
            <a:ext cx="1414576" cy="14145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4" y="362"/>
                </a:moveTo>
                <a:lnTo>
                  <a:pt x="122" y="344"/>
                </a:lnTo>
                <a:lnTo>
                  <a:pt x="85" y="313"/>
                </a:lnTo>
                <a:lnTo>
                  <a:pt x="58" y="284"/>
                </a:lnTo>
                <a:lnTo>
                  <a:pt x="72" y="257"/>
                </a:lnTo>
                <a:lnTo>
                  <a:pt x="112" y="263"/>
                </a:lnTo>
                <a:lnTo>
                  <a:pt x="158" y="276"/>
                </a:lnTo>
                <a:lnTo>
                  <a:pt x="169" y="259"/>
                </a:lnTo>
                <a:lnTo>
                  <a:pt x="181" y="244"/>
                </a:lnTo>
                <a:lnTo>
                  <a:pt x="155" y="204"/>
                </a:lnTo>
                <a:lnTo>
                  <a:pt x="137" y="168"/>
                </a:lnTo>
                <a:lnTo>
                  <a:pt x="158" y="146"/>
                </a:lnTo>
                <a:lnTo>
                  <a:pt x="194" y="163"/>
                </a:lnTo>
                <a:lnTo>
                  <a:pt x="235" y="188"/>
                </a:lnTo>
                <a:lnTo>
                  <a:pt x="250" y="176"/>
                </a:lnTo>
                <a:lnTo>
                  <a:pt x="266" y="164"/>
                </a:lnTo>
                <a:lnTo>
                  <a:pt x="252" y="119"/>
                </a:lnTo>
                <a:lnTo>
                  <a:pt x="245" y="79"/>
                </a:lnTo>
                <a:lnTo>
                  <a:pt x="272" y="64"/>
                </a:lnTo>
                <a:lnTo>
                  <a:pt x="302" y="91"/>
                </a:lnTo>
                <a:lnTo>
                  <a:pt x="333" y="126"/>
                </a:lnTo>
                <a:lnTo>
                  <a:pt x="351" y="119"/>
                </a:lnTo>
                <a:lnTo>
                  <a:pt x="370" y="112"/>
                </a:lnTo>
                <a:lnTo>
                  <a:pt x="369" y="64"/>
                </a:lnTo>
                <a:lnTo>
                  <a:pt x="374" y="25"/>
                </a:lnTo>
                <a:lnTo>
                  <a:pt x="404" y="18"/>
                </a:lnTo>
                <a:lnTo>
                  <a:pt x="425" y="51"/>
                </a:lnTo>
                <a:lnTo>
                  <a:pt x="445" y="94"/>
                </a:lnTo>
                <a:lnTo>
                  <a:pt x="465" y="92"/>
                </a:lnTo>
                <a:lnTo>
                  <a:pt x="485" y="91"/>
                </a:lnTo>
                <a:lnTo>
                  <a:pt x="497" y="45"/>
                </a:lnTo>
                <a:lnTo>
                  <a:pt x="513" y="8"/>
                </a:lnTo>
                <a:lnTo>
                  <a:pt x="544" y="10"/>
                </a:lnTo>
                <a:lnTo>
                  <a:pt x="554" y="48"/>
                </a:lnTo>
                <a:lnTo>
                  <a:pt x="562" y="95"/>
                </a:lnTo>
                <a:lnTo>
                  <a:pt x="581" y="99"/>
                </a:lnTo>
                <a:lnTo>
                  <a:pt x="601" y="103"/>
                </a:lnTo>
                <a:lnTo>
                  <a:pt x="626" y="63"/>
                </a:lnTo>
                <a:lnTo>
                  <a:pt x="651" y="32"/>
                </a:lnTo>
                <a:lnTo>
                  <a:pt x="680" y="42"/>
                </a:lnTo>
                <a:lnTo>
                  <a:pt x="679" y="82"/>
                </a:lnTo>
                <a:lnTo>
                  <a:pt x="673" y="129"/>
                </a:lnTo>
                <a:lnTo>
                  <a:pt x="691" y="138"/>
                </a:lnTo>
                <a:lnTo>
                  <a:pt x="708" y="148"/>
                </a:lnTo>
                <a:lnTo>
                  <a:pt x="744" y="116"/>
                </a:lnTo>
                <a:lnTo>
                  <a:pt x="777" y="93"/>
                </a:lnTo>
                <a:lnTo>
                  <a:pt x="802" y="111"/>
                </a:lnTo>
                <a:lnTo>
                  <a:pt x="790" y="150"/>
                </a:lnTo>
                <a:lnTo>
                  <a:pt x="771" y="193"/>
                </a:lnTo>
                <a:lnTo>
                  <a:pt x="785" y="206"/>
                </a:lnTo>
                <a:lnTo>
                  <a:pt x="799" y="221"/>
                </a:lnTo>
                <a:lnTo>
                  <a:pt x="842" y="200"/>
                </a:lnTo>
                <a:lnTo>
                  <a:pt x="880" y="187"/>
                </a:lnTo>
                <a:lnTo>
                  <a:pt x="899" y="212"/>
                </a:lnTo>
                <a:lnTo>
                  <a:pt x="877" y="245"/>
                </a:lnTo>
                <a:lnTo>
                  <a:pt x="846" y="282"/>
                </a:lnTo>
                <a:lnTo>
                  <a:pt x="856" y="299"/>
                </a:lnTo>
                <a:lnTo>
                  <a:pt x="866" y="316"/>
                </a:lnTo>
                <a:lnTo>
                  <a:pt x="913" y="309"/>
                </a:lnTo>
                <a:lnTo>
                  <a:pt x="953" y="307"/>
                </a:lnTo>
                <a:lnTo>
                  <a:pt x="964" y="336"/>
                </a:lnTo>
                <a:lnTo>
                  <a:pt x="933" y="362"/>
                </a:lnTo>
                <a:lnTo>
                  <a:pt x="894" y="388"/>
                </a:lnTo>
                <a:lnTo>
                  <a:pt x="899" y="407"/>
                </a:lnTo>
                <a:lnTo>
                  <a:pt x="903" y="427"/>
                </a:lnTo>
                <a:lnTo>
                  <a:pt x="950" y="433"/>
                </a:lnTo>
                <a:lnTo>
                  <a:pt x="989" y="443"/>
                </a:lnTo>
                <a:lnTo>
                  <a:pt x="991" y="473"/>
                </a:lnTo>
                <a:lnTo>
                  <a:pt x="955" y="490"/>
                </a:lnTo>
                <a:lnTo>
                  <a:pt x="909" y="504"/>
                </a:lnTo>
                <a:lnTo>
                  <a:pt x="909" y="523"/>
                </a:lnTo>
                <a:lnTo>
                  <a:pt x="907" y="543"/>
                </a:lnTo>
                <a:lnTo>
                  <a:pt x="951" y="562"/>
                </a:lnTo>
                <a:lnTo>
                  <a:pt x="985" y="583"/>
                </a:lnTo>
                <a:lnTo>
                  <a:pt x="979" y="613"/>
                </a:lnTo>
                <a:lnTo>
                  <a:pt x="939" y="618"/>
                </a:lnTo>
                <a:lnTo>
                  <a:pt x="892" y="619"/>
                </a:lnTo>
                <a:lnTo>
                  <a:pt x="886" y="638"/>
                </a:lnTo>
                <a:lnTo>
                  <a:pt x="878" y="656"/>
                </a:lnTo>
                <a:lnTo>
                  <a:pt x="915" y="687"/>
                </a:lnTo>
                <a:lnTo>
                  <a:pt x="942" y="716"/>
                </a:lnTo>
                <a:lnTo>
                  <a:pt x="928" y="743"/>
                </a:lnTo>
                <a:lnTo>
                  <a:pt x="888" y="737"/>
                </a:lnTo>
                <a:lnTo>
                  <a:pt x="842" y="724"/>
                </a:lnTo>
                <a:lnTo>
                  <a:pt x="831" y="741"/>
                </a:lnTo>
                <a:lnTo>
                  <a:pt x="819" y="756"/>
                </a:lnTo>
                <a:lnTo>
                  <a:pt x="845" y="796"/>
                </a:lnTo>
                <a:lnTo>
                  <a:pt x="863" y="832"/>
                </a:lnTo>
                <a:lnTo>
                  <a:pt x="842" y="854"/>
                </a:lnTo>
                <a:lnTo>
                  <a:pt x="806" y="837"/>
                </a:lnTo>
                <a:lnTo>
                  <a:pt x="765" y="812"/>
                </a:lnTo>
                <a:lnTo>
                  <a:pt x="750" y="824"/>
                </a:lnTo>
                <a:lnTo>
                  <a:pt x="734" y="836"/>
                </a:lnTo>
                <a:lnTo>
                  <a:pt x="748" y="881"/>
                </a:lnTo>
                <a:lnTo>
                  <a:pt x="755" y="921"/>
                </a:lnTo>
                <a:lnTo>
                  <a:pt x="728" y="936"/>
                </a:lnTo>
                <a:lnTo>
                  <a:pt x="698" y="909"/>
                </a:lnTo>
                <a:lnTo>
                  <a:pt x="667" y="874"/>
                </a:lnTo>
                <a:lnTo>
                  <a:pt x="649" y="881"/>
                </a:lnTo>
                <a:lnTo>
                  <a:pt x="630" y="888"/>
                </a:lnTo>
                <a:lnTo>
                  <a:pt x="631" y="936"/>
                </a:lnTo>
                <a:lnTo>
                  <a:pt x="626" y="975"/>
                </a:lnTo>
                <a:lnTo>
                  <a:pt x="596" y="982"/>
                </a:lnTo>
                <a:lnTo>
                  <a:pt x="575" y="949"/>
                </a:lnTo>
                <a:lnTo>
                  <a:pt x="555" y="906"/>
                </a:lnTo>
                <a:lnTo>
                  <a:pt x="535" y="908"/>
                </a:lnTo>
                <a:lnTo>
                  <a:pt x="515" y="909"/>
                </a:lnTo>
                <a:lnTo>
                  <a:pt x="503" y="955"/>
                </a:lnTo>
                <a:lnTo>
                  <a:pt x="487" y="992"/>
                </a:lnTo>
                <a:lnTo>
                  <a:pt x="456" y="990"/>
                </a:lnTo>
                <a:lnTo>
                  <a:pt x="446" y="952"/>
                </a:lnTo>
                <a:lnTo>
                  <a:pt x="438" y="905"/>
                </a:lnTo>
                <a:lnTo>
                  <a:pt x="419" y="901"/>
                </a:lnTo>
                <a:lnTo>
                  <a:pt x="399" y="897"/>
                </a:lnTo>
                <a:lnTo>
                  <a:pt x="374" y="937"/>
                </a:lnTo>
                <a:lnTo>
                  <a:pt x="349" y="968"/>
                </a:lnTo>
                <a:lnTo>
                  <a:pt x="320" y="958"/>
                </a:lnTo>
                <a:lnTo>
                  <a:pt x="321" y="918"/>
                </a:lnTo>
                <a:lnTo>
                  <a:pt x="327" y="871"/>
                </a:lnTo>
                <a:lnTo>
                  <a:pt x="309" y="862"/>
                </a:lnTo>
                <a:lnTo>
                  <a:pt x="292" y="852"/>
                </a:lnTo>
                <a:lnTo>
                  <a:pt x="256" y="884"/>
                </a:lnTo>
                <a:lnTo>
                  <a:pt x="223" y="907"/>
                </a:lnTo>
                <a:lnTo>
                  <a:pt x="198" y="889"/>
                </a:lnTo>
                <a:lnTo>
                  <a:pt x="210" y="850"/>
                </a:lnTo>
                <a:lnTo>
                  <a:pt x="229" y="807"/>
                </a:lnTo>
                <a:lnTo>
                  <a:pt x="215" y="794"/>
                </a:lnTo>
                <a:lnTo>
                  <a:pt x="201" y="779"/>
                </a:lnTo>
                <a:lnTo>
                  <a:pt x="158" y="800"/>
                </a:lnTo>
                <a:lnTo>
                  <a:pt x="120" y="813"/>
                </a:lnTo>
                <a:lnTo>
                  <a:pt x="101" y="788"/>
                </a:lnTo>
                <a:lnTo>
                  <a:pt x="123" y="755"/>
                </a:lnTo>
                <a:lnTo>
                  <a:pt x="154" y="718"/>
                </a:lnTo>
                <a:lnTo>
                  <a:pt x="144" y="701"/>
                </a:lnTo>
                <a:lnTo>
                  <a:pt x="134" y="684"/>
                </a:lnTo>
                <a:lnTo>
                  <a:pt x="87" y="691"/>
                </a:lnTo>
                <a:lnTo>
                  <a:pt x="47" y="693"/>
                </a:lnTo>
                <a:lnTo>
                  <a:pt x="36" y="664"/>
                </a:lnTo>
                <a:lnTo>
                  <a:pt x="67" y="638"/>
                </a:lnTo>
                <a:lnTo>
                  <a:pt x="106" y="612"/>
                </a:lnTo>
                <a:lnTo>
                  <a:pt x="101" y="593"/>
                </a:lnTo>
                <a:lnTo>
                  <a:pt x="97" y="573"/>
                </a:lnTo>
                <a:lnTo>
                  <a:pt x="50" y="567"/>
                </a:lnTo>
                <a:lnTo>
                  <a:pt x="11" y="557"/>
                </a:lnTo>
                <a:lnTo>
                  <a:pt x="9" y="527"/>
                </a:lnTo>
                <a:lnTo>
                  <a:pt x="45" y="510"/>
                </a:lnTo>
                <a:lnTo>
                  <a:pt x="91" y="496"/>
                </a:lnTo>
                <a:lnTo>
                  <a:pt x="91" y="477"/>
                </a:lnTo>
                <a:lnTo>
                  <a:pt x="93" y="457"/>
                </a:lnTo>
                <a:lnTo>
                  <a:pt x="49" y="438"/>
                </a:lnTo>
                <a:lnTo>
                  <a:pt x="15" y="417"/>
                </a:lnTo>
                <a:lnTo>
                  <a:pt x="21" y="387"/>
                </a:lnTo>
                <a:lnTo>
                  <a:pt x="61" y="382"/>
                </a:lnTo>
                <a:lnTo>
                  <a:pt x="108" y="381"/>
                </a:lnTo>
                <a:close/>
                <a:moveTo>
                  <a:pt x="534" y="191"/>
                </a:moveTo>
                <a:lnTo>
                  <a:pt x="491" y="189"/>
                </a:lnTo>
                <a:lnTo>
                  <a:pt x="449" y="193"/>
                </a:lnTo>
                <a:lnTo>
                  <a:pt x="408" y="203"/>
                </a:lnTo>
                <a:lnTo>
                  <a:pt x="369" y="218"/>
                </a:lnTo>
                <a:lnTo>
                  <a:pt x="332" y="238"/>
                </a:lnTo>
                <a:lnTo>
                  <a:pt x="298" y="264"/>
                </a:lnTo>
                <a:lnTo>
                  <a:pt x="409" y="394"/>
                </a:lnTo>
                <a:lnTo>
                  <a:pt x="425" y="383"/>
                </a:lnTo>
                <a:lnTo>
                  <a:pt x="441" y="374"/>
                </a:lnTo>
                <a:lnTo>
                  <a:pt x="459" y="367"/>
                </a:lnTo>
                <a:lnTo>
                  <a:pt x="477" y="363"/>
                </a:lnTo>
                <a:lnTo>
                  <a:pt x="496" y="361"/>
                </a:lnTo>
                <a:lnTo>
                  <a:pt x="515" y="362"/>
                </a:lnTo>
                <a:close/>
                <a:moveTo>
                  <a:pt x="803" y="572"/>
                </a:moveTo>
                <a:lnTo>
                  <a:pt x="811" y="517"/>
                </a:lnTo>
                <a:lnTo>
                  <a:pt x="809" y="462"/>
                </a:lnTo>
                <a:lnTo>
                  <a:pt x="797" y="408"/>
                </a:lnTo>
                <a:lnTo>
                  <a:pt x="776" y="357"/>
                </a:lnTo>
                <a:lnTo>
                  <a:pt x="747" y="310"/>
                </a:lnTo>
                <a:lnTo>
                  <a:pt x="709" y="270"/>
                </a:lnTo>
                <a:lnTo>
                  <a:pt x="594" y="397"/>
                </a:lnTo>
                <a:lnTo>
                  <a:pt x="610" y="415"/>
                </a:lnTo>
                <a:lnTo>
                  <a:pt x="624" y="436"/>
                </a:lnTo>
                <a:lnTo>
                  <a:pt x="633" y="459"/>
                </a:lnTo>
                <a:lnTo>
                  <a:pt x="638" y="483"/>
                </a:lnTo>
                <a:lnTo>
                  <a:pt x="639" y="508"/>
                </a:lnTo>
                <a:lnTo>
                  <a:pt x="635" y="532"/>
                </a:lnTo>
                <a:close/>
                <a:moveTo>
                  <a:pt x="428" y="803"/>
                </a:moveTo>
                <a:lnTo>
                  <a:pt x="483" y="811"/>
                </a:lnTo>
                <a:lnTo>
                  <a:pt x="538" y="809"/>
                </a:lnTo>
                <a:lnTo>
                  <a:pt x="592" y="797"/>
                </a:lnTo>
                <a:lnTo>
                  <a:pt x="643" y="776"/>
                </a:lnTo>
                <a:lnTo>
                  <a:pt x="690" y="747"/>
                </a:lnTo>
                <a:lnTo>
                  <a:pt x="730" y="709"/>
                </a:lnTo>
                <a:lnTo>
                  <a:pt x="603" y="594"/>
                </a:lnTo>
                <a:lnTo>
                  <a:pt x="585" y="610"/>
                </a:lnTo>
                <a:lnTo>
                  <a:pt x="564" y="624"/>
                </a:lnTo>
                <a:lnTo>
                  <a:pt x="541" y="633"/>
                </a:lnTo>
                <a:lnTo>
                  <a:pt x="517" y="638"/>
                </a:lnTo>
                <a:lnTo>
                  <a:pt x="492" y="639"/>
                </a:lnTo>
                <a:lnTo>
                  <a:pt x="468" y="635"/>
                </a:lnTo>
                <a:close/>
                <a:moveTo>
                  <a:pt x="197" y="428"/>
                </a:moveTo>
                <a:lnTo>
                  <a:pt x="189" y="483"/>
                </a:lnTo>
                <a:lnTo>
                  <a:pt x="191" y="538"/>
                </a:lnTo>
                <a:lnTo>
                  <a:pt x="203" y="592"/>
                </a:lnTo>
                <a:lnTo>
                  <a:pt x="224" y="643"/>
                </a:lnTo>
                <a:lnTo>
                  <a:pt x="253" y="690"/>
                </a:lnTo>
                <a:lnTo>
                  <a:pt x="291" y="730"/>
                </a:lnTo>
                <a:lnTo>
                  <a:pt x="406" y="603"/>
                </a:lnTo>
                <a:lnTo>
                  <a:pt x="390" y="585"/>
                </a:lnTo>
                <a:lnTo>
                  <a:pt x="376" y="564"/>
                </a:lnTo>
                <a:lnTo>
                  <a:pt x="367" y="541"/>
                </a:lnTo>
                <a:lnTo>
                  <a:pt x="362" y="517"/>
                </a:lnTo>
                <a:lnTo>
                  <a:pt x="361" y="492"/>
                </a:lnTo>
                <a:lnTo>
                  <a:pt x="365" y="468"/>
                </a:lnTo>
                <a:close/>
              </a:path>
            </a:pathLst>
          </a:custGeom>
          <a:gradFill>
            <a:gsLst>
              <a:gs pos="0">
                <a:srgbClr val="38BDF8">
                  <a:alpha val="98000"/>
                </a:srgbClr>
              </a:gs>
              <a:gs pos="100000">
                <a:srgbClr val="0369A1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earbox:Gear3_Pinion"/>
          <p:cNvSpPr/>
          <p:nvPr/>
        </p:nvSpPr>
        <p:spPr>
          <a:xfrm>
            <a:off x="5599235" y="1878386"/>
            <a:ext cx="820216" cy="82021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74" y="717"/>
                </a:moveTo>
                <a:lnTo>
                  <a:pt x="754" y="740"/>
                </a:lnTo>
                <a:lnTo>
                  <a:pt x="793" y="812"/>
                </a:lnTo>
                <a:lnTo>
                  <a:pt x="816" y="877"/>
                </a:lnTo>
                <a:lnTo>
                  <a:pt x="771" y="911"/>
                </a:lnTo>
                <a:lnTo>
                  <a:pt x="714" y="870"/>
                </a:lnTo>
                <a:lnTo>
                  <a:pt x="657" y="812"/>
                </a:lnTo>
                <a:lnTo>
                  <a:pt x="629" y="825"/>
                </a:lnTo>
                <a:lnTo>
                  <a:pt x="600" y="835"/>
                </a:lnTo>
                <a:lnTo>
                  <a:pt x="598" y="916"/>
                </a:lnTo>
                <a:lnTo>
                  <a:pt x="585" y="985"/>
                </a:lnTo>
                <a:lnTo>
                  <a:pt x="529" y="991"/>
                </a:lnTo>
                <a:lnTo>
                  <a:pt x="500" y="928"/>
                </a:lnTo>
                <a:lnTo>
                  <a:pt x="480" y="849"/>
                </a:lnTo>
                <a:lnTo>
                  <a:pt x="449" y="846"/>
                </a:lnTo>
                <a:lnTo>
                  <a:pt x="419" y="840"/>
                </a:lnTo>
                <a:lnTo>
                  <a:pt x="377" y="910"/>
                </a:lnTo>
                <a:lnTo>
                  <a:pt x="331" y="962"/>
                </a:lnTo>
                <a:lnTo>
                  <a:pt x="279" y="940"/>
                </a:lnTo>
                <a:lnTo>
                  <a:pt x="287" y="871"/>
                </a:lnTo>
                <a:lnTo>
                  <a:pt x="309" y="792"/>
                </a:lnTo>
                <a:lnTo>
                  <a:pt x="283" y="774"/>
                </a:lnTo>
                <a:lnTo>
                  <a:pt x="260" y="754"/>
                </a:lnTo>
                <a:lnTo>
                  <a:pt x="188" y="793"/>
                </a:lnTo>
                <a:lnTo>
                  <a:pt x="123" y="816"/>
                </a:lnTo>
                <a:lnTo>
                  <a:pt x="89" y="771"/>
                </a:lnTo>
                <a:lnTo>
                  <a:pt x="130" y="714"/>
                </a:lnTo>
                <a:lnTo>
                  <a:pt x="188" y="657"/>
                </a:lnTo>
                <a:lnTo>
                  <a:pt x="175" y="629"/>
                </a:lnTo>
                <a:lnTo>
                  <a:pt x="165" y="600"/>
                </a:lnTo>
                <a:lnTo>
                  <a:pt x="84" y="598"/>
                </a:lnTo>
                <a:lnTo>
                  <a:pt x="15" y="585"/>
                </a:lnTo>
                <a:lnTo>
                  <a:pt x="9" y="529"/>
                </a:lnTo>
                <a:lnTo>
                  <a:pt x="72" y="500"/>
                </a:lnTo>
                <a:lnTo>
                  <a:pt x="151" y="480"/>
                </a:lnTo>
                <a:lnTo>
                  <a:pt x="154" y="449"/>
                </a:lnTo>
                <a:lnTo>
                  <a:pt x="160" y="419"/>
                </a:lnTo>
                <a:lnTo>
                  <a:pt x="90" y="377"/>
                </a:lnTo>
                <a:lnTo>
                  <a:pt x="38" y="331"/>
                </a:lnTo>
                <a:lnTo>
                  <a:pt x="60" y="279"/>
                </a:lnTo>
                <a:lnTo>
                  <a:pt x="129" y="287"/>
                </a:lnTo>
                <a:lnTo>
                  <a:pt x="208" y="309"/>
                </a:lnTo>
                <a:lnTo>
                  <a:pt x="226" y="283"/>
                </a:lnTo>
                <a:lnTo>
                  <a:pt x="246" y="260"/>
                </a:lnTo>
                <a:lnTo>
                  <a:pt x="207" y="188"/>
                </a:lnTo>
                <a:lnTo>
                  <a:pt x="184" y="123"/>
                </a:lnTo>
                <a:lnTo>
                  <a:pt x="229" y="89"/>
                </a:lnTo>
                <a:lnTo>
                  <a:pt x="286" y="130"/>
                </a:lnTo>
                <a:lnTo>
                  <a:pt x="343" y="188"/>
                </a:lnTo>
                <a:lnTo>
                  <a:pt x="371" y="175"/>
                </a:lnTo>
                <a:lnTo>
                  <a:pt x="400" y="165"/>
                </a:lnTo>
                <a:lnTo>
                  <a:pt x="402" y="84"/>
                </a:lnTo>
                <a:lnTo>
                  <a:pt x="415" y="15"/>
                </a:lnTo>
                <a:lnTo>
                  <a:pt x="471" y="9"/>
                </a:lnTo>
                <a:lnTo>
                  <a:pt x="500" y="72"/>
                </a:lnTo>
                <a:lnTo>
                  <a:pt x="520" y="151"/>
                </a:lnTo>
                <a:lnTo>
                  <a:pt x="551" y="154"/>
                </a:lnTo>
                <a:lnTo>
                  <a:pt x="581" y="160"/>
                </a:lnTo>
                <a:lnTo>
                  <a:pt x="623" y="90"/>
                </a:lnTo>
                <a:lnTo>
                  <a:pt x="669" y="38"/>
                </a:lnTo>
                <a:lnTo>
                  <a:pt x="721" y="60"/>
                </a:lnTo>
                <a:lnTo>
                  <a:pt x="713" y="129"/>
                </a:lnTo>
                <a:lnTo>
                  <a:pt x="691" y="208"/>
                </a:lnTo>
                <a:lnTo>
                  <a:pt x="717" y="226"/>
                </a:lnTo>
                <a:lnTo>
                  <a:pt x="740" y="246"/>
                </a:lnTo>
                <a:lnTo>
                  <a:pt x="812" y="207"/>
                </a:lnTo>
                <a:lnTo>
                  <a:pt x="877" y="184"/>
                </a:lnTo>
                <a:lnTo>
                  <a:pt x="911" y="229"/>
                </a:lnTo>
                <a:lnTo>
                  <a:pt x="870" y="286"/>
                </a:lnTo>
                <a:lnTo>
                  <a:pt x="812" y="343"/>
                </a:lnTo>
                <a:lnTo>
                  <a:pt x="825" y="371"/>
                </a:lnTo>
                <a:lnTo>
                  <a:pt x="835" y="400"/>
                </a:lnTo>
                <a:lnTo>
                  <a:pt x="916" y="402"/>
                </a:lnTo>
                <a:lnTo>
                  <a:pt x="985" y="415"/>
                </a:lnTo>
                <a:lnTo>
                  <a:pt x="991" y="471"/>
                </a:lnTo>
                <a:lnTo>
                  <a:pt x="928" y="500"/>
                </a:lnTo>
                <a:lnTo>
                  <a:pt x="849" y="520"/>
                </a:lnTo>
                <a:lnTo>
                  <a:pt x="846" y="551"/>
                </a:lnTo>
                <a:lnTo>
                  <a:pt x="840" y="581"/>
                </a:lnTo>
                <a:lnTo>
                  <a:pt x="910" y="623"/>
                </a:lnTo>
                <a:lnTo>
                  <a:pt x="962" y="669"/>
                </a:lnTo>
                <a:lnTo>
                  <a:pt x="940" y="721"/>
                </a:lnTo>
                <a:lnTo>
                  <a:pt x="871" y="713"/>
                </a:lnTo>
                <a:lnTo>
                  <a:pt x="792" y="691"/>
                </a:lnTo>
                <a:close/>
                <a:moveTo>
                  <a:pt x="284" y="654"/>
                </a:moveTo>
                <a:lnTo>
                  <a:pt x="315" y="691"/>
                </a:lnTo>
                <a:lnTo>
                  <a:pt x="353" y="721"/>
                </a:lnTo>
                <a:lnTo>
                  <a:pt x="395" y="744"/>
                </a:lnTo>
                <a:lnTo>
                  <a:pt x="441" y="759"/>
                </a:lnTo>
                <a:lnTo>
                  <a:pt x="488" y="765"/>
                </a:lnTo>
                <a:lnTo>
                  <a:pt x="536" y="763"/>
                </a:lnTo>
                <a:lnTo>
                  <a:pt x="516" y="618"/>
                </a:lnTo>
                <a:lnTo>
                  <a:pt x="495" y="619"/>
                </a:lnTo>
                <a:lnTo>
                  <a:pt x="473" y="616"/>
                </a:lnTo>
                <a:lnTo>
                  <a:pt x="453" y="609"/>
                </a:lnTo>
                <a:lnTo>
                  <a:pt x="434" y="599"/>
                </a:lnTo>
                <a:lnTo>
                  <a:pt x="417" y="585"/>
                </a:lnTo>
                <a:lnTo>
                  <a:pt x="403" y="569"/>
                </a:lnTo>
                <a:close/>
                <a:moveTo>
                  <a:pt x="519" y="235"/>
                </a:moveTo>
                <a:lnTo>
                  <a:pt x="456" y="238"/>
                </a:lnTo>
                <a:lnTo>
                  <a:pt x="396" y="256"/>
                </a:lnTo>
                <a:lnTo>
                  <a:pt x="341" y="287"/>
                </a:lnTo>
                <a:lnTo>
                  <a:pt x="296" y="330"/>
                </a:lnTo>
                <a:lnTo>
                  <a:pt x="262" y="383"/>
                </a:lnTo>
                <a:lnTo>
                  <a:pt x="241" y="442"/>
                </a:lnTo>
                <a:lnTo>
                  <a:pt x="384" y="474"/>
                </a:lnTo>
                <a:lnTo>
                  <a:pt x="393" y="448"/>
                </a:lnTo>
                <a:lnTo>
                  <a:pt x="409" y="424"/>
                </a:lnTo>
                <a:lnTo>
                  <a:pt x="429" y="405"/>
                </a:lnTo>
                <a:lnTo>
                  <a:pt x="453" y="391"/>
                </a:lnTo>
                <a:lnTo>
                  <a:pt x="480" y="383"/>
                </a:lnTo>
                <a:lnTo>
                  <a:pt x="509" y="382"/>
                </a:lnTo>
                <a:close/>
                <a:moveTo>
                  <a:pt x="720" y="649"/>
                </a:moveTo>
                <a:lnTo>
                  <a:pt x="749" y="593"/>
                </a:lnTo>
                <a:lnTo>
                  <a:pt x="764" y="532"/>
                </a:lnTo>
                <a:lnTo>
                  <a:pt x="764" y="469"/>
                </a:lnTo>
                <a:lnTo>
                  <a:pt x="749" y="408"/>
                </a:lnTo>
                <a:lnTo>
                  <a:pt x="720" y="352"/>
                </a:lnTo>
                <a:lnTo>
                  <a:pt x="680" y="304"/>
                </a:lnTo>
                <a:lnTo>
                  <a:pt x="580" y="412"/>
                </a:lnTo>
                <a:lnTo>
                  <a:pt x="599" y="434"/>
                </a:lnTo>
                <a:lnTo>
                  <a:pt x="611" y="459"/>
                </a:lnTo>
                <a:lnTo>
                  <a:pt x="618" y="486"/>
                </a:lnTo>
                <a:lnTo>
                  <a:pt x="618" y="514"/>
                </a:lnTo>
                <a:lnTo>
                  <a:pt x="611" y="542"/>
                </a:lnTo>
                <a:lnTo>
                  <a:pt x="598" y="567"/>
                </a:lnTo>
                <a:close/>
              </a:path>
            </a:pathLst>
          </a:custGeom>
          <a:gradFill>
            <a:gsLst>
              <a:gs pos="0">
                <a:srgbClr val="F43F5E">
                  <a:alpha val="98000"/>
                </a:srgbClr>
              </a:gs>
              <a:gs pos="100000">
                <a:srgbClr val="9F123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arbox:Gear4_Idler"/>
          <p:cNvSpPr/>
          <p:nvPr/>
        </p:nvSpPr>
        <p:spPr>
          <a:xfrm>
            <a:off x="4196714" y="3366055"/>
            <a:ext cx="1176832" cy="11768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5" y="720"/>
                </a:moveTo>
                <a:lnTo>
                  <a:pt x="162" y="700"/>
                </a:lnTo>
                <a:lnTo>
                  <a:pt x="107" y="713"/>
                </a:lnTo>
                <a:lnTo>
                  <a:pt x="59" y="717"/>
                </a:lnTo>
                <a:lnTo>
                  <a:pt x="43" y="683"/>
                </a:lnTo>
                <a:lnTo>
                  <a:pt x="79" y="650"/>
                </a:lnTo>
                <a:lnTo>
                  <a:pt x="125" y="617"/>
                </a:lnTo>
                <a:lnTo>
                  <a:pt x="119" y="595"/>
                </a:lnTo>
                <a:lnTo>
                  <a:pt x="114" y="572"/>
                </a:lnTo>
                <a:lnTo>
                  <a:pt x="58" y="565"/>
                </a:lnTo>
                <a:lnTo>
                  <a:pt x="11" y="553"/>
                </a:lnTo>
                <a:lnTo>
                  <a:pt x="8" y="515"/>
                </a:lnTo>
                <a:lnTo>
                  <a:pt x="53" y="497"/>
                </a:lnTo>
                <a:lnTo>
                  <a:pt x="108" y="482"/>
                </a:lnTo>
                <a:lnTo>
                  <a:pt x="110" y="459"/>
                </a:lnTo>
                <a:lnTo>
                  <a:pt x="113" y="436"/>
                </a:lnTo>
                <a:lnTo>
                  <a:pt x="62" y="410"/>
                </a:lnTo>
                <a:lnTo>
                  <a:pt x="22" y="383"/>
                </a:lnTo>
                <a:lnTo>
                  <a:pt x="33" y="346"/>
                </a:lnTo>
                <a:lnTo>
                  <a:pt x="81" y="344"/>
                </a:lnTo>
                <a:lnTo>
                  <a:pt x="138" y="349"/>
                </a:lnTo>
                <a:lnTo>
                  <a:pt x="147" y="328"/>
                </a:lnTo>
                <a:lnTo>
                  <a:pt x="158" y="307"/>
                </a:lnTo>
                <a:lnTo>
                  <a:pt x="119" y="266"/>
                </a:lnTo>
                <a:lnTo>
                  <a:pt x="91" y="226"/>
                </a:lnTo>
                <a:lnTo>
                  <a:pt x="113" y="196"/>
                </a:lnTo>
                <a:lnTo>
                  <a:pt x="159" y="210"/>
                </a:lnTo>
                <a:lnTo>
                  <a:pt x="211" y="234"/>
                </a:lnTo>
                <a:lnTo>
                  <a:pt x="227" y="218"/>
                </a:lnTo>
                <a:lnTo>
                  <a:pt x="245" y="202"/>
                </a:lnTo>
                <a:lnTo>
                  <a:pt x="222" y="149"/>
                </a:lnTo>
                <a:lnTo>
                  <a:pt x="209" y="103"/>
                </a:lnTo>
                <a:lnTo>
                  <a:pt x="241" y="82"/>
                </a:lnTo>
                <a:lnTo>
                  <a:pt x="279" y="111"/>
                </a:lnTo>
                <a:lnTo>
                  <a:pt x="319" y="151"/>
                </a:lnTo>
                <a:lnTo>
                  <a:pt x="340" y="141"/>
                </a:lnTo>
                <a:lnTo>
                  <a:pt x="362" y="132"/>
                </a:lnTo>
                <a:lnTo>
                  <a:pt x="359" y="76"/>
                </a:lnTo>
                <a:lnTo>
                  <a:pt x="363" y="28"/>
                </a:lnTo>
                <a:lnTo>
                  <a:pt x="399" y="18"/>
                </a:lnTo>
                <a:lnTo>
                  <a:pt x="425" y="59"/>
                </a:lnTo>
                <a:lnTo>
                  <a:pt x="449" y="111"/>
                </a:lnTo>
                <a:lnTo>
                  <a:pt x="473" y="108"/>
                </a:lnTo>
                <a:lnTo>
                  <a:pt x="496" y="107"/>
                </a:lnTo>
                <a:lnTo>
                  <a:pt x="512" y="53"/>
                </a:lnTo>
                <a:lnTo>
                  <a:pt x="533" y="9"/>
                </a:lnTo>
                <a:lnTo>
                  <a:pt x="570" y="13"/>
                </a:lnTo>
                <a:lnTo>
                  <a:pt x="581" y="60"/>
                </a:lnTo>
                <a:lnTo>
                  <a:pt x="586" y="117"/>
                </a:lnTo>
                <a:lnTo>
                  <a:pt x="608" y="123"/>
                </a:lnTo>
                <a:lnTo>
                  <a:pt x="630" y="130"/>
                </a:lnTo>
                <a:lnTo>
                  <a:pt x="665" y="84"/>
                </a:lnTo>
                <a:lnTo>
                  <a:pt x="699" y="50"/>
                </a:lnTo>
                <a:lnTo>
                  <a:pt x="732" y="66"/>
                </a:lnTo>
                <a:lnTo>
                  <a:pt x="726" y="114"/>
                </a:lnTo>
                <a:lnTo>
                  <a:pt x="712" y="169"/>
                </a:lnTo>
                <a:lnTo>
                  <a:pt x="731" y="182"/>
                </a:lnTo>
                <a:lnTo>
                  <a:pt x="749" y="197"/>
                </a:lnTo>
                <a:lnTo>
                  <a:pt x="797" y="166"/>
                </a:lnTo>
                <a:lnTo>
                  <a:pt x="841" y="145"/>
                </a:lnTo>
                <a:lnTo>
                  <a:pt x="867" y="172"/>
                </a:lnTo>
                <a:lnTo>
                  <a:pt x="845" y="215"/>
                </a:lnTo>
                <a:lnTo>
                  <a:pt x="812" y="262"/>
                </a:lnTo>
                <a:lnTo>
                  <a:pt x="825" y="280"/>
                </a:lnTo>
                <a:lnTo>
                  <a:pt x="838" y="300"/>
                </a:lnTo>
                <a:lnTo>
                  <a:pt x="893" y="287"/>
                </a:lnTo>
                <a:lnTo>
                  <a:pt x="941" y="283"/>
                </a:lnTo>
                <a:lnTo>
                  <a:pt x="957" y="317"/>
                </a:lnTo>
                <a:lnTo>
                  <a:pt x="921" y="350"/>
                </a:lnTo>
                <a:lnTo>
                  <a:pt x="875" y="383"/>
                </a:lnTo>
                <a:lnTo>
                  <a:pt x="881" y="405"/>
                </a:lnTo>
                <a:lnTo>
                  <a:pt x="886" y="428"/>
                </a:lnTo>
                <a:lnTo>
                  <a:pt x="942" y="435"/>
                </a:lnTo>
                <a:lnTo>
                  <a:pt x="989" y="447"/>
                </a:lnTo>
                <a:lnTo>
                  <a:pt x="992" y="485"/>
                </a:lnTo>
                <a:lnTo>
                  <a:pt x="947" y="503"/>
                </a:lnTo>
                <a:lnTo>
                  <a:pt x="892" y="518"/>
                </a:lnTo>
                <a:lnTo>
                  <a:pt x="890" y="541"/>
                </a:lnTo>
                <a:lnTo>
                  <a:pt x="887" y="564"/>
                </a:lnTo>
                <a:lnTo>
                  <a:pt x="938" y="590"/>
                </a:lnTo>
                <a:lnTo>
                  <a:pt x="978" y="617"/>
                </a:lnTo>
                <a:lnTo>
                  <a:pt x="967" y="654"/>
                </a:lnTo>
                <a:lnTo>
                  <a:pt x="919" y="656"/>
                </a:lnTo>
                <a:lnTo>
                  <a:pt x="862" y="651"/>
                </a:lnTo>
                <a:lnTo>
                  <a:pt x="853" y="672"/>
                </a:lnTo>
                <a:lnTo>
                  <a:pt x="842" y="693"/>
                </a:lnTo>
                <a:lnTo>
                  <a:pt x="881" y="734"/>
                </a:lnTo>
                <a:lnTo>
                  <a:pt x="909" y="774"/>
                </a:lnTo>
                <a:lnTo>
                  <a:pt x="887" y="804"/>
                </a:lnTo>
                <a:lnTo>
                  <a:pt x="841" y="790"/>
                </a:lnTo>
                <a:lnTo>
                  <a:pt x="789" y="766"/>
                </a:lnTo>
                <a:lnTo>
                  <a:pt x="773" y="782"/>
                </a:lnTo>
                <a:lnTo>
                  <a:pt x="755" y="798"/>
                </a:lnTo>
                <a:lnTo>
                  <a:pt x="778" y="851"/>
                </a:lnTo>
                <a:lnTo>
                  <a:pt x="791" y="897"/>
                </a:lnTo>
                <a:lnTo>
                  <a:pt x="759" y="918"/>
                </a:lnTo>
                <a:lnTo>
                  <a:pt x="721" y="889"/>
                </a:lnTo>
                <a:lnTo>
                  <a:pt x="681" y="849"/>
                </a:lnTo>
                <a:lnTo>
                  <a:pt x="660" y="859"/>
                </a:lnTo>
                <a:lnTo>
                  <a:pt x="638" y="868"/>
                </a:lnTo>
                <a:lnTo>
                  <a:pt x="641" y="924"/>
                </a:lnTo>
                <a:lnTo>
                  <a:pt x="637" y="972"/>
                </a:lnTo>
                <a:lnTo>
                  <a:pt x="601" y="982"/>
                </a:lnTo>
                <a:lnTo>
                  <a:pt x="575" y="941"/>
                </a:lnTo>
                <a:lnTo>
                  <a:pt x="551" y="889"/>
                </a:lnTo>
                <a:lnTo>
                  <a:pt x="527" y="892"/>
                </a:lnTo>
                <a:lnTo>
                  <a:pt x="504" y="893"/>
                </a:lnTo>
                <a:lnTo>
                  <a:pt x="488" y="947"/>
                </a:lnTo>
                <a:lnTo>
                  <a:pt x="467" y="991"/>
                </a:lnTo>
                <a:lnTo>
                  <a:pt x="430" y="987"/>
                </a:lnTo>
                <a:lnTo>
                  <a:pt x="419" y="940"/>
                </a:lnTo>
                <a:lnTo>
                  <a:pt x="414" y="883"/>
                </a:lnTo>
                <a:lnTo>
                  <a:pt x="392" y="877"/>
                </a:lnTo>
                <a:lnTo>
                  <a:pt x="370" y="870"/>
                </a:lnTo>
                <a:lnTo>
                  <a:pt x="335" y="916"/>
                </a:lnTo>
                <a:lnTo>
                  <a:pt x="301" y="950"/>
                </a:lnTo>
                <a:lnTo>
                  <a:pt x="268" y="934"/>
                </a:lnTo>
                <a:lnTo>
                  <a:pt x="274" y="886"/>
                </a:lnTo>
                <a:lnTo>
                  <a:pt x="288" y="831"/>
                </a:lnTo>
                <a:lnTo>
                  <a:pt x="269" y="818"/>
                </a:lnTo>
                <a:lnTo>
                  <a:pt x="251" y="803"/>
                </a:lnTo>
                <a:lnTo>
                  <a:pt x="203" y="834"/>
                </a:lnTo>
                <a:lnTo>
                  <a:pt x="159" y="855"/>
                </a:lnTo>
                <a:lnTo>
                  <a:pt x="133" y="828"/>
                </a:lnTo>
                <a:lnTo>
                  <a:pt x="155" y="785"/>
                </a:lnTo>
                <a:lnTo>
                  <a:pt x="188" y="738"/>
                </a:lnTo>
                <a:close/>
                <a:moveTo>
                  <a:pt x="287" y="291"/>
                </a:moveTo>
                <a:lnTo>
                  <a:pt x="260" y="322"/>
                </a:lnTo>
                <a:lnTo>
                  <a:pt x="239" y="356"/>
                </a:lnTo>
                <a:lnTo>
                  <a:pt x="221" y="393"/>
                </a:lnTo>
                <a:lnTo>
                  <a:pt x="210" y="432"/>
                </a:lnTo>
                <a:lnTo>
                  <a:pt x="203" y="472"/>
                </a:lnTo>
                <a:lnTo>
                  <a:pt x="202" y="512"/>
                </a:lnTo>
                <a:lnTo>
                  <a:pt x="367" y="506"/>
                </a:lnTo>
                <a:lnTo>
                  <a:pt x="367" y="487"/>
                </a:lnTo>
                <a:lnTo>
                  <a:pt x="370" y="470"/>
                </a:lnTo>
                <a:lnTo>
                  <a:pt x="375" y="452"/>
                </a:lnTo>
                <a:lnTo>
                  <a:pt x="383" y="436"/>
                </a:lnTo>
                <a:lnTo>
                  <a:pt x="393" y="420"/>
                </a:lnTo>
                <a:lnTo>
                  <a:pt x="405" y="407"/>
                </a:lnTo>
                <a:close/>
                <a:moveTo>
                  <a:pt x="734" y="315"/>
                </a:moveTo>
                <a:lnTo>
                  <a:pt x="697" y="276"/>
                </a:lnTo>
                <a:lnTo>
                  <a:pt x="655" y="245"/>
                </a:lnTo>
                <a:lnTo>
                  <a:pt x="607" y="221"/>
                </a:lnTo>
                <a:lnTo>
                  <a:pt x="556" y="207"/>
                </a:lnTo>
                <a:lnTo>
                  <a:pt x="503" y="202"/>
                </a:lnTo>
                <a:lnTo>
                  <a:pt x="450" y="206"/>
                </a:lnTo>
                <a:lnTo>
                  <a:pt x="478" y="368"/>
                </a:lnTo>
                <a:lnTo>
                  <a:pt x="501" y="367"/>
                </a:lnTo>
                <a:lnTo>
                  <a:pt x="525" y="369"/>
                </a:lnTo>
                <a:lnTo>
                  <a:pt x="548" y="375"/>
                </a:lnTo>
                <a:lnTo>
                  <a:pt x="569" y="386"/>
                </a:lnTo>
                <a:lnTo>
                  <a:pt x="588" y="400"/>
                </a:lnTo>
                <a:lnTo>
                  <a:pt x="605" y="417"/>
                </a:lnTo>
                <a:close/>
                <a:moveTo>
                  <a:pt x="685" y="734"/>
                </a:moveTo>
                <a:lnTo>
                  <a:pt x="724" y="697"/>
                </a:lnTo>
                <a:lnTo>
                  <a:pt x="755" y="655"/>
                </a:lnTo>
                <a:lnTo>
                  <a:pt x="779" y="607"/>
                </a:lnTo>
                <a:lnTo>
                  <a:pt x="793" y="556"/>
                </a:lnTo>
                <a:lnTo>
                  <a:pt x="798" y="503"/>
                </a:lnTo>
                <a:lnTo>
                  <a:pt x="794" y="450"/>
                </a:lnTo>
                <a:lnTo>
                  <a:pt x="632" y="478"/>
                </a:lnTo>
                <a:lnTo>
                  <a:pt x="633" y="501"/>
                </a:lnTo>
                <a:lnTo>
                  <a:pt x="631" y="525"/>
                </a:lnTo>
                <a:lnTo>
                  <a:pt x="625" y="548"/>
                </a:lnTo>
                <a:lnTo>
                  <a:pt x="614" y="569"/>
                </a:lnTo>
                <a:lnTo>
                  <a:pt x="600" y="588"/>
                </a:lnTo>
                <a:lnTo>
                  <a:pt x="583" y="605"/>
                </a:lnTo>
                <a:close/>
                <a:moveTo>
                  <a:pt x="266" y="685"/>
                </a:moveTo>
                <a:lnTo>
                  <a:pt x="303" y="724"/>
                </a:lnTo>
                <a:lnTo>
                  <a:pt x="345" y="755"/>
                </a:lnTo>
                <a:lnTo>
                  <a:pt x="393" y="779"/>
                </a:lnTo>
                <a:lnTo>
                  <a:pt x="444" y="793"/>
                </a:lnTo>
                <a:lnTo>
                  <a:pt x="497" y="798"/>
                </a:lnTo>
                <a:lnTo>
                  <a:pt x="550" y="794"/>
                </a:lnTo>
                <a:lnTo>
                  <a:pt x="522" y="632"/>
                </a:lnTo>
                <a:lnTo>
                  <a:pt x="499" y="633"/>
                </a:lnTo>
                <a:lnTo>
                  <a:pt x="475" y="631"/>
                </a:lnTo>
                <a:lnTo>
                  <a:pt x="452" y="625"/>
                </a:lnTo>
                <a:lnTo>
                  <a:pt x="431" y="614"/>
                </a:lnTo>
                <a:lnTo>
                  <a:pt x="412" y="600"/>
                </a:lnTo>
                <a:lnTo>
                  <a:pt x="395" y="583"/>
                </a:lnTo>
                <a:close/>
              </a:path>
            </a:pathLst>
          </a:custGeom>
          <a:gradFill>
            <a:gsLst>
              <a:gs pos="0">
                <a:srgbClr val="10B981">
                  <a:alpha val="98000"/>
                </a:srgbClr>
              </a:gs>
              <a:gs pos="100000">
                <a:srgbClr val="047857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box:Gear5_Output"/>
          <p:cNvSpPr/>
          <p:nvPr/>
        </p:nvSpPr>
        <p:spPr>
          <a:xfrm>
            <a:off x="5244482" y="3635568"/>
            <a:ext cx="1057960" cy="1057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78" y="550"/>
                </a:moveTo>
                <a:lnTo>
                  <a:pt x="874" y="575"/>
                </a:lnTo>
                <a:lnTo>
                  <a:pt x="929" y="605"/>
                </a:lnTo>
                <a:lnTo>
                  <a:pt x="972" y="638"/>
                </a:lnTo>
                <a:lnTo>
                  <a:pt x="959" y="678"/>
                </a:lnTo>
                <a:lnTo>
                  <a:pt x="905" y="678"/>
                </a:lnTo>
                <a:lnTo>
                  <a:pt x="842" y="668"/>
                </a:lnTo>
                <a:lnTo>
                  <a:pt x="830" y="691"/>
                </a:lnTo>
                <a:lnTo>
                  <a:pt x="817" y="712"/>
                </a:lnTo>
                <a:lnTo>
                  <a:pt x="856" y="762"/>
                </a:lnTo>
                <a:lnTo>
                  <a:pt x="884" y="808"/>
                </a:lnTo>
                <a:lnTo>
                  <a:pt x="856" y="840"/>
                </a:lnTo>
                <a:lnTo>
                  <a:pt x="806" y="819"/>
                </a:lnTo>
                <a:lnTo>
                  <a:pt x="752" y="786"/>
                </a:lnTo>
                <a:lnTo>
                  <a:pt x="732" y="803"/>
                </a:lnTo>
                <a:lnTo>
                  <a:pt x="712" y="817"/>
                </a:lnTo>
                <a:lnTo>
                  <a:pt x="729" y="878"/>
                </a:lnTo>
                <a:lnTo>
                  <a:pt x="736" y="931"/>
                </a:lnTo>
                <a:lnTo>
                  <a:pt x="698" y="950"/>
                </a:lnTo>
                <a:lnTo>
                  <a:pt x="661" y="912"/>
                </a:lnTo>
                <a:lnTo>
                  <a:pt x="623" y="861"/>
                </a:lnTo>
                <a:lnTo>
                  <a:pt x="599" y="868"/>
                </a:lnTo>
                <a:lnTo>
                  <a:pt x="574" y="874"/>
                </a:lnTo>
                <a:lnTo>
                  <a:pt x="567" y="937"/>
                </a:lnTo>
                <a:lnTo>
                  <a:pt x="553" y="989"/>
                </a:lnTo>
                <a:lnTo>
                  <a:pt x="511" y="992"/>
                </a:lnTo>
                <a:lnTo>
                  <a:pt x="491" y="942"/>
                </a:lnTo>
                <a:lnTo>
                  <a:pt x="476" y="881"/>
                </a:lnTo>
                <a:lnTo>
                  <a:pt x="450" y="878"/>
                </a:lnTo>
                <a:lnTo>
                  <a:pt x="425" y="874"/>
                </a:lnTo>
                <a:lnTo>
                  <a:pt x="395" y="929"/>
                </a:lnTo>
                <a:lnTo>
                  <a:pt x="362" y="972"/>
                </a:lnTo>
                <a:lnTo>
                  <a:pt x="322" y="959"/>
                </a:lnTo>
                <a:lnTo>
                  <a:pt x="322" y="905"/>
                </a:lnTo>
                <a:lnTo>
                  <a:pt x="332" y="842"/>
                </a:lnTo>
                <a:lnTo>
                  <a:pt x="309" y="830"/>
                </a:lnTo>
                <a:lnTo>
                  <a:pt x="288" y="817"/>
                </a:lnTo>
                <a:lnTo>
                  <a:pt x="238" y="856"/>
                </a:lnTo>
                <a:lnTo>
                  <a:pt x="192" y="884"/>
                </a:lnTo>
                <a:lnTo>
                  <a:pt x="160" y="856"/>
                </a:lnTo>
                <a:lnTo>
                  <a:pt x="181" y="806"/>
                </a:lnTo>
                <a:lnTo>
                  <a:pt x="214" y="752"/>
                </a:lnTo>
                <a:lnTo>
                  <a:pt x="197" y="732"/>
                </a:lnTo>
                <a:lnTo>
                  <a:pt x="183" y="712"/>
                </a:lnTo>
                <a:lnTo>
                  <a:pt x="122" y="729"/>
                </a:lnTo>
                <a:lnTo>
                  <a:pt x="69" y="736"/>
                </a:lnTo>
                <a:lnTo>
                  <a:pt x="50" y="698"/>
                </a:lnTo>
                <a:lnTo>
                  <a:pt x="88" y="661"/>
                </a:lnTo>
                <a:lnTo>
                  <a:pt x="139" y="623"/>
                </a:lnTo>
                <a:lnTo>
                  <a:pt x="132" y="599"/>
                </a:lnTo>
                <a:lnTo>
                  <a:pt x="126" y="574"/>
                </a:lnTo>
                <a:lnTo>
                  <a:pt x="63" y="567"/>
                </a:lnTo>
                <a:lnTo>
                  <a:pt x="11" y="553"/>
                </a:lnTo>
                <a:lnTo>
                  <a:pt x="8" y="511"/>
                </a:lnTo>
                <a:lnTo>
                  <a:pt x="58" y="491"/>
                </a:lnTo>
                <a:lnTo>
                  <a:pt x="119" y="476"/>
                </a:lnTo>
                <a:lnTo>
                  <a:pt x="122" y="450"/>
                </a:lnTo>
                <a:lnTo>
                  <a:pt x="126" y="425"/>
                </a:lnTo>
                <a:lnTo>
                  <a:pt x="71" y="395"/>
                </a:lnTo>
                <a:lnTo>
                  <a:pt x="28" y="362"/>
                </a:lnTo>
                <a:lnTo>
                  <a:pt x="41" y="322"/>
                </a:lnTo>
                <a:lnTo>
                  <a:pt x="95" y="322"/>
                </a:lnTo>
                <a:lnTo>
                  <a:pt x="158" y="332"/>
                </a:lnTo>
                <a:lnTo>
                  <a:pt x="170" y="309"/>
                </a:lnTo>
                <a:lnTo>
                  <a:pt x="183" y="288"/>
                </a:lnTo>
                <a:lnTo>
                  <a:pt x="144" y="238"/>
                </a:lnTo>
                <a:lnTo>
                  <a:pt x="116" y="192"/>
                </a:lnTo>
                <a:lnTo>
                  <a:pt x="144" y="160"/>
                </a:lnTo>
                <a:lnTo>
                  <a:pt x="194" y="181"/>
                </a:lnTo>
                <a:lnTo>
                  <a:pt x="248" y="214"/>
                </a:lnTo>
                <a:lnTo>
                  <a:pt x="268" y="197"/>
                </a:lnTo>
                <a:lnTo>
                  <a:pt x="288" y="183"/>
                </a:lnTo>
                <a:lnTo>
                  <a:pt x="271" y="122"/>
                </a:lnTo>
                <a:lnTo>
                  <a:pt x="264" y="69"/>
                </a:lnTo>
                <a:lnTo>
                  <a:pt x="302" y="50"/>
                </a:lnTo>
                <a:lnTo>
                  <a:pt x="339" y="88"/>
                </a:lnTo>
                <a:lnTo>
                  <a:pt x="377" y="139"/>
                </a:lnTo>
                <a:lnTo>
                  <a:pt x="401" y="132"/>
                </a:lnTo>
                <a:lnTo>
                  <a:pt x="426" y="126"/>
                </a:lnTo>
                <a:lnTo>
                  <a:pt x="433" y="63"/>
                </a:lnTo>
                <a:lnTo>
                  <a:pt x="447" y="11"/>
                </a:lnTo>
                <a:lnTo>
                  <a:pt x="489" y="8"/>
                </a:lnTo>
                <a:lnTo>
                  <a:pt x="509" y="58"/>
                </a:lnTo>
                <a:lnTo>
                  <a:pt x="524" y="119"/>
                </a:lnTo>
                <a:lnTo>
                  <a:pt x="550" y="122"/>
                </a:lnTo>
                <a:lnTo>
                  <a:pt x="575" y="126"/>
                </a:lnTo>
                <a:lnTo>
                  <a:pt x="605" y="71"/>
                </a:lnTo>
                <a:lnTo>
                  <a:pt x="638" y="28"/>
                </a:lnTo>
                <a:lnTo>
                  <a:pt x="678" y="41"/>
                </a:lnTo>
                <a:lnTo>
                  <a:pt x="678" y="95"/>
                </a:lnTo>
                <a:lnTo>
                  <a:pt x="668" y="158"/>
                </a:lnTo>
                <a:lnTo>
                  <a:pt x="691" y="170"/>
                </a:lnTo>
                <a:lnTo>
                  <a:pt x="712" y="183"/>
                </a:lnTo>
                <a:lnTo>
                  <a:pt x="762" y="144"/>
                </a:lnTo>
                <a:lnTo>
                  <a:pt x="808" y="116"/>
                </a:lnTo>
                <a:lnTo>
                  <a:pt x="840" y="144"/>
                </a:lnTo>
                <a:lnTo>
                  <a:pt x="819" y="194"/>
                </a:lnTo>
                <a:lnTo>
                  <a:pt x="786" y="248"/>
                </a:lnTo>
                <a:lnTo>
                  <a:pt x="803" y="268"/>
                </a:lnTo>
                <a:lnTo>
                  <a:pt x="817" y="288"/>
                </a:lnTo>
                <a:lnTo>
                  <a:pt x="878" y="271"/>
                </a:lnTo>
                <a:lnTo>
                  <a:pt x="931" y="264"/>
                </a:lnTo>
                <a:lnTo>
                  <a:pt x="950" y="302"/>
                </a:lnTo>
                <a:lnTo>
                  <a:pt x="912" y="339"/>
                </a:lnTo>
                <a:lnTo>
                  <a:pt x="861" y="377"/>
                </a:lnTo>
                <a:lnTo>
                  <a:pt x="868" y="401"/>
                </a:lnTo>
                <a:lnTo>
                  <a:pt x="874" y="426"/>
                </a:lnTo>
                <a:lnTo>
                  <a:pt x="937" y="433"/>
                </a:lnTo>
                <a:lnTo>
                  <a:pt x="989" y="447"/>
                </a:lnTo>
                <a:lnTo>
                  <a:pt x="992" y="489"/>
                </a:lnTo>
                <a:lnTo>
                  <a:pt x="942" y="509"/>
                </a:lnTo>
                <a:lnTo>
                  <a:pt x="881" y="524"/>
                </a:lnTo>
                <a:close/>
                <a:moveTo>
                  <a:pt x="514" y="790"/>
                </a:moveTo>
                <a:lnTo>
                  <a:pt x="554" y="785"/>
                </a:lnTo>
                <a:lnTo>
                  <a:pt x="592" y="775"/>
                </a:lnTo>
                <a:lnTo>
                  <a:pt x="628" y="760"/>
                </a:lnTo>
                <a:lnTo>
                  <a:pt x="662" y="740"/>
                </a:lnTo>
                <a:lnTo>
                  <a:pt x="693" y="716"/>
                </a:lnTo>
                <a:lnTo>
                  <a:pt x="721" y="688"/>
                </a:lnTo>
                <a:lnTo>
                  <a:pt x="599" y="584"/>
                </a:lnTo>
                <a:lnTo>
                  <a:pt x="587" y="597"/>
                </a:lnTo>
                <a:lnTo>
                  <a:pt x="573" y="607"/>
                </a:lnTo>
                <a:lnTo>
                  <a:pt x="557" y="616"/>
                </a:lnTo>
                <a:lnTo>
                  <a:pt x="541" y="623"/>
                </a:lnTo>
                <a:lnTo>
                  <a:pt x="524" y="627"/>
                </a:lnTo>
                <a:lnTo>
                  <a:pt x="506" y="630"/>
                </a:lnTo>
                <a:close/>
                <a:moveTo>
                  <a:pt x="211" y="478"/>
                </a:moveTo>
                <a:lnTo>
                  <a:pt x="212" y="530"/>
                </a:lnTo>
                <a:lnTo>
                  <a:pt x="221" y="580"/>
                </a:lnTo>
                <a:lnTo>
                  <a:pt x="240" y="628"/>
                </a:lnTo>
                <a:lnTo>
                  <a:pt x="267" y="672"/>
                </a:lnTo>
                <a:lnTo>
                  <a:pt x="301" y="711"/>
                </a:lnTo>
                <a:lnTo>
                  <a:pt x="341" y="743"/>
                </a:lnTo>
                <a:lnTo>
                  <a:pt x="429" y="609"/>
                </a:lnTo>
                <a:lnTo>
                  <a:pt x="411" y="594"/>
                </a:lnTo>
                <a:lnTo>
                  <a:pt x="396" y="577"/>
                </a:lnTo>
                <a:lnTo>
                  <a:pt x="384" y="557"/>
                </a:lnTo>
                <a:lnTo>
                  <a:pt x="375" y="536"/>
                </a:lnTo>
                <a:lnTo>
                  <a:pt x="371" y="513"/>
                </a:lnTo>
                <a:lnTo>
                  <a:pt x="371" y="490"/>
                </a:lnTo>
                <a:close/>
                <a:moveTo>
                  <a:pt x="522" y="211"/>
                </a:moveTo>
                <a:lnTo>
                  <a:pt x="470" y="212"/>
                </a:lnTo>
                <a:lnTo>
                  <a:pt x="420" y="221"/>
                </a:lnTo>
                <a:lnTo>
                  <a:pt x="372" y="240"/>
                </a:lnTo>
                <a:lnTo>
                  <a:pt x="328" y="267"/>
                </a:lnTo>
                <a:lnTo>
                  <a:pt x="289" y="301"/>
                </a:lnTo>
                <a:lnTo>
                  <a:pt x="257" y="341"/>
                </a:lnTo>
                <a:lnTo>
                  <a:pt x="391" y="429"/>
                </a:lnTo>
                <a:lnTo>
                  <a:pt x="406" y="411"/>
                </a:lnTo>
                <a:lnTo>
                  <a:pt x="423" y="396"/>
                </a:lnTo>
                <a:lnTo>
                  <a:pt x="443" y="384"/>
                </a:lnTo>
                <a:lnTo>
                  <a:pt x="464" y="375"/>
                </a:lnTo>
                <a:lnTo>
                  <a:pt x="487" y="371"/>
                </a:lnTo>
                <a:lnTo>
                  <a:pt x="510" y="371"/>
                </a:lnTo>
                <a:close/>
                <a:moveTo>
                  <a:pt x="789" y="522"/>
                </a:moveTo>
                <a:lnTo>
                  <a:pt x="788" y="470"/>
                </a:lnTo>
                <a:lnTo>
                  <a:pt x="779" y="420"/>
                </a:lnTo>
                <a:lnTo>
                  <a:pt x="760" y="372"/>
                </a:lnTo>
                <a:lnTo>
                  <a:pt x="733" y="328"/>
                </a:lnTo>
                <a:lnTo>
                  <a:pt x="699" y="289"/>
                </a:lnTo>
                <a:lnTo>
                  <a:pt x="659" y="257"/>
                </a:lnTo>
                <a:lnTo>
                  <a:pt x="571" y="391"/>
                </a:lnTo>
                <a:lnTo>
                  <a:pt x="589" y="406"/>
                </a:lnTo>
                <a:lnTo>
                  <a:pt x="604" y="423"/>
                </a:lnTo>
                <a:lnTo>
                  <a:pt x="616" y="443"/>
                </a:lnTo>
                <a:lnTo>
                  <a:pt x="625" y="464"/>
                </a:lnTo>
                <a:lnTo>
                  <a:pt x="629" y="487"/>
                </a:lnTo>
                <a:lnTo>
                  <a:pt x="629" y="510"/>
                </a:lnTo>
                <a:close/>
              </a:path>
            </a:pathLst>
          </a:custGeom>
          <a:gradFill>
            <a:gsLst>
              <a:gs pos="0">
                <a:srgbClr val="A855F7">
                  <a:alpha val="98000"/>
                </a:srgbClr>
              </a:gs>
              <a:gs pos="100000">
                <a:srgbClr val="6B21A8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box:Rack_Slider"/>
          <p:cNvSpPr/>
          <p:nvPr/>
        </p:nvSpPr>
        <p:spPr>
          <a:xfrm>
            <a:off x="4923870" y="4548596"/>
            <a:ext cx="2427408" cy="3291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960"/>
                </a:moveTo>
                <a:lnTo>
                  <a:pt x="0" y="520"/>
                </a:lnTo>
                <a:lnTo>
                  <a:pt x="20" y="520"/>
                </a:lnTo>
                <a:lnTo>
                  <a:pt x="30" y="110"/>
                </a:lnTo>
                <a:lnTo>
                  <a:pt x="55" y="110"/>
                </a:lnTo>
                <a:lnTo>
                  <a:pt x="65" y="520"/>
                </a:lnTo>
                <a:lnTo>
                  <a:pt x="86" y="520"/>
                </a:lnTo>
                <a:lnTo>
                  <a:pt x="97" y="520"/>
                </a:lnTo>
                <a:lnTo>
                  <a:pt x="107" y="110"/>
                </a:lnTo>
                <a:lnTo>
                  <a:pt x="132" y="110"/>
                </a:lnTo>
                <a:lnTo>
                  <a:pt x="142" y="520"/>
                </a:lnTo>
                <a:lnTo>
                  <a:pt x="163" y="520"/>
                </a:lnTo>
                <a:lnTo>
                  <a:pt x="174" y="520"/>
                </a:lnTo>
                <a:lnTo>
                  <a:pt x="184" y="110"/>
                </a:lnTo>
                <a:lnTo>
                  <a:pt x="208" y="110"/>
                </a:lnTo>
                <a:lnTo>
                  <a:pt x="218" y="520"/>
                </a:lnTo>
                <a:lnTo>
                  <a:pt x="240" y="520"/>
                </a:lnTo>
                <a:lnTo>
                  <a:pt x="251" y="520"/>
                </a:lnTo>
                <a:lnTo>
                  <a:pt x="261" y="110"/>
                </a:lnTo>
                <a:lnTo>
                  <a:pt x="285" y="110"/>
                </a:lnTo>
                <a:lnTo>
                  <a:pt x="295" y="520"/>
                </a:lnTo>
                <a:lnTo>
                  <a:pt x="317" y="520"/>
                </a:lnTo>
                <a:lnTo>
                  <a:pt x="328" y="520"/>
                </a:lnTo>
                <a:lnTo>
                  <a:pt x="338" y="110"/>
                </a:lnTo>
                <a:lnTo>
                  <a:pt x="362" y="110"/>
                </a:lnTo>
                <a:lnTo>
                  <a:pt x="372" y="520"/>
                </a:lnTo>
                <a:lnTo>
                  <a:pt x="394" y="520"/>
                </a:lnTo>
                <a:lnTo>
                  <a:pt x="405" y="520"/>
                </a:lnTo>
                <a:lnTo>
                  <a:pt x="415" y="110"/>
                </a:lnTo>
                <a:lnTo>
                  <a:pt x="439" y="110"/>
                </a:lnTo>
                <a:lnTo>
                  <a:pt x="449" y="520"/>
                </a:lnTo>
                <a:lnTo>
                  <a:pt x="471" y="520"/>
                </a:lnTo>
                <a:lnTo>
                  <a:pt x="482" y="520"/>
                </a:lnTo>
                <a:lnTo>
                  <a:pt x="492" y="110"/>
                </a:lnTo>
                <a:lnTo>
                  <a:pt x="516" y="110"/>
                </a:lnTo>
                <a:lnTo>
                  <a:pt x="526" y="520"/>
                </a:lnTo>
                <a:lnTo>
                  <a:pt x="548" y="520"/>
                </a:lnTo>
                <a:lnTo>
                  <a:pt x="558" y="520"/>
                </a:lnTo>
                <a:lnTo>
                  <a:pt x="568" y="110"/>
                </a:lnTo>
                <a:lnTo>
                  <a:pt x="593" y="110"/>
                </a:lnTo>
                <a:lnTo>
                  <a:pt x="603" y="520"/>
                </a:lnTo>
                <a:lnTo>
                  <a:pt x="625" y="520"/>
                </a:lnTo>
                <a:lnTo>
                  <a:pt x="635" y="520"/>
                </a:lnTo>
                <a:lnTo>
                  <a:pt x="645" y="110"/>
                </a:lnTo>
                <a:lnTo>
                  <a:pt x="670" y="110"/>
                </a:lnTo>
                <a:lnTo>
                  <a:pt x="680" y="520"/>
                </a:lnTo>
                <a:lnTo>
                  <a:pt x="702" y="520"/>
                </a:lnTo>
                <a:lnTo>
                  <a:pt x="712" y="520"/>
                </a:lnTo>
                <a:lnTo>
                  <a:pt x="722" y="110"/>
                </a:lnTo>
                <a:lnTo>
                  <a:pt x="747" y="110"/>
                </a:lnTo>
                <a:lnTo>
                  <a:pt x="757" y="520"/>
                </a:lnTo>
                <a:lnTo>
                  <a:pt x="778" y="520"/>
                </a:lnTo>
                <a:lnTo>
                  <a:pt x="789" y="520"/>
                </a:lnTo>
                <a:lnTo>
                  <a:pt x="799" y="110"/>
                </a:lnTo>
                <a:lnTo>
                  <a:pt x="824" y="110"/>
                </a:lnTo>
                <a:lnTo>
                  <a:pt x="834" y="520"/>
                </a:lnTo>
                <a:lnTo>
                  <a:pt x="855" y="520"/>
                </a:lnTo>
                <a:lnTo>
                  <a:pt x="866" y="520"/>
                </a:lnTo>
                <a:lnTo>
                  <a:pt x="876" y="110"/>
                </a:lnTo>
                <a:lnTo>
                  <a:pt x="901" y="110"/>
                </a:lnTo>
                <a:lnTo>
                  <a:pt x="911" y="520"/>
                </a:lnTo>
                <a:lnTo>
                  <a:pt x="932" y="520"/>
                </a:lnTo>
                <a:lnTo>
                  <a:pt x="1000" y="520"/>
                </a:lnTo>
                <a:lnTo>
                  <a:pt x="1000" y="960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node-1"/>
          <p:cNvSpPr/>
          <p:nvPr/>
        </p:nvSpPr>
        <p:spPr>
          <a:xfrm>
            <a:off x="7818120" y="1508760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node-label-1"/>
          <p:cNvSpPr txBox="1"/>
          <p:nvPr/>
        </p:nvSpPr>
        <p:spPr>
          <a:xfrm>
            <a:off x="7973568" y="1709928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1. CẢM BIẾN QUANG · Parallax Đa mặt phẳng Z ∈ [0.25..1.35]</a:t>
            </a:r>
          </a:p>
        </p:txBody>
      </p:sp>
      <p:sp>
        <p:nvSpPr>
          <p:cNvPr id="21" name="!!node-2"/>
          <p:cNvSpPr/>
          <p:nvPr/>
        </p:nvSpPr>
        <p:spPr>
          <a:xfrm>
            <a:off x="7818120" y="2587752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node-label-2"/>
          <p:cNvSpPr txBox="1"/>
          <p:nvPr/>
        </p:nvSpPr>
        <p:spPr>
          <a:xfrm>
            <a:off x="7973568" y="2788920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2. KHỚP ĐỘNG HỌC · Bù tâm xoay C(t) = J(t) + R(θ)·r</a:t>
            </a:r>
          </a:p>
        </p:txBody>
      </p:sp>
      <p:sp>
        <p:nvSpPr>
          <p:cNvPr id="23" name="!!node-3"/>
          <p:cNvSpPr/>
          <p:nvPr/>
        </p:nvSpPr>
        <p:spPr>
          <a:xfrm>
            <a:off x="7818120" y="3666744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node-label-3"/>
          <p:cNvSpPr txBox="1"/>
          <p:nvPr/>
        </p:nvSpPr>
        <p:spPr>
          <a:xfrm>
            <a:off x="7973568" y="3867911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3. TRUYỀN ĐỘNG SỐ · Cùng mô-đun m = 0.065 in, khóa pha răng</a:t>
            </a:r>
          </a:p>
        </p:txBody>
      </p:sp>
      <p:sp>
        <p:nvSpPr>
          <p:cNvPr id="25" name="!!node-4"/>
          <p:cNvSpPr/>
          <p:nvPr/>
        </p:nvSpPr>
        <p:spPr>
          <a:xfrm>
            <a:off x="7818120" y="4745736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node-label-4"/>
          <p:cNvSpPr txBox="1"/>
          <p:nvPr/>
        </p:nvSpPr>
        <p:spPr>
          <a:xfrm>
            <a:off x="7973568" y="4946903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4. ĐIỀU PHỐI NHỊP · Ngân sách nhận thức ≤ 1 nhịp chính/slide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 0.011207 E" pathEditMode="relative" rAng="0" ptsTypes="AA">
                                      <p:cBhvr>
                                        <p:cTn id="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42740">
                                      <p:cBhvr>
                                        <p:cTn id="1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1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1 0.010003 E" pathEditMode="relative" rAng="0" ptsTypes="AA">
                                      <p:cBhvr>
                                        <p:cTn id="1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1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36"/>
                                  </p:stCondLst>
                                  <p:childTnLst>
                                    <p:animScale>
                                      <p:cBhvr>
                                        <p:cTn id="18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7" presetClass="emph" presetSubtype="0" fill="hold" grpId="1" nodeType="withEffect">
                                  <p:stCondLst>
                                    <p:cond delay="36"/>
                                  </p:stCondLst>
                                  <p:childTnLst>
                                    <p:animClr clrSpc="rgb">
                                      <p:cBhvr>
                                        <p:cTn id="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800000">
                                      <p:cBhvr>
                                        <p:cTn id="2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3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-328500">
                                      <p:cBhvr>
                                        <p:cTn id="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2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3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3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800000">
                                      <p:cBhvr>
                                        <p:cTn id="3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4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5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121860">
                                      <p:cBhvr>
                                        <p:cTn id="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4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4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4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800000">
                                      <p:cBhvr>
                                        <p:cTn id="4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6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4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7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1860">
                                      <p:cBhvr>
                                        <p:cTn id="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5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5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5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7" presetClass="emph" presetSubtype="0" fill="hold" grpId="1" nodeType="withEffect">
                                  <p:stCondLst>
                                    <p:cond delay="384"/>
                                  </p:stCondLst>
                                  <p:childTnLst>
                                    <p:animClr clrSpc="rgb">
                                      <p:cBhvr>
                                        <p:cTn id="5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8" presetClass="emp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1800000">
                                      <p:cBhvr>
                                        <p:cTn id="6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8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9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328500">
                                      <p:cBhvr>
                                        <p:cTn id="6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6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6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7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800000">
                                      <p:cBhvr>
                                        <p:cTn id="7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1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7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1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442740">
                                      <p:cBhvr>
                                        <p:cTn id="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7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8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8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800000">
                                      <p:cBhvr>
                                        <p:cTn id="8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12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8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8" presetClass="emph" presetSubtype="0" fill="hold" grpId="13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442740">
                                      <p:cBhvr>
                                        <p:cTn id="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9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9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9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8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800000">
                                      <p:cBhvr>
                                        <p:cTn id="9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1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9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15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328500">
                                      <p:cBhvr>
                                        <p:cTn id="1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10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10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10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800000">
                                      <p:cBhvr>
                                        <p:cTn id="10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16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11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grpId="17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21860">
                                      <p:cBhvr>
                                        <p:cTn id="11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11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11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11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7" presetClass="emph" presetSubtype="0" fill="hold" grpId="1" nodeType="withEffect">
                                  <p:stCondLst>
                                    <p:cond delay="864"/>
                                  </p:stCondLst>
                                  <p:childTnLst>
                                    <p:animClr clrSpc="rgb">
                                      <p:cBhvr>
                                        <p:cTn id="1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1800000">
                                      <p:cBhvr>
                                        <p:cTn id="12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grpId="18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12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grpId="1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-121860">
                                      <p:cBhvr>
                                        <p:cTn id="1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12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13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132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8" presetClass="emp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800000">
                                      <p:cBhvr>
                                        <p:cTn id="13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grpId="2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13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21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328500">
                                      <p:cBhvr>
                                        <p:cTn id="1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14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14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14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800000">
                                      <p:cBhvr>
                                        <p:cTn id="14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22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14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grpId="23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442740">
                                      <p:cBhvr>
                                        <p:cTn id="1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15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15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5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15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8" presetClass="emp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800000">
                                      <p:cBhvr>
                                        <p:cTn id="15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24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105 0.011207 E" pathEditMode="relative" rAng="0" ptsTypes="AA">
                                      <p:cBhvr>
                                        <p:cTn id="16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25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442740">
                                      <p:cBhvr>
                                        <p:cTn id="1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16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21 0.010003 E" pathEditMode="relative" rAng="0" ptsTypes="AA">
                                      <p:cBhvr>
                                        <p:cTn id="16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16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" presetClass="emph" presetSubtype="0" fill="hold" grpId="0" nodeType="withEffect">
                                  <p:stCondLst>
                                    <p:cond delay="1236"/>
                                  </p:stCondLst>
                                  <p:childTnLst>
                                    <p:animScale>
                                      <p:cBhvr>
                                        <p:cTn id="170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7" presetClass="emph" presetSubtype="0" fill="hold" grpId="1" nodeType="withEffect">
                                  <p:stCondLst>
                                    <p:cond delay="1236"/>
                                  </p:stCondLst>
                                  <p:childTnLst>
                                    <p:animClr clrSpc="rgb">
                                      <p:cBhvr>
                                        <p:cTn id="17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800000">
                                      <p:cBhvr>
                                        <p:cTn id="17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26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1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27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328500">
                                      <p:cBhvr>
                                        <p:cTn id="1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18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18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7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18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800000">
                                      <p:cBhvr>
                                        <p:cTn id="18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2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1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29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-121860">
                                      <p:cBhvr>
                                        <p:cTn id="1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19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19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19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8" presetClass="emp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800000">
                                      <p:cBhvr>
                                        <p:cTn id="19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3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2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31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1860">
                                      <p:cBhvr>
                                        <p:cTn id="2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20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20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9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20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7" presetClass="emph" presetSubtype="0" fill="hold" grpId="1" nodeType="withEffect">
                                  <p:stCondLst>
                                    <p:cond delay="1584"/>
                                  </p:stCondLst>
                                  <p:childTnLst>
                                    <p:animClr clrSpc="rgb">
                                      <p:cBhvr>
                                        <p:cTn id="21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8" presetClass="emp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1800000">
                                      <p:cBhvr>
                                        <p:cTn id="2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2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2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8" presetClass="emph" presetSubtype="0" fill="hold" grpId="33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328500">
                                      <p:cBhvr>
                                        <p:cTn id="21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21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22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1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22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8" presetClass="emp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800000">
                                      <p:cBhvr>
                                        <p:cTn id="22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4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2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8" presetClass="emph" presetSubtype="0" fill="hold" grpId="35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442740">
                                      <p:cBhvr>
                                        <p:cTn id="2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23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23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1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23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8" presetClass="emp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800000">
                                      <p:cBhvr>
                                        <p:cTn id="23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grpId="3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2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8" presetClass="emph" presetSubtype="0" fill="hold" grpId="3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442740">
                                      <p:cBhvr>
                                        <p:cTn id="2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24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24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24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8" presetClass="emp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1800000">
                                      <p:cBhvr>
                                        <p:cTn id="24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8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2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8" presetClass="emph" presetSubtype="0" fill="hold" grpId="3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328500">
                                      <p:cBhvr>
                                        <p:cTn id="2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25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25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path" presetSubtype="0" fill="hold" grpId="7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25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8" presetClass="emp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800000">
                                      <p:cBhvr>
                                        <p:cTn id="26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0" presetClass="path" presetSubtype="0" fill="hold" grpId="4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2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8" presetClass="emph" presetSubtype="0" fill="hold" grpId="41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21860">
                                      <p:cBhvr>
                                        <p:cTn id="26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26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26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8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27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7" presetClass="emph" presetSubtype="0" fill="hold" grpId="1" nodeType="withEffect">
                                  <p:stCondLst>
                                    <p:cond delay="2064"/>
                                  </p:stCondLst>
                                  <p:childTnLst>
                                    <p:animClr clrSpc="rgb">
                                      <p:cBhvr>
                                        <p:cTn id="27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8" presetClass="emp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1800000">
                                      <p:cBhvr>
                                        <p:cTn id="27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4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2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43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121860">
                                      <p:cBhvr>
                                        <p:cTn id="2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28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28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9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28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800000">
                                      <p:cBhvr>
                                        <p:cTn id="28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44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2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45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328500">
                                      <p:cBhvr>
                                        <p:cTn id="2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29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29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1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29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800000">
                                      <p:cBhvr>
                                        <p:cTn id="29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46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3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47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-442740">
                                      <p:cBhvr>
                                        <p:cTn id="3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30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30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1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30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800000">
                                      <p:cBhvr>
                                        <p:cTn id="31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4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105 0.011207 E" pathEditMode="relative" rAng="0" ptsTypes="AA">
                                      <p:cBhvr>
                                        <p:cTn id="31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4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442740">
                                      <p:cBhvr>
                                        <p:cTn id="3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31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21 0.010003 E" pathEditMode="relative" rAng="0" ptsTypes="AA">
                                      <p:cBhvr>
                                        <p:cTn id="31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12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32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6" presetClass="emph" presetSubtype="0" fill="hold" grpId="0" nodeType="withEffect">
                                  <p:stCondLst>
                                    <p:cond delay="2436"/>
                                  </p:stCondLst>
                                  <p:childTnLst>
                                    <p:animScale>
                                      <p:cBhvr>
                                        <p:cTn id="322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3" presetID="7" presetClass="emph" presetSubtype="0" fill="hold" grpId="1" nodeType="withEffect">
                                  <p:stCondLst>
                                    <p:cond delay="2436"/>
                                  </p:stCondLst>
                                  <p:childTnLst>
                                    <p:animClr clrSpc="rgb">
                                      <p:cBhvr>
                                        <p:cTn id="324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800000">
                                      <p:cBhvr>
                                        <p:cTn id="32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5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3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51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-328500">
                                      <p:cBhvr>
                                        <p:cTn id="33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33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33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1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33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1800000">
                                      <p:cBhvr>
                                        <p:cTn id="33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52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3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8" presetClass="emph" presetSubtype="0" fill="hold" grpId="53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-121860">
                                      <p:cBhvr>
                                        <p:cTn id="34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34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34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14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34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800000">
                                      <p:cBhvr>
                                        <p:cTn id="35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5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3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55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21860">
                                      <p:cBhvr>
                                        <p:cTn id="35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35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35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15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36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7" presetClass="emph" presetSubtype="0" fill="hold" grpId="1" nodeType="withEffect">
                                  <p:stCondLst>
                                    <p:cond delay="2784"/>
                                  </p:stCondLst>
                                  <p:childTnLst>
                                    <p:animClr clrSpc="rgb">
                                      <p:cBhvr>
                                        <p:cTn id="36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800000">
                                      <p:cBhvr>
                                        <p:cTn id="36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5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36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8" presetClass="emph" presetSubtype="0" fill="hold" grpId="57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328500">
                                      <p:cBhvr>
                                        <p:cTn id="36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37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37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1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37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8" presetClass="emp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800000">
                                      <p:cBhvr>
                                        <p:cTn id="37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" presetID="0" presetClass="path" presetSubtype="0" fill="hold" grpId="58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3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5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442740">
                                      <p:cBhvr>
                                        <p:cTn id="38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38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38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17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38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800000">
                                      <p:cBhvr>
                                        <p:cTn id="38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6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3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8" presetClass="emph" presetSubtype="0" fill="hold" grpId="61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442740">
                                      <p:cBhvr>
                                        <p:cTn id="39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39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39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0" presetClass="path" presetSubtype="0" fill="hold" grpId="1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39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8" presetClass="emp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1800000">
                                      <p:cBhvr>
                                        <p:cTn id="40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0" presetClass="path" presetSubtype="0" fill="hold" grpId="62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4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63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328500">
                                      <p:cBhvr>
                                        <p:cTn id="40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5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40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40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0" presetClass="path" presetSubtype="0" fill="hold" grpId="1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41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800000">
                                      <p:cBhvr>
                                        <p:cTn id="4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3" presetID="0" presetClass="path" presetSubtype="0" fill="hold" grpId="6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4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5" presetID="8" presetClass="emph" presetSubtype="0" fill="hold" grpId="65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21860">
                                      <p:cBhvr>
                                        <p:cTn id="41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7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41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42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0" presetClass="path" presetSubtype="0" fill="hold" grpId="1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422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3" presetID="7" presetClass="emph" presetSubtype="0" fill="hold" grpId="1" nodeType="withEffect">
                                  <p:stCondLst>
                                    <p:cond delay="3264"/>
                                  </p:stCondLst>
                                  <p:childTnLst>
                                    <p:animClr clrSpc="rgb">
                                      <p:cBhvr>
                                        <p:cTn id="424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5" presetID="8" presetClass="emp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1800000">
                                      <p:cBhvr>
                                        <p:cTn id="42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66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4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67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-121860">
                                      <p:cBhvr>
                                        <p:cTn id="43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43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43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15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43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1800000">
                                      <p:cBhvr>
                                        <p:cTn id="43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68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4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69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-328500">
                                      <p:cBhvr>
                                        <p:cTn id="44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44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44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16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44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1800000">
                                      <p:cBhvr>
                                        <p:cTn id="45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7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4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8" presetClass="emph" presetSubtype="0" fill="hold" grpId="71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-442740">
                                      <p:cBhvr>
                                        <p:cTn id="45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45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45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17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46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62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7490800">
                                      <p:cBhvr>
                                        <p:cTn id="464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0400000">
                                      <p:cBhvr>
                                        <p:cTn id="466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3600000">
                                      <p:cBhvr>
                                        <p:cTn id="468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7800000">
                                      <p:cBhvr>
                                        <p:cTn id="470" dur="1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0 E" pathEditMode="relative" rAng="0" ptsTypes="AA">
                                      <p:cBhvr>
                                        <p:cTn id="472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43200000">
                                      <p:cBhvr>
                                        <p:cTn id="474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7490800">
                                      <p:cBhvr>
                                        <p:cTn id="476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50400000">
                                      <p:cBhvr>
                                        <p:cTn id="478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33600000">
                                      <p:cBhvr>
                                        <p:cTn id="480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37800000">
                                      <p:cBhvr>
                                        <p:cTn id="482" dur="1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75 0 L 0 0 E" pathEditMode="relative" rAng="0" ptsTypes="AA">
                                      <p:cBhvr>
                                        <p:cTn id="484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9" grpId="15" animBg="1"/>
      <p:bldP spid="9" grpId="16" animBg="1"/>
      <p:bldP spid="9" grpId="17" animBg="1"/>
      <p:bldP spid="9" grpId="18" animBg="1"/>
      <p:bldP spid="9" grpId="19" animBg="1"/>
      <p:bldP spid="9" grpId="20" animBg="1"/>
      <p:bldP spid="9" grpId="21" animBg="1"/>
      <p:bldP spid="9" grpId="22" animBg="1"/>
      <p:bldP spid="9" grpId="23" animBg="1"/>
      <p:bldP spid="9" grpId="24" animBg="1"/>
      <p:bldP spid="9" grpId="25" animBg="1"/>
      <p:bldP spid="9" grpId="26" animBg="1"/>
      <p:bldP spid="9" grpId="27" animBg="1"/>
      <p:bldP spid="9" grpId="28" animBg="1"/>
      <p:bldP spid="9" grpId="29" animBg="1"/>
      <p:bldP spid="9" grpId="30" animBg="1"/>
      <p:bldP spid="9" grpId="31" animBg="1"/>
      <p:bldP spid="9" grpId="32" animBg="1"/>
      <p:bldP spid="9" grpId="33" animBg="1"/>
      <p:bldP spid="9" grpId="34" animBg="1"/>
      <p:bldP spid="9" grpId="35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0" grpId="32" animBg="1"/>
      <p:bldP spid="10" grpId="33" animBg="1"/>
      <p:bldP spid="10" grpId="34" animBg="1"/>
      <p:bldP spid="10" grpId="35" animBg="1"/>
      <p:bldP spid="10" grpId="36" animBg="1"/>
      <p:bldP spid="10" grpId="37" animBg="1"/>
      <p:bldP spid="10" grpId="38" animBg="1"/>
      <p:bldP spid="10" grpId="39" animBg="1"/>
      <p:bldP spid="10" grpId="40" animBg="1"/>
      <p:bldP spid="10" grpId="41" animBg="1"/>
      <p:bldP spid="10" grpId="42" animBg="1"/>
      <p:bldP spid="10" grpId="43" animBg="1"/>
      <p:bldP spid="10" grpId="44" animBg="1"/>
      <p:bldP spid="10" grpId="45" animBg="1"/>
      <p:bldP spid="10" grpId="46" animBg="1"/>
      <p:bldP spid="10" grpId="47" animBg="1"/>
      <p:bldP spid="10" grpId="48" animBg="1"/>
      <p:bldP spid="10" grpId="49" animBg="1"/>
      <p:bldP spid="10" grpId="50" animBg="1"/>
      <p:bldP spid="10" grpId="51" animBg="1"/>
      <p:bldP spid="10" grpId="52" animBg="1"/>
      <p:bldP spid="10" grpId="53" animBg="1"/>
      <p:bldP spid="10" grpId="54" animBg="1"/>
      <p:bldP spid="10" grpId="55" animBg="1"/>
      <p:bldP spid="10" grpId="56" animBg="1"/>
      <p:bldP spid="10" grpId="57" animBg="1"/>
      <p:bldP spid="10" grpId="58" animBg="1"/>
      <p:bldP spid="10" grpId="59" animBg="1"/>
      <p:bldP spid="10" grpId="60" animBg="1"/>
      <p:bldP spid="10" grpId="61" animBg="1"/>
      <p:bldP spid="10" grpId="62" animBg="1"/>
      <p:bldP spid="10" grpId="63" animBg="1"/>
      <p:bldP spid="10" grpId="64" animBg="1"/>
      <p:bldP spid="10" grpId="65" animBg="1"/>
      <p:bldP spid="10" grpId="66" animBg="1"/>
      <p:bldP spid="10" grpId="67" animBg="1"/>
      <p:bldP spid="10" grpId="68" animBg="1"/>
      <p:bldP spid="10" grpId="69" animBg="1"/>
      <p:bldP spid="10" grpId="70" animBg="1"/>
      <p:bldP spid="10" grpId="71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1" grpId="32" animBg="1"/>
      <p:bldP spid="11" grpId="33" animBg="1"/>
      <p:bldP spid="11" grpId="34" animBg="1"/>
      <p:bldP spid="11" grpId="35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2" grpId="32" animBg="1"/>
      <p:bldP spid="12" grpId="33" animBg="1"/>
      <p:bldP spid="12" grpId="34" animBg="1"/>
      <p:bldP spid="12" grpId="35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4_Executiv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70B19"/>
              </a:gs>
              <a:gs pos="50000">
                <a:srgbClr val="141E38"/>
              </a:gs>
              <a:gs pos="100000">
                <a:srgbClr val="090D16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502920" y="320040"/>
            <a:ext cx="90068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20" b="1">
                <a:solidFill>
                  <a:srgbClr val="FEF08A"/>
                </a:solidFill>
                <a:latin typeface="DejaVu Sans"/>
              </a:rPr>
              <a:t>Ngân sách Nhận thức Tối ưu: Chuyển động Liên Slide giúp Đồng bộ Hóa Hình học, Động học Khớp xương và Bánh răng Mô-đun</a:t>
            </a:r>
          </a:p>
        </p:txBody>
      </p:sp>
      <p:sp>
        <p:nvSpPr>
          <p:cNvPr id="4" name="Title:S4_Sub"/>
          <p:cNvSpPr txBox="1"/>
          <p:nvPr/>
        </p:nvSpPr>
        <p:spPr>
          <a:xfrm>
            <a:off x="502920" y="960120"/>
            <a:ext cx="90068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DejaVu Sans"/>
              </a:rPr>
              <a:t>Chuyển cảnh Morph byWord (1.6s): Các từ khóa trong tiêu đề tự động bay sang cấu trúc câu kết luận · Bánh răng biến hình thành Huy chương Sao 8 cánh</a:t>
            </a:r>
          </a:p>
        </p:txBody>
      </p:sp>
      <p:sp>
        <p:nvSpPr>
          <p:cNvPr id="5" name="!!metamorph-entity"/>
          <p:cNvSpPr/>
          <p:nvPr/>
        </p:nvSpPr>
        <p:spPr>
          <a:xfrm>
            <a:off x="9829800" y="320040"/>
            <a:ext cx="1234440" cy="12344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8" y="740"/>
                </a:moveTo>
                <a:cubicBezTo>
                  <a:pt x="202" y="704"/>
                  <a:pt x="258" y="614"/>
                  <a:pt x="227" y="573"/>
                </a:cubicBezTo>
                <a:cubicBezTo>
                  <a:pt x="195" y="533"/>
                  <a:pt x="20" y="524"/>
                  <a:pt x="20" y="500"/>
                </a:cubicBezTo>
                <a:cubicBezTo>
                  <a:pt x="20" y="476"/>
                  <a:pt x="195" y="467"/>
                  <a:pt x="227" y="427"/>
                </a:cubicBezTo>
                <a:cubicBezTo>
                  <a:pt x="258" y="386"/>
                  <a:pt x="202" y="296"/>
                  <a:pt x="208" y="260"/>
                </a:cubicBezTo>
                <a:cubicBezTo>
                  <a:pt x="213" y="223"/>
                  <a:pt x="223" y="213"/>
                  <a:pt x="260" y="208"/>
                </a:cubicBezTo>
                <a:cubicBezTo>
                  <a:pt x="296" y="202"/>
                  <a:pt x="386" y="258"/>
                  <a:pt x="427" y="227"/>
                </a:cubicBezTo>
                <a:cubicBezTo>
                  <a:pt x="467" y="195"/>
                  <a:pt x="476" y="20"/>
                  <a:pt x="500" y="20"/>
                </a:cubicBezTo>
                <a:cubicBezTo>
                  <a:pt x="524" y="20"/>
                  <a:pt x="533" y="195"/>
                  <a:pt x="573" y="227"/>
                </a:cubicBezTo>
                <a:cubicBezTo>
                  <a:pt x="614" y="258"/>
                  <a:pt x="704" y="202"/>
                  <a:pt x="740" y="208"/>
                </a:cubicBezTo>
                <a:cubicBezTo>
                  <a:pt x="777" y="213"/>
                  <a:pt x="787" y="223"/>
                  <a:pt x="792" y="260"/>
                </a:cubicBezTo>
                <a:cubicBezTo>
                  <a:pt x="798" y="296"/>
                  <a:pt x="742" y="386"/>
                  <a:pt x="773" y="427"/>
                </a:cubicBezTo>
                <a:cubicBezTo>
                  <a:pt x="805" y="467"/>
                  <a:pt x="980" y="476"/>
                  <a:pt x="980" y="500"/>
                </a:cubicBezTo>
                <a:cubicBezTo>
                  <a:pt x="980" y="524"/>
                  <a:pt x="805" y="533"/>
                  <a:pt x="773" y="573"/>
                </a:cubicBezTo>
                <a:cubicBezTo>
                  <a:pt x="742" y="614"/>
                  <a:pt x="798" y="704"/>
                  <a:pt x="792" y="740"/>
                </a:cubicBezTo>
                <a:cubicBezTo>
                  <a:pt x="787" y="777"/>
                  <a:pt x="777" y="787"/>
                  <a:pt x="740" y="792"/>
                </a:cubicBezTo>
                <a:cubicBezTo>
                  <a:pt x="704" y="798"/>
                  <a:pt x="614" y="742"/>
                  <a:pt x="573" y="773"/>
                </a:cubicBezTo>
                <a:cubicBezTo>
                  <a:pt x="533" y="805"/>
                  <a:pt x="524" y="980"/>
                  <a:pt x="500" y="980"/>
                </a:cubicBezTo>
                <a:cubicBezTo>
                  <a:pt x="476" y="980"/>
                  <a:pt x="467" y="805"/>
                  <a:pt x="427" y="773"/>
                </a:cubicBezTo>
                <a:cubicBezTo>
                  <a:pt x="386" y="742"/>
                  <a:pt x="296" y="798"/>
                  <a:pt x="260" y="792"/>
                </a:cubicBezTo>
                <a:cubicBezTo>
                  <a:pt x="223" y="787"/>
                  <a:pt x="213" y="777"/>
                  <a:pt x="208" y="740"/>
                </a:cubicBezTo>
                <a:close/>
              </a:path>
            </a:pathLst>
          </a:custGeom>
          <a:gradFill>
            <a:gsLst>
              <a:gs pos="0">
                <a:srgbClr val="FFFBEB"/>
              </a:gs>
              <a:gs pos="50000">
                <a:srgbClr val="FDE047">
                  <a:alpha val="96000"/>
                </a:srgbClr>
              </a:gs>
              <a:gs pos="100000">
                <a:srgbClr val="D97706">
                  <a:alpha val="9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ro-orb"/>
          <p:cNvSpPr/>
          <p:nvPr/>
        </p:nvSpPr>
        <p:spPr>
          <a:xfrm>
            <a:off x="9646920" y="137160"/>
            <a:ext cx="1600200" cy="1600200"/>
          </a:xfrm>
          <a:prstGeom prst="ellipse">
            <a:avLst/>
          </a:prstGeom>
          <a:solidFill>
            <a:srgbClr val="F59E0B">
              <a:alpha val="24000"/>
            </a:srgbClr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node-1"/>
          <p:cNvSpPr/>
          <p:nvPr/>
        </p:nvSpPr>
        <p:spPr>
          <a:xfrm>
            <a:off x="685800" y="2651760"/>
            <a:ext cx="2423160" cy="3520440"/>
          </a:xfrm>
          <a:prstGeom prst="roundRect">
            <a:avLst/>
          </a:prstGeom>
          <a:gradFill>
            <a:gsLst>
              <a:gs pos="0">
                <a:srgbClr val="38BDF8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ode-label-1"/>
          <p:cNvSpPr txBox="1"/>
          <p:nvPr/>
        </p:nvSpPr>
        <p:spPr>
          <a:xfrm>
            <a:off x="795528" y="28803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19" b="1">
                <a:solidFill>
                  <a:srgbClr val="F8FAFC"/>
                </a:solidFill>
                <a:latin typeface="DejaVu Sans"/>
              </a:rPr>
              <a:t>1. CẢM BIẾN QUANG · Parallax Đa mặt phẳng Z ∈ [0.25..1.35]</a:t>
            </a:r>
          </a:p>
        </p:txBody>
      </p:sp>
      <p:sp>
        <p:nvSpPr>
          <p:cNvPr id="9" name="!!node-2"/>
          <p:cNvSpPr/>
          <p:nvPr/>
        </p:nvSpPr>
        <p:spPr>
          <a:xfrm>
            <a:off x="3474720" y="2194560"/>
            <a:ext cx="2423160" cy="3977639"/>
          </a:xfrm>
          <a:prstGeom prst="roundRect">
            <a:avLst/>
          </a:prstGeom>
          <a:gradFill>
            <a:gsLst>
              <a:gs pos="0">
                <a:srgbClr val="10B981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ode-label-2"/>
          <p:cNvSpPr txBox="1"/>
          <p:nvPr/>
        </p:nvSpPr>
        <p:spPr>
          <a:xfrm>
            <a:off x="3584448" y="24231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19" b="1">
                <a:solidFill>
                  <a:srgbClr val="F8FAFC"/>
                </a:solidFill>
                <a:latin typeface="DejaVu Sans"/>
              </a:rPr>
              <a:t>2. KHỚP ĐỘNG HỌC · Bù tâm xoay C(t) = J(t) + R(θ)·r</a:t>
            </a:r>
          </a:p>
        </p:txBody>
      </p:sp>
      <p:sp>
        <p:nvSpPr>
          <p:cNvPr id="11" name="!!node-3"/>
          <p:cNvSpPr/>
          <p:nvPr/>
        </p:nvSpPr>
        <p:spPr>
          <a:xfrm>
            <a:off x="6263640" y="2423160"/>
            <a:ext cx="2423160" cy="3749039"/>
          </a:xfrm>
          <a:prstGeom prst="roundRect">
            <a:avLst/>
          </a:prstGeom>
          <a:gradFill>
            <a:gsLst>
              <a:gs pos="0">
                <a:srgbClr val="F59E0B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3"/>
          <p:cNvSpPr txBox="1"/>
          <p:nvPr/>
        </p:nvSpPr>
        <p:spPr>
          <a:xfrm>
            <a:off x="6373368" y="26517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19" b="1">
                <a:solidFill>
                  <a:srgbClr val="F8FAFC"/>
                </a:solidFill>
                <a:latin typeface="DejaVu Sans"/>
              </a:rPr>
              <a:t>3. TRUYỀN ĐỘNG SỐ · Cùng mô-đun m = 0.065 in, khóa pha răng</a:t>
            </a:r>
          </a:p>
        </p:txBody>
      </p:sp>
      <p:sp>
        <p:nvSpPr>
          <p:cNvPr id="13" name="!!node-4"/>
          <p:cNvSpPr/>
          <p:nvPr/>
        </p:nvSpPr>
        <p:spPr>
          <a:xfrm>
            <a:off x="9052559" y="2011680"/>
            <a:ext cx="2423160" cy="4160520"/>
          </a:xfrm>
          <a:prstGeom prst="roundRect">
            <a:avLst/>
          </a:prstGeom>
          <a:gradFill>
            <a:gsLst>
              <a:gs pos="0">
                <a:srgbClr val="A855F7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4"/>
          <p:cNvSpPr txBox="1"/>
          <p:nvPr/>
        </p:nvSpPr>
        <p:spPr>
          <a:xfrm>
            <a:off x="9162287" y="224028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19" b="1">
                <a:solidFill>
                  <a:srgbClr val="F8FAFC"/>
                </a:solidFill>
                <a:latin typeface="DejaVu Sans"/>
              </a:rPr>
              <a:t>4. ĐIỀU PHỐI NHỊP · Ngân sách nhận thức ≤ 1 nhịp chính/slide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6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0" presetClass="path" presetSubtype="0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8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9e-05 -0.038333 L 0 0 E" pathEditMode="relative" rAng="0" ptsTypes="AAA">
                                      <p:cBhvr>
                                        <p:cTn id="12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decel="6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0" presetClass="path" presetSubtype="0" ac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16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decel="6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0" presetClass="path" presetSubtype="0" ac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-1.9e-05 -0.04 L 0 0 E" pathEditMode="relative" rAng="0" ptsTypes="AAA">
                                      <p:cBhvr>
                                        <p:cTn id="20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decel="6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0" presetClass="path" presetSubtype="0" ac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24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decel="6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0" presetClass="path" presetSubtype="0" ac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0 L -1.9e-05 -0.039167 L 0 0 E" pathEditMode="relative" rAng="0" ptsTypes="AAA">
                                      <p:cBhvr>
                                        <p:cTn id="28" dur="1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decel="6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30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32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" presetClass="emph" presetSubtype="0" decel="6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0" presetClass="path" presetSubtype="0" ac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 0 L -1.9e-05 -0.040667 L 0 0 E" pathEditMode="relative" rAng="0" ptsTypes="AAA">
                                      <p:cBhvr>
                                        <p:cTn id="36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accel="6000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8" dur="600" fill="hold"/>
                                        <p:tgtEl>
                                          <p:spTgt spid="7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6" presetClass="emph" presetSubtype="0" accel="6000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0" dur="600" fill="hold"/>
                                        <p:tgtEl>
                                          <p:spTgt spid="8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6" presetClass="emph" presetSubtype="0" accel="60000" fill="hold" grpId="2" nodeType="withEffect">
                                  <p:stCondLst>
                                    <p:cond delay="740"/>
                                  </p:stCondLst>
                                  <p:childTnLst>
                                    <p:animScale>
                                      <p:cBhvr>
                                        <p:cTn id="42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accel="60000" fill="hold" grpId="2" nodeType="withEffect">
                                  <p:stCondLst>
                                    <p:cond delay="740"/>
                                  </p:stCondLst>
                                  <p:childTnLst>
                                    <p:animScale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accel="60000" fill="hold" grpId="2" nodeType="withEffect">
                                  <p:stCondLst>
                                    <p:cond delay="880"/>
                                  </p:stCondLst>
                                  <p:childTnLst>
                                    <p:animScale>
                                      <p:cBhvr>
                                        <p:cTn id="46" dur="600" fill="hold"/>
                                        <p:tgtEl>
                                          <p:spTgt spid="11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accel="60000" fill="hold" grpId="2" nodeType="withEffect">
                                  <p:stCondLst>
                                    <p:cond delay="880"/>
                                  </p:stCondLst>
                                  <p:childTnLst>
                                    <p:animScale>
                                      <p:cBhvr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6" presetClass="emph" presetSubtype="0" accel="60000" fill="hold" grpId="2" nodeType="withEffect">
                                  <p:stCondLst>
                                    <p:cond delay="1020"/>
                                  </p:stCondLst>
                                  <p:childTnLst>
                                    <p:animScale>
                                      <p:cBhvr>
                                        <p:cTn id="50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6" presetClass="emph" presetSubtype="0" accel="60000" fill="hold" grpId="2" nodeType="withEffect">
                                  <p:stCondLst>
                                    <p:cond delay="1020"/>
                                  </p:stCondLst>
                                  <p:childTnLst>
                                    <p:animScale>
                                      <p:cBhvr>
                                        <p:cTn id="52" dur="600" fill="hold"/>
                                        <p:tgtEl>
                                          <p:spTgt spid="14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54" dur="1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