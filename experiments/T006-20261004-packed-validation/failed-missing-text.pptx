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ed6b920d54de3" /><Relationship Type="http://schemas.openxmlformats.org/officeDocument/2006/relationships/extended-properties" Target="/docProps/app.xml" Id="R9bb3c02b99024a6d" /><Relationship Type="http://schemas.openxmlformats.org/officeDocument/2006/relationships/officeDocument" Target="/ppt/presentation.xml" Id="R206da9a3868c47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41b9813f3e4150"/>
  </p:sldMasterIdLst>
  <p:notesMasterIdLst>
    <p:notesMasterId xmlns:r="http://schemas.openxmlformats.org/officeDocument/2006/relationships" r:id="R6834c7b137f447b3"/>
  </p:notesMasterIdLst>
  <p:sldIdLst>
    <p:sldId xmlns:r="http://schemas.openxmlformats.org/officeDocument/2006/relationships" id="256" r:id="R9b6464ef77c6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8df6d21523495a" /><Relationship Type="http://schemas.openxmlformats.org/officeDocument/2006/relationships/slideMaster" Target="/ppt/slideMasters/slideMaster1.xml" Id="R6041b9813f3e4150" /><Relationship Type="http://schemas.openxmlformats.org/officeDocument/2006/relationships/notesMaster" Target="/ppt/notesMasters/notesMaster1.xml" Id="R6834c7b137f447b3" /><Relationship Type="http://schemas.openxmlformats.org/officeDocument/2006/relationships/presProps" Target="/ppt/presProps.xml" Id="R53b8016430b34089" /><Relationship Type="http://schemas.openxmlformats.org/officeDocument/2006/relationships/tableStyles" Target="/ppt/tableStyles.xml" Id="R995b20dd5d234dc3" /><Relationship Type="http://schemas.openxmlformats.org/officeDocument/2006/relationships/slide" Target="/ppt/slides/slide1.xml" Id="R9b6464ef77c6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e123ee8de745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188b0f2792470b" /><Relationship Type="http://schemas.openxmlformats.org/officeDocument/2006/relationships/notesMaster" Target="/ppt/notesMasters/notesMaster1.xml" Id="Rcf503608e5764e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Packed radial drill-down sequence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37e10d3164c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8072eeb5940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40cc6dddb949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40782613b4d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e1dac338b4c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b5792a54c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7D306BB-1C22-4AA1-B218-49004609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BC0B1C-61C6-4448-8328-DC4EA03175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AE1B13C-BDFB-4060-A2C1-6BEFC6CB26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F5B0446-B98A-47AD-ACA8-6E0C7466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5954BE-4174-4C8E-9862-A38AF3DB0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80A0A44-D065-4302-A0CC-8340411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CC2C23-9D64-4DA3-9230-2B7C68775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0EC2502-8F59-46F8-AE93-463DD06FE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3317E59-9573-4F87-9BDB-AC4AFD9B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88C0CF-D33B-4DBF-8764-17D9E73480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C2BE7D-60FD-4F25-B5F0-B92653F750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348758-E273-49BA-B79B-CA532BDD7CA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F5B4984-CE53-4CD7-BAC6-2345C225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AF4FFA-7651-4594-83DE-E0FC7FFAF1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7F0B52-2E3A-4F6B-899A-01DD07C721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49839852549dd" /><Relationship Type="http://schemas.openxmlformats.org/officeDocument/2006/relationships/slideLayout" Target="/ppt/slideLayouts/slideLayout1.xml" Id="R2c2e0fd664704c80" /><Relationship Type="http://schemas.openxmlformats.org/officeDocument/2006/relationships/slideLayout" Target="/ppt/slideLayouts/slideLayout2.xml" Id="R806f3e4b39554bc1" /><Relationship Type="http://schemas.openxmlformats.org/officeDocument/2006/relationships/slideLayout" Target="/ppt/slideLayouts/slideLayout3.xml" Id="Raa7e5f0a93194c31" /><Relationship Type="http://schemas.openxmlformats.org/officeDocument/2006/relationships/slideLayout" Target="/ppt/slideLayouts/slideLayout4.xml" Id="Rde2df39923cb4313" /><Relationship Type="http://schemas.openxmlformats.org/officeDocument/2006/relationships/slideLayout" Target="/ppt/slideLayouts/slideLayout5.xml" Id="R26fd9dec2a7343aa" /><Relationship Type="http://schemas.openxmlformats.org/officeDocument/2006/relationships/slideLayout" Target="/ppt/slideLayouts/slideLayout6.xml" Id="R70932d6458e14d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e0fd664704c80"/>
    <p:sldLayoutId xmlns:r="http://schemas.openxmlformats.org/officeDocument/2006/relationships" id="2147483650" r:id="R806f3e4b39554bc1"/>
    <p:sldLayoutId xmlns:r="http://schemas.openxmlformats.org/officeDocument/2006/relationships" id="2147483651" r:id="Raa7e5f0a93194c31"/>
    <p:sldLayoutId xmlns:r="http://schemas.openxmlformats.org/officeDocument/2006/relationships" id="2147483652" r:id="Rde2df39923cb4313"/>
    <p:sldLayoutId xmlns:r="http://schemas.openxmlformats.org/officeDocument/2006/relationships" id="2147483653" r:id="R26fd9dec2a7343aa"/>
    <p:sldLayoutId xmlns:r="http://schemas.openxmlformats.org/officeDocument/2006/relationships" id="2147483654" r:id="R70932d6458e14d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aadde00b5444b3" /><Relationship Type="http://schemas.openxmlformats.org/officeDocument/2006/relationships/notesSlide" Target="/ppt/notesSlides/notesSlide1.xml" Id="R6a421184f5d04c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node-1">
            <a:extLst xmlns:a="http://schemas.openxmlformats.org/drawingml/2006/main">
              <a:ext uri="{FF2B5EF4-FFF2-40B4-BE49-F238E27FC236}">
                <a16:creationId xmlns:a16="http://schemas.microsoft.com/office/drawing/2014/main" id="{88E7DEC1-6C79-45AE-A5BC-02B8B79B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" name="!!label-1">
            <a:extLst xmlns:a="http://schemas.openxmlformats.org/drawingml/2006/main">
              <a:ext uri="{FF2B5EF4-FFF2-40B4-BE49-F238E27FC236}">
                <a16:creationId xmlns:a16="http://schemas.microsoft.com/office/drawing/2014/main" id="{ECB2045F-CF9F-48E6-8579-934A118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3" name="!!node-2">
            <a:extLst xmlns:a="http://schemas.openxmlformats.org/drawingml/2006/main">
              <a:ext uri="{FF2B5EF4-FFF2-40B4-BE49-F238E27FC236}">
                <a16:creationId xmlns:a16="http://schemas.microsoft.com/office/drawing/2014/main" id="{28C00DC9-01CA-4689-B68F-32E11791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4" name="!!label-2">
            <a:extLst xmlns:a="http://schemas.openxmlformats.org/drawingml/2006/main">
              <a:ext uri="{FF2B5EF4-FFF2-40B4-BE49-F238E27FC236}">
                <a16:creationId xmlns:a16="http://schemas.microsoft.com/office/drawing/2014/main" id="{2A3B3CAD-79A2-4B8B-9A45-E4502F12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5" name="!!node-3-layer-1">
            <a:extLst xmlns:a="http://schemas.openxmlformats.org/drawingml/2006/main">
              <a:ext uri="{FF2B5EF4-FFF2-40B4-BE49-F238E27FC236}">
                <a16:creationId xmlns:a16="http://schemas.microsoft.com/office/drawing/2014/main" id="{1BDF95DF-6AF0-4659-BE76-81AF2006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4AE"/>
          </a:solidFill>
          <a:ln xmlns:a="http://schemas.openxmlformats.org/drawingml/2006/main" w="0">
            <a:noFill/>
          </a:ln>
        </p:spPr>
      </p:sp>
      <p:sp>
        <p:nvSpPr>
          <p:cNvPr id="6" name="!!node-3-layer-2">
            <a:extLst xmlns:a="http://schemas.openxmlformats.org/drawingml/2006/main">
              <a:ext uri="{FF2B5EF4-FFF2-40B4-BE49-F238E27FC236}">
                <a16:creationId xmlns:a16="http://schemas.microsoft.com/office/drawing/2014/main" id="{6DDD2874-2747-44F7-A2D3-05181707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7623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9C9B"/>
          </a:solidFill>
          <a:ln xmlns:a="http://schemas.openxmlformats.org/drawingml/2006/main" w="0">
            <a:noFill/>
          </a:ln>
        </p:spPr>
      </p:sp>
      <p:sp>
        <p:nvSpPr>
          <p:cNvPr id="7" name="!!node-3-layer-3">
            <a:extLst xmlns:a="http://schemas.openxmlformats.org/drawingml/2006/main">
              <a:ext uri="{FF2B5EF4-FFF2-40B4-BE49-F238E27FC236}">
                <a16:creationId xmlns:a16="http://schemas.microsoft.com/office/drawing/2014/main" id="{7516F898-C644-4D87-BDC3-ECEB168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8766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7C8D"/>
          </a:solidFill>
          <a:ln xmlns:a="http://schemas.openxmlformats.org/drawingml/2006/main" w="0">
            <a:noFill/>
          </a:ln>
        </p:spPr>
      </p:sp>
      <p:sp>
        <p:nvSpPr>
          <p:cNvPr id="8" name="!!node-3-layer-4">
            <a:extLst xmlns:a="http://schemas.openxmlformats.org/drawingml/2006/main">
              <a:ext uri="{FF2B5EF4-FFF2-40B4-BE49-F238E27FC236}">
                <a16:creationId xmlns:a16="http://schemas.microsoft.com/office/drawing/2014/main" id="{33CC9F87-7A16-47E3-87BD-914B14A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990975"/>
            <a:ext cx="590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79"/>
          </a:solidFill>
          <a:ln xmlns:a="http://schemas.openxmlformats.org/drawingml/2006/main" w="0">
            <a:noFill/>
          </a:ln>
        </p:spPr>
      </p:sp>
      <p:sp>
        <p:nvSpPr>
          <p:cNvPr id="9" name="!!label-3">
            <a:extLst xmlns:a="http://schemas.openxmlformats.org/drawingml/2006/main">
              <a:ext uri="{FF2B5EF4-FFF2-40B4-BE49-F238E27FC236}">
                <a16:creationId xmlns:a16="http://schemas.microsoft.com/office/drawing/2014/main" id="{63B05664-9855-4083-832B-0D09C6F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10" name="!!node-4">
            <a:extLst xmlns:a="http://schemas.openxmlformats.org/drawingml/2006/main">
              <a:ext uri="{FF2B5EF4-FFF2-40B4-BE49-F238E27FC236}">
                <a16:creationId xmlns:a16="http://schemas.microsoft.com/office/drawing/2014/main" id="{F9FC22CE-5549-4B98-91B0-A9BA4006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1" name="!!label-4">
            <a:extLst xmlns:a="http://schemas.openxmlformats.org/drawingml/2006/main">
              <a:ext uri="{FF2B5EF4-FFF2-40B4-BE49-F238E27FC236}">
                <a16:creationId xmlns:a16="http://schemas.microsoft.com/office/drawing/2014/main" id="{0C10159B-1F52-46EA-A003-B3AFBA94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12" name="!!node-5">
            <a:extLst xmlns:a="http://schemas.openxmlformats.org/drawingml/2006/main">
              <a:ext uri="{FF2B5EF4-FFF2-40B4-BE49-F238E27FC236}">
                <a16:creationId xmlns:a16="http://schemas.microsoft.com/office/drawing/2014/main" id="{8BDA7049-B892-4A41-B0B1-E9AF4192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3" name="!!label-5">
            <a:extLst xmlns:a="http://schemas.openxmlformats.org/drawingml/2006/main">
              <a:ext uri="{FF2B5EF4-FFF2-40B4-BE49-F238E27FC236}">
                <a16:creationId xmlns:a16="http://schemas.microsoft.com/office/drawing/2014/main" id="{B5B13B9D-639A-4BB5-BF98-82BF8E7C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14" name="!!node-6">
            <a:extLst xmlns:a="http://schemas.openxmlformats.org/drawingml/2006/main">
              <a:ext uri="{FF2B5EF4-FFF2-40B4-BE49-F238E27FC236}">
                <a16:creationId xmlns:a16="http://schemas.microsoft.com/office/drawing/2014/main" id="{919F02E3-4A64-4E73-B1CC-F564AAE5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5" name="!!label-6">
            <a:extLst xmlns:a="http://schemas.openxmlformats.org/drawingml/2006/main">
              <a:ext uri="{FF2B5EF4-FFF2-40B4-BE49-F238E27FC236}">
                <a16:creationId xmlns:a16="http://schemas.microsoft.com/office/drawing/2014/main" id="{8931BF7D-7CA6-49B5-B2CD-378A573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16" name="!!node-7">
            <a:extLst xmlns:a="http://schemas.openxmlformats.org/drawingml/2006/main">
              <a:ext uri="{FF2B5EF4-FFF2-40B4-BE49-F238E27FC236}">
                <a16:creationId xmlns:a16="http://schemas.microsoft.com/office/drawing/2014/main" id="{2DB7D148-9024-48BB-81D3-CA761CE2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7" name="!!label-7">
            <a:extLst xmlns:a="http://schemas.openxmlformats.org/drawingml/2006/main">
              <a:ext uri="{FF2B5EF4-FFF2-40B4-BE49-F238E27FC236}">
                <a16:creationId xmlns:a16="http://schemas.microsoft.com/office/drawing/2014/main" id="{4C49CBA3-2B04-4E2E-A787-AD119C9C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18" name="!!node-8">
            <a:extLst xmlns:a="http://schemas.openxmlformats.org/drawingml/2006/main">
              <a:ext uri="{FF2B5EF4-FFF2-40B4-BE49-F238E27FC236}">
                <a16:creationId xmlns:a16="http://schemas.microsoft.com/office/drawing/2014/main" id="{93B19299-FE20-4D62-803D-E276D53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19" name="!!label-8">
            <a:extLst xmlns:a="http://schemas.openxmlformats.org/drawingml/2006/main">
              <a:ext uri="{FF2B5EF4-FFF2-40B4-BE49-F238E27FC236}">
                <a16:creationId xmlns:a16="http://schemas.microsoft.com/office/drawing/2014/main" id="{D72765DE-09A8-4437-B8A8-DA5AEE9F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20" name="!!node-9">
            <a:extLst xmlns:a="http://schemas.openxmlformats.org/drawingml/2006/main">
              <a:ext uri="{FF2B5EF4-FFF2-40B4-BE49-F238E27FC236}">
                <a16:creationId xmlns:a16="http://schemas.microsoft.com/office/drawing/2014/main" id="{D1883DCC-42E9-41DE-A757-AB4E7FF9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1" name="!!label-9">
            <a:extLst xmlns:a="http://schemas.openxmlformats.org/drawingml/2006/main">
              <a:ext uri="{FF2B5EF4-FFF2-40B4-BE49-F238E27FC236}">
                <a16:creationId xmlns:a16="http://schemas.microsoft.com/office/drawing/2014/main" id="{7618B14D-267E-4C7F-A591-5E77910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22" name="!!node-10">
            <a:extLst xmlns:a="http://schemas.openxmlformats.org/drawingml/2006/main">
              <a:ext uri="{FF2B5EF4-FFF2-40B4-BE49-F238E27FC236}">
                <a16:creationId xmlns:a16="http://schemas.microsoft.com/office/drawing/2014/main" id="{74A2FD95-DA69-47E2-9D72-BFC388B6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3" name="!!label-10">
            <a:extLst xmlns:a="http://schemas.openxmlformats.org/drawingml/2006/main">
              <a:ext uri="{FF2B5EF4-FFF2-40B4-BE49-F238E27FC236}">
                <a16:creationId xmlns:a16="http://schemas.microsoft.com/office/drawing/2014/main" id="{F708B7A3-6A94-43A3-BF70-56BFE6A6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24" name="!!node-11">
            <a:extLst xmlns:a="http://schemas.openxmlformats.org/drawingml/2006/main">
              <a:ext uri="{FF2B5EF4-FFF2-40B4-BE49-F238E27FC236}">
                <a16:creationId xmlns:a16="http://schemas.microsoft.com/office/drawing/2014/main" id="{77599149-1D7F-4195-9556-22334CC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5" name="!!label-11">
            <a:extLst xmlns:a="http://schemas.openxmlformats.org/drawingml/2006/main">
              <a:ext uri="{FF2B5EF4-FFF2-40B4-BE49-F238E27FC236}">
                <a16:creationId xmlns:a16="http://schemas.microsoft.com/office/drawing/2014/main" id="{65AFF54A-314C-457E-B0C2-1D443D22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26" name="!!node-12">
            <a:extLst xmlns:a="http://schemas.openxmlformats.org/drawingml/2006/main">
              <a:ext uri="{FF2B5EF4-FFF2-40B4-BE49-F238E27FC236}">
                <a16:creationId xmlns:a16="http://schemas.microsoft.com/office/drawing/2014/main" id="{0A5F0893-0C09-4407-A120-1BC6800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3648075"/>
            <a:ext cx="59055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A35"/>
          </a:solidFill>
          <a:ln xmlns:a="http://schemas.openxmlformats.org/drawingml/2006/main" w="14288">
            <a:solidFill>
              <a:srgbClr val="696674"/>
            </a:solidFill>
          </a:ln>
        </p:spPr>
      </p:sp>
      <p:sp>
        <p:nvSpPr>
          <p:cNvPr id="27" name="!!label-12">
            <a:extLst xmlns:a="http://schemas.openxmlformats.org/drawingml/2006/main">
              <a:ext uri="{FF2B5EF4-FFF2-40B4-BE49-F238E27FC236}">
                <a16:creationId xmlns:a16="http://schemas.microsoft.com/office/drawing/2014/main" id="{6215E040-33B5-4F5A-AF41-EDAD0E1C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6766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8" name="!!core">
            <a:extLst xmlns:a="http://schemas.openxmlformats.org/drawingml/2006/main">
              <a:ext uri="{FF2B5EF4-FFF2-40B4-BE49-F238E27FC236}">
                <a16:creationId xmlns:a16="http://schemas.microsoft.com/office/drawing/2014/main" id="{DE446B20-BDC2-4479-B6D1-520B27C8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3276600"/>
            <a:ext cx="1200150" cy="1200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7745"/>
          </a:solidFill>
          <a:ln xmlns:a="http://schemas.openxmlformats.org/drawingml/2006/main" w="0">
            <a:noFill/>
          </a:ln>
        </p:spPr>
      </p:sp>
      <p:sp>
        <p:nvSpPr>
          <p:cNvPr id="29" name="!!core-label">
            <a:extLst xmlns:a="http://schemas.openxmlformats.org/drawingml/2006/main">
              <a:ext uri="{FF2B5EF4-FFF2-40B4-BE49-F238E27FC236}">
                <a16:creationId xmlns:a16="http://schemas.microsoft.com/office/drawing/2014/main" id="{4ED5DF59-ED65-4A39-BE2E-BF5C98B6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657600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CORE</a:t>
            </a:r>
          </a:p>
        </p:txBody>
      </p:sp>
      <p:sp>
        <p:nvSpPr>
          <p:cNvPr id="30" name="!!title">
            <a:extLst xmlns:a="http://schemas.openxmlformats.org/drawingml/2006/main">
              <a:ext uri="{FF2B5EF4-FFF2-40B4-BE49-F238E27FC236}">
                <a16:creationId xmlns:a16="http://schemas.microsoft.com/office/drawing/2014/main" id="{F9D6A50F-A46D-4ABE-92F0-5D6EC1D0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F6F2E8"/>
                </a:solidFill>
                <a:latin typeface="Bitstream Charter"/>
                <a:ea typeface="Bitstream Charter"/>
                <a:cs typeface="Bitstream Charter"/>
              </a:rPr>
              <a:t>Cấu trúc một hệ thống</a:t>
            </a:r>
          </a:p>
        </p:txBody>
      </p:sp>
      <p:sp>
        <p:nvSpPr>
          <p:cNvPr id="31" name="!!phase">
            <a:extLst xmlns:a="http://schemas.openxmlformats.org/drawingml/2006/main">
              <a:ext uri="{FF2B5EF4-FFF2-40B4-BE49-F238E27FC236}">
                <a16:creationId xmlns:a16="http://schemas.microsoft.com/office/drawing/2014/main" id="{F1128DE5-BD8D-4804-9022-B3BC1178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942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39662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2026-10-04T19:10:53.3470000Z</dcterms:created>
  <dcterms:modified xsi:type="dcterms:W3CDTF">2026-10-04T19:10:53.3470000Z</dcterms:modified>
</coreProperties>
</file>