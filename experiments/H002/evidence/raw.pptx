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8b3c766dcf41d2" /><Relationship Type="http://schemas.openxmlformats.org/officeDocument/2006/relationships/extended-properties" Target="/docProps/app.xml" Id="Ra1adecf29d714a5b" /><Relationship Type="http://schemas.openxmlformats.org/officeDocument/2006/relationships/officeDocument" Target="/ppt/presentation.xml" Id="R70916b432f4741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e33ff4b42c49e5"/>
  </p:sldMasterIdLst>
  <p:notesMasterIdLst>
    <p:notesMasterId xmlns:r="http://schemas.openxmlformats.org/officeDocument/2006/relationships" r:id="R9f219f6a68ec4a03"/>
  </p:notesMasterIdLst>
  <p:sldIdLst>
    <p:sldId xmlns:r="http://schemas.openxmlformats.org/officeDocument/2006/relationships" id="256" r:id="Ra6b75fc64b8c4bd7"/>
    <p:sldId xmlns:r="http://schemas.openxmlformats.org/officeDocument/2006/relationships" id="257" r:id="Re7ec37a04a264998"/>
    <p:sldId xmlns:r="http://schemas.openxmlformats.org/officeDocument/2006/relationships" id="258" r:id="Rffdc033865e442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22a8b608704f97" /><Relationship Type="http://schemas.openxmlformats.org/officeDocument/2006/relationships/slideMaster" Target="/ppt/slideMasters/slideMaster1.xml" Id="R19e33ff4b42c49e5" /><Relationship Type="http://schemas.openxmlformats.org/officeDocument/2006/relationships/notesMaster" Target="/ppt/notesMasters/notesMaster1.xml" Id="R9f219f6a68ec4a03" /><Relationship Type="http://schemas.openxmlformats.org/officeDocument/2006/relationships/presProps" Target="/ppt/presProps.xml" Id="R88874b2ab57c4a23" /><Relationship Type="http://schemas.openxmlformats.org/officeDocument/2006/relationships/tableStyles" Target="/ppt/tableStyles.xml" Id="R851d23e35bd8475d" /><Relationship Type="http://schemas.openxmlformats.org/officeDocument/2006/relationships/slide" Target="/ppt/slides/slide1.xml" Id="Ra6b75fc64b8c4bd7" /><Relationship Type="http://schemas.openxmlformats.org/officeDocument/2006/relationships/slide" Target="/ppt/slides/slide2.xml" Id="Re7ec37a04a264998" /><Relationship Type="http://schemas.openxmlformats.org/officeDocument/2006/relationships/slide" Target="/ppt/slides/slide3.xml" Id="Rffdc033865e442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401bc54f9f42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60d291398f4e14" /><Relationship Type="http://schemas.openxmlformats.org/officeDocument/2006/relationships/notesMaster" Target="/ppt/notesMasters/notesMaster1.xml" Id="R7d697780c08946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e6c1819328466a" /><Relationship Type="http://schemas.openxmlformats.org/officeDocument/2006/relationships/notesMaster" Target="/ppt/notesMasters/notesMaster1.xml" Id="R35ff60ff4c7944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4e768834a4493d" /><Relationship Type="http://schemas.openxmlformats.org/officeDocument/2006/relationships/notesMaster" Target="/ppt/notesMasters/notesMaster1.xml" Id="R80d12d77243b47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ORBIT là đèn bàn giả tưởng. Read ở trung tâm, vòng sáng đường kính gấp đôi hai vòng còn lại ở hai bên. Dữ liệu và hình dáng minh họa.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ORBIT là đèn bàn giả tưởng. Relax ở trung tâm, vòng sáng đường kính gấp đôi hai vòng còn lại ở hai bên. Dữ liệu và hình dáng minh họa.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ORBIT là đèn bàn giả tưởng. Create ở trung tâm, vòng sáng đường kính gấp đôi hai vòng còn lại ở hai bên. Dữ liệu và hình dáng minh họa.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d9fd78167747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44d935be542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14f02a9ebe4c8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11f802089d48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28af49cff943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b299c13ad48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F6DF4E7-0D6F-4388-A13A-2C396364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3E2D23F-6161-4612-9FA6-C3FF22755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EA3379F-86B0-4ED3-9385-FC0650709E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E726929-E88F-49AE-975C-2C7C473A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138AC66-C626-4D37-9D29-8A9381055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4F1945B-50E7-4BB7-A8C7-AA44A04A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2178CF1-7674-4DA5-941A-D2764BE69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BBCF8B3-AE7F-4497-8384-621C2C07EE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553B7B0-F3D6-4F34-846A-A4845797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2EE89E-6FE1-4206-8849-5235796D15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0E3339-0104-48AD-BA96-864260EB7E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75C6006-7FA0-492E-8807-7F532AF798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334A3D3-EEFE-4D21-9162-BDC91452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B73E70-D4E1-4CC1-91FB-EE3358DD08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38A1DD-E554-4ABA-AD73-289B915313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684aee6c924b47" /><Relationship Type="http://schemas.openxmlformats.org/officeDocument/2006/relationships/slideLayout" Target="/ppt/slideLayouts/slideLayout1.xml" Id="Rf4e2dcfc25f2496d" /><Relationship Type="http://schemas.openxmlformats.org/officeDocument/2006/relationships/slideLayout" Target="/ppt/slideLayouts/slideLayout2.xml" Id="Rd4c5fb831b544a62" /><Relationship Type="http://schemas.openxmlformats.org/officeDocument/2006/relationships/slideLayout" Target="/ppt/slideLayouts/slideLayout3.xml" Id="Rd6915b98ad114d0f" /><Relationship Type="http://schemas.openxmlformats.org/officeDocument/2006/relationships/slideLayout" Target="/ppt/slideLayouts/slideLayout4.xml" Id="R2b7f2e345e574e4d" /><Relationship Type="http://schemas.openxmlformats.org/officeDocument/2006/relationships/slideLayout" Target="/ppt/slideLayouts/slideLayout5.xml" Id="R59c7305acb884ea8" /><Relationship Type="http://schemas.openxmlformats.org/officeDocument/2006/relationships/slideLayout" Target="/ppt/slideLayouts/slideLayout6.xml" Id="R0c56e628b3f94e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e2dcfc25f2496d"/>
    <p:sldLayoutId xmlns:r="http://schemas.openxmlformats.org/officeDocument/2006/relationships" id="2147483650" r:id="Rd4c5fb831b544a62"/>
    <p:sldLayoutId xmlns:r="http://schemas.openxmlformats.org/officeDocument/2006/relationships" id="2147483651" r:id="Rd6915b98ad114d0f"/>
    <p:sldLayoutId xmlns:r="http://schemas.openxmlformats.org/officeDocument/2006/relationships" id="2147483652" r:id="R2b7f2e345e574e4d"/>
    <p:sldLayoutId xmlns:r="http://schemas.openxmlformats.org/officeDocument/2006/relationships" id="2147483653" r:id="R59c7305acb884ea8"/>
    <p:sldLayoutId xmlns:r="http://schemas.openxmlformats.org/officeDocument/2006/relationships" id="2147483654" r:id="R0c56e628b3f94e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77153f64db478f" /><Relationship Type="http://schemas.openxmlformats.org/officeDocument/2006/relationships/notesSlide" Target="/ppt/notesSlides/notesSlide1.xml" Id="R5eb3407a3cf54d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ae8b8ef49f4de1" /><Relationship Type="http://schemas.openxmlformats.org/officeDocument/2006/relationships/notesSlide" Target="/ppt/notesSlides/notesSlide2.xml" Id="R56c39c1766da4e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dcfac45e7f432e" /><Relationship Type="http://schemas.openxmlformats.org/officeDocument/2006/relationships/notesSlide" Target="/ppt/notesSlides/notesSlide3.xml" Id="R9b2c172fe8794d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!!lamp-stem">
            <a:extLst xmlns:a="http://schemas.openxmlformats.org/drawingml/2006/main">
              <a:ext uri="{FF2B5EF4-FFF2-40B4-BE49-F238E27FC236}">
                <a16:creationId xmlns:a16="http://schemas.microsoft.com/office/drawing/2014/main" id="{3E949C6D-C182-4F9E-8649-16C70C15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9325" y="4772025"/>
            <a:ext cx="1333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97AC"/>
          </a:solidFill>
          <a:ln xmlns:a="http://schemas.openxmlformats.org/drawingml/2006/main" w="0">
            <a:noFill/>
          </a:ln>
        </p:spPr>
      </p:sp>
      <p:sp>
        <p:nvSpPr>
          <p:cNvPr id="2" name="!!lamp-base">
            <a:extLst xmlns:a="http://schemas.openxmlformats.org/drawingml/2006/main">
              <a:ext uri="{FF2B5EF4-FFF2-40B4-BE49-F238E27FC236}">
                <a16:creationId xmlns:a16="http://schemas.microsoft.com/office/drawing/2014/main" id="{6E035A1E-0E68-4458-BB3F-40B5E20C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5543550"/>
            <a:ext cx="209550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97AC"/>
          </a:solidFill>
          <a:ln xmlns:a="http://schemas.openxmlformats.org/drawingml/2006/main" w="0">
            <a:noFill/>
          </a:ln>
        </p:spPr>
      </p:sp>
      <p:sp>
        <p:nvSpPr>
          <p:cNvPr id="3" name="!!read-ring">
            <a:extLst xmlns:a="http://schemas.openxmlformats.org/drawingml/2006/main">
              <a:ext uri="{FF2B5EF4-FFF2-40B4-BE49-F238E27FC236}">
                <a16:creationId xmlns:a16="http://schemas.microsoft.com/office/drawing/2014/main" id="{E9184479-3EC2-4123-BD42-04C7AD5A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1333500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54E7FF"/>
            </a:solidFill>
          </a:ln>
        </p:spPr>
      </p:sp>
      <p:sp>
        <p:nvSpPr>
          <p:cNvPr id="4" name="!!relax-ring">
            <a:extLst xmlns:a="http://schemas.openxmlformats.org/drawingml/2006/main">
              <a:ext uri="{FF2B5EF4-FFF2-40B4-BE49-F238E27FC236}">
                <a16:creationId xmlns:a16="http://schemas.microsoft.com/office/drawing/2014/main" id="{57E97750-77CB-4103-90EA-A6FCEAE0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247650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BAFA64"/>
            </a:solidFill>
          </a:ln>
        </p:spPr>
      </p:sp>
      <p:sp>
        <p:nvSpPr>
          <p:cNvPr id="5" name="!!create-ring">
            <a:extLst xmlns:a="http://schemas.openxmlformats.org/drawingml/2006/main">
              <a:ext uri="{FF2B5EF4-FFF2-40B4-BE49-F238E27FC236}">
                <a16:creationId xmlns:a16="http://schemas.microsoft.com/office/drawing/2014/main" id="{D9AB6B77-97D5-479D-A4F5-57E64645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247650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FF659D"/>
            </a:solidFill>
          </a:ln>
        </p:spPr>
      </p:sp>
      <p:sp>
        <p:nvSpPr>
          <p:cNvPr id="6" name="!!read-label">
            <a:extLst xmlns:a="http://schemas.openxmlformats.org/drawingml/2006/main">
              <a:ext uri="{FF2B5EF4-FFF2-40B4-BE49-F238E27FC236}">
                <a16:creationId xmlns:a16="http://schemas.microsoft.com/office/drawing/2014/main" id="{809A0A33-77FA-4047-9EAA-D8B39E41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27432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Read</a:t>
            </a:r>
          </a:p>
        </p:txBody>
      </p:sp>
      <p:sp>
        <p:nvSpPr>
          <p:cNvPr id="7" name="!!relax-label">
            <a:extLst xmlns:a="http://schemas.openxmlformats.org/drawingml/2006/main">
              <a:ext uri="{FF2B5EF4-FFF2-40B4-BE49-F238E27FC236}">
                <a16:creationId xmlns:a16="http://schemas.microsoft.com/office/drawing/2014/main" id="{373A70B7-AFE8-4E36-AA8F-CB1FD6E2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0289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Relax</a:t>
            </a:r>
          </a:p>
        </p:txBody>
      </p:sp>
      <p:sp>
        <p:nvSpPr>
          <p:cNvPr id="8" name="!!create-label">
            <a:extLst xmlns:a="http://schemas.openxmlformats.org/drawingml/2006/main">
              <a:ext uri="{FF2B5EF4-FFF2-40B4-BE49-F238E27FC236}">
                <a16:creationId xmlns:a16="http://schemas.microsoft.com/office/drawing/2014/main" id="{511BD920-13DE-4788-B85D-FB9736C4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30289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Create</a:t>
            </a:r>
          </a:p>
        </p:txBody>
      </p:sp>
      <p:sp>
        <p:nvSpPr>
          <p:cNvPr id="9" name="!!brand">
            <a:extLst xmlns:a="http://schemas.openxmlformats.org/drawingml/2006/main">
              <a:ext uri="{FF2B5EF4-FFF2-40B4-BE49-F238E27FC236}">
                <a16:creationId xmlns:a16="http://schemas.microsoft.com/office/drawing/2014/main" id="{F4A4BC2F-75E3-4F9F-B517-B91D19D0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238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ORBIT</a:t>
            </a:r>
          </a:p>
        </p:txBody>
      </p:sp>
      <p:sp>
        <p:nvSpPr>
          <p:cNvPr id="10" name="!!product-kind">
            <a:extLst xmlns:a="http://schemas.openxmlformats.org/drawingml/2006/main">
              <a:ext uri="{FF2B5EF4-FFF2-40B4-BE49-F238E27FC236}">
                <a16:creationId xmlns:a16="http://schemas.microsoft.com/office/drawing/2014/main" id="{B14D8506-6C37-465D-8FD2-8A0B29B0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0100" y="523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rPr>
              <a:t>Đèn bàn giả tưởng</a:t>
            </a:r>
          </a:p>
        </p:txBody>
      </p:sp>
      <p:sp>
        <p:nvSpPr>
          <p:cNvPr id="11" name="!!mode-caption">
            <a:extLst xmlns:a="http://schemas.openxmlformats.org/drawingml/2006/main">
              <a:ext uri="{FF2B5EF4-FFF2-40B4-BE49-F238E27FC236}">
                <a16:creationId xmlns:a16="http://schemas.microsoft.com/office/drawing/2014/main" id="{7EFD940C-C761-459B-8D42-EE036BD7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60198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Tập trung</a:t>
            </a:r>
          </a:p>
        </p:txBody>
      </p:sp>
    </p:spTree>
    <p:extLst>
      <p:ext uri="{BB962C8B-B14F-4D97-AF65-F5344CB8AC3E}">
        <p14:creationId xmlns:p14="http://schemas.microsoft.com/office/powerpoint/2010/main" val="7257167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!!lamp-stem">
            <a:extLst xmlns:a="http://schemas.openxmlformats.org/drawingml/2006/main">
              <a:ext uri="{FF2B5EF4-FFF2-40B4-BE49-F238E27FC236}">
                <a16:creationId xmlns:a16="http://schemas.microsoft.com/office/drawing/2014/main" id="{A23BA999-5687-488D-A019-D5FBF53A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9325" y="4772025"/>
            <a:ext cx="1333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97AC"/>
          </a:solidFill>
          <a:ln xmlns:a="http://schemas.openxmlformats.org/drawingml/2006/main" w="0">
            <a:noFill/>
          </a:ln>
        </p:spPr>
      </p:sp>
      <p:sp>
        <p:nvSpPr>
          <p:cNvPr id="2" name="!!lamp-base">
            <a:extLst xmlns:a="http://schemas.openxmlformats.org/drawingml/2006/main">
              <a:ext uri="{FF2B5EF4-FFF2-40B4-BE49-F238E27FC236}">
                <a16:creationId xmlns:a16="http://schemas.microsoft.com/office/drawing/2014/main" id="{088B5C02-BE7A-4240-8831-1CDDAF2E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5543550"/>
            <a:ext cx="209550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97AC"/>
          </a:solidFill>
          <a:ln xmlns:a="http://schemas.openxmlformats.org/drawingml/2006/main" w="0">
            <a:noFill/>
          </a:ln>
        </p:spPr>
      </p:sp>
      <p:sp>
        <p:nvSpPr>
          <p:cNvPr id="3" name="!!read-ring">
            <a:extLst xmlns:a="http://schemas.openxmlformats.org/drawingml/2006/main">
              <a:ext uri="{FF2B5EF4-FFF2-40B4-BE49-F238E27FC236}">
                <a16:creationId xmlns:a16="http://schemas.microsoft.com/office/drawing/2014/main" id="{EBF0931D-50E0-43E8-9262-96B5CDBD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247650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54E7FF"/>
            </a:solidFill>
          </a:ln>
        </p:spPr>
      </p:sp>
      <p:sp>
        <p:nvSpPr>
          <p:cNvPr id="4" name="!!relax-ring">
            <a:extLst xmlns:a="http://schemas.openxmlformats.org/drawingml/2006/main">
              <a:ext uri="{FF2B5EF4-FFF2-40B4-BE49-F238E27FC236}">
                <a16:creationId xmlns:a16="http://schemas.microsoft.com/office/drawing/2014/main" id="{60252BC3-FFFD-4E9C-B00A-80F68292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1333500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BAFA64"/>
            </a:solidFill>
          </a:ln>
        </p:spPr>
      </p:sp>
      <p:sp>
        <p:nvSpPr>
          <p:cNvPr id="5" name="!!create-ring">
            <a:extLst xmlns:a="http://schemas.openxmlformats.org/drawingml/2006/main">
              <a:ext uri="{FF2B5EF4-FFF2-40B4-BE49-F238E27FC236}">
                <a16:creationId xmlns:a16="http://schemas.microsoft.com/office/drawing/2014/main" id="{F6A64BA7-EF80-4A90-AEB6-79D78AE3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247650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FF659D"/>
            </a:solidFill>
          </a:ln>
        </p:spPr>
      </p:sp>
      <p:sp>
        <p:nvSpPr>
          <p:cNvPr id="6" name="!!read-label">
            <a:extLst xmlns:a="http://schemas.openxmlformats.org/drawingml/2006/main">
              <a:ext uri="{FF2B5EF4-FFF2-40B4-BE49-F238E27FC236}">
                <a16:creationId xmlns:a16="http://schemas.microsoft.com/office/drawing/2014/main" id="{C7C89EE5-4392-4F7A-B38E-3CDA2882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0289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Read</a:t>
            </a:r>
          </a:p>
        </p:txBody>
      </p:sp>
      <p:sp>
        <p:nvSpPr>
          <p:cNvPr id="7" name="!!relax-label">
            <a:extLst xmlns:a="http://schemas.openxmlformats.org/drawingml/2006/main">
              <a:ext uri="{FF2B5EF4-FFF2-40B4-BE49-F238E27FC236}">
                <a16:creationId xmlns:a16="http://schemas.microsoft.com/office/drawing/2014/main" id="{02844CBF-5BC9-4868-BD82-1B2F74BF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27432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Relax</a:t>
            </a:r>
          </a:p>
        </p:txBody>
      </p:sp>
      <p:sp>
        <p:nvSpPr>
          <p:cNvPr id="8" name="!!create-label">
            <a:extLst xmlns:a="http://schemas.openxmlformats.org/drawingml/2006/main">
              <a:ext uri="{FF2B5EF4-FFF2-40B4-BE49-F238E27FC236}">
                <a16:creationId xmlns:a16="http://schemas.microsoft.com/office/drawing/2014/main" id="{5A0B5D5F-1F2A-4773-959E-D18843E9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30289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Create</a:t>
            </a:r>
          </a:p>
        </p:txBody>
      </p:sp>
      <p:sp>
        <p:nvSpPr>
          <p:cNvPr id="9" name="!!brand">
            <a:extLst xmlns:a="http://schemas.openxmlformats.org/drawingml/2006/main">
              <a:ext uri="{FF2B5EF4-FFF2-40B4-BE49-F238E27FC236}">
                <a16:creationId xmlns:a16="http://schemas.microsoft.com/office/drawing/2014/main" id="{887B3E8E-12ED-43F5-B287-24CF9F49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238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ORBIT</a:t>
            </a:r>
          </a:p>
        </p:txBody>
      </p:sp>
      <p:sp>
        <p:nvSpPr>
          <p:cNvPr id="10" name="!!product-kind">
            <a:extLst xmlns:a="http://schemas.openxmlformats.org/drawingml/2006/main">
              <a:ext uri="{FF2B5EF4-FFF2-40B4-BE49-F238E27FC236}">
                <a16:creationId xmlns:a16="http://schemas.microsoft.com/office/drawing/2014/main" id="{D4A281F7-14F5-48C4-BCFA-F9FA056E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0100" y="523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rPr>
              <a:t>Đèn bàn giả tưởng</a:t>
            </a:r>
          </a:p>
        </p:txBody>
      </p:sp>
      <p:sp>
        <p:nvSpPr>
          <p:cNvPr id="11" name="!!mode-caption">
            <a:extLst xmlns:a="http://schemas.openxmlformats.org/drawingml/2006/main">
              <a:ext uri="{FF2B5EF4-FFF2-40B4-BE49-F238E27FC236}">
                <a16:creationId xmlns:a16="http://schemas.microsoft.com/office/drawing/2014/main" id="{0EF5086A-D0B1-49A3-A0D5-389D4E07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60198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Thư giãn</a:t>
            </a:r>
          </a:p>
        </p:txBody>
      </p:sp>
    </p:spTree>
    <p:extLst>
      <p:ext uri="{BB962C8B-B14F-4D97-AF65-F5344CB8AC3E}">
        <p14:creationId xmlns:p14="http://schemas.microsoft.com/office/powerpoint/2010/main" val="1941658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!!lamp-stem">
            <a:extLst xmlns:a="http://schemas.openxmlformats.org/drawingml/2006/main">
              <a:ext uri="{FF2B5EF4-FFF2-40B4-BE49-F238E27FC236}">
                <a16:creationId xmlns:a16="http://schemas.microsoft.com/office/drawing/2014/main" id="{749BD5D8-01B7-4A46-A2A4-00E1B7B8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9325" y="4772025"/>
            <a:ext cx="1333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97AC"/>
          </a:solidFill>
          <a:ln xmlns:a="http://schemas.openxmlformats.org/drawingml/2006/main" w="0">
            <a:noFill/>
          </a:ln>
        </p:spPr>
      </p:sp>
      <p:sp>
        <p:nvSpPr>
          <p:cNvPr id="2" name="!!lamp-base">
            <a:extLst xmlns:a="http://schemas.openxmlformats.org/drawingml/2006/main">
              <a:ext uri="{FF2B5EF4-FFF2-40B4-BE49-F238E27FC236}">
                <a16:creationId xmlns:a16="http://schemas.microsoft.com/office/drawing/2014/main" id="{2404D386-18D1-431F-AAAA-2B56C383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5543550"/>
            <a:ext cx="209550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97AC"/>
          </a:solidFill>
          <a:ln xmlns:a="http://schemas.openxmlformats.org/drawingml/2006/main" w="0">
            <a:noFill/>
          </a:ln>
        </p:spPr>
      </p:sp>
      <p:sp>
        <p:nvSpPr>
          <p:cNvPr id="3" name="!!read-ring">
            <a:extLst xmlns:a="http://schemas.openxmlformats.org/drawingml/2006/main">
              <a:ext uri="{FF2B5EF4-FFF2-40B4-BE49-F238E27FC236}">
                <a16:creationId xmlns:a16="http://schemas.microsoft.com/office/drawing/2014/main" id="{FB12DFCE-75DB-48B6-ACF3-5C3FCCF4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247650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54E7FF"/>
            </a:solidFill>
          </a:ln>
        </p:spPr>
      </p:sp>
      <p:sp>
        <p:nvSpPr>
          <p:cNvPr id="4" name="!!relax-ring">
            <a:extLst xmlns:a="http://schemas.openxmlformats.org/drawingml/2006/main">
              <a:ext uri="{FF2B5EF4-FFF2-40B4-BE49-F238E27FC236}">
                <a16:creationId xmlns:a16="http://schemas.microsoft.com/office/drawing/2014/main" id="{68B3A797-859D-4115-982C-D6DD516E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2476500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BAFA64"/>
            </a:solidFill>
          </a:ln>
        </p:spPr>
      </p:sp>
      <p:sp>
        <p:nvSpPr>
          <p:cNvPr id="5" name="!!create-ring">
            <a:extLst xmlns:a="http://schemas.openxmlformats.org/drawingml/2006/main">
              <a:ext uri="{FF2B5EF4-FFF2-40B4-BE49-F238E27FC236}">
                <a16:creationId xmlns:a16="http://schemas.microsoft.com/office/drawing/2014/main" id="{1B9A976B-5B65-4B3F-B7CA-941C3475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1333500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FF659D"/>
            </a:solidFill>
          </a:ln>
        </p:spPr>
      </p:sp>
      <p:sp>
        <p:nvSpPr>
          <p:cNvPr id="6" name="!!read-label">
            <a:extLst xmlns:a="http://schemas.openxmlformats.org/drawingml/2006/main">
              <a:ext uri="{FF2B5EF4-FFF2-40B4-BE49-F238E27FC236}">
                <a16:creationId xmlns:a16="http://schemas.microsoft.com/office/drawing/2014/main" id="{3F249FB4-A9F1-4E5F-AFEB-BC8DEADF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0289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Read</a:t>
            </a:r>
          </a:p>
        </p:txBody>
      </p:sp>
      <p:sp>
        <p:nvSpPr>
          <p:cNvPr id="7" name="!!relax-label">
            <a:extLst xmlns:a="http://schemas.openxmlformats.org/drawingml/2006/main">
              <a:ext uri="{FF2B5EF4-FFF2-40B4-BE49-F238E27FC236}">
                <a16:creationId xmlns:a16="http://schemas.microsoft.com/office/drawing/2014/main" id="{2E0402C6-99FC-43C7-92B4-A5F3A689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302895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Relax</a:t>
            </a:r>
          </a:p>
        </p:txBody>
      </p:sp>
      <p:sp>
        <p:nvSpPr>
          <p:cNvPr id="8" name="!!create-label">
            <a:extLst xmlns:a="http://schemas.openxmlformats.org/drawingml/2006/main">
              <a:ext uri="{FF2B5EF4-FFF2-40B4-BE49-F238E27FC236}">
                <a16:creationId xmlns:a16="http://schemas.microsoft.com/office/drawing/2014/main" id="{346EAE69-CF44-4D3E-A41F-0553DE57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27432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F659D"/>
                </a:solidFill>
                <a:latin typeface="Bitstream Charter"/>
                <a:ea typeface="Bitstream Charter"/>
                <a:cs typeface="Bitstream Charter"/>
              </a:rPr>
              <a:t>Create</a:t>
            </a:r>
          </a:p>
        </p:txBody>
      </p:sp>
      <p:sp>
        <p:nvSpPr>
          <p:cNvPr id="9" name="!!brand">
            <a:extLst xmlns:a="http://schemas.openxmlformats.org/drawingml/2006/main">
              <a:ext uri="{FF2B5EF4-FFF2-40B4-BE49-F238E27FC236}">
                <a16:creationId xmlns:a16="http://schemas.microsoft.com/office/drawing/2014/main" id="{50355A6B-CE1E-45F8-B2BB-13FCDE88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238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ORBIT</a:t>
            </a:r>
          </a:p>
        </p:txBody>
      </p:sp>
      <p:sp>
        <p:nvSpPr>
          <p:cNvPr id="10" name="!!product-kind">
            <a:extLst xmlns:a="http://schemas.openxmlformats.org/drawingml/2006/main">
              <a:ext uri="{FF2B5EF4-FFF2-40B4-BE49-F238E27FC236}">
                <a16:creationId xmlns:a16="http://schemas.microsoft.com/office/drawing/2014/main" id="{655D80DC-61F3-4D6E-890B-DF8955E4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0100" y="523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1BACD"/>
                </a:solidFill>
                <a:latin typeface="Bitstream Charter"/>
                <a:ea typeface="Bitstream Charter"/>
                <a:cs typeface="Bitstream Charter"/>
              </a:rPr>
              <a:t>Đèn bàn giả tưởng</a:t>
            </a:r>
          </a:p>
        </p:txBody>
      </p:sp>
      <p:sp>
        <p:nvSpPr>
          <p:cNvPr id="11" name="!!mode-caption">
            <a:extLst xmlns:a="http://schemas.openxmlformats.org/drawingml/2006/main">
              <a:ext uri="{FF2B5EF4-FFF2-40B4-BE49-F238E27FC236}">
                <a16:creationId xmlns:a16="http://schemas.microsoft.com/office/drawing/2014/main" id="{DB758F40-7156-4D7D-A75F-FA72CF2C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60198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Sáng tạo</a:t>
            </a:r>
          </a:p>
        </p:txBody>
      </p:sp>
    </p:spTree>
    <p:extLst>
      <p:ext uri="{BB962C8B-B14F-4D97-AF65-F5344CB8AC3E}">
        <p14:creationId xmlns:p14="http://schemas.microsoft.com/office/powerpoint/2010/main" val="19506533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2026-10-04T03:34:24.2570000Z</dcterms:created>
  <dcterms:modified xsi:type="dcterms:W3CDTF">2026-10-04T03:34:24.2570000Z</dcterms:modified>
</coreProperties>
</file>