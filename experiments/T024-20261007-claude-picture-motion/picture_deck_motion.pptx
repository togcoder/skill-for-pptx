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dro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44"/>
                </a:solidFill>
              </a:rPr>
              <a:t>Coffee that travels well</a:t>
            </a:r>
          </a:p>
        </p:txBody>
      </p:sp>
      <p:sp>
        <p:nvSpPr>
          <p:cNvPr id="4" name="Accent bar"/>
          <p:cNvSpPr/>
          <p:nvPr/>
        </p:nvSpPr>
        <p:spPr>
          <a:xfrm>
            <a:off x="731520" y="3749039"/>
            <a:ext cx="2926080" cy="73152"/>
          </a:xfrm>
          <a:prstGeom prst="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 -0.009 E" pathEditMode="relative" rAng="0" ptsTypes="AA">
                                      <p:cBhvr>
                                        <p:cTn id="9" dur="7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7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Why our roastery</a:t>
            </a:r>
          </a:p>
        </p:txBody>
      </p:sp>
      <p:sp>
        <p:nvSpPr>
          <p:cNvPr id="3" name="Heading underline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4754880" cy="356616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" y="173736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</a:rPr>
              <a:t>Roasted within 48 hours of every order.</a:t>
            </a:r>
          </a:p>
          <a:p>
            <a:r>
              <a:rPr sz="2000" b="0">
                <a:solidFill>
                  <a:srgbClr val="1F2A44"/>
                </a:solidFill>
              </a:rPr>
              <a:t>Solar roof covers 40% of the energy we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0" presetClass="path" presetSubtype="0" accel="50000" decel="50000" repeatCount="indefinite" autoRev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01 E" pathEditMode="relative" rAng="0" ptsTypes="AA">
                                      <p:cBhvr>
                                        <p:cTn id="10" dur="1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 -0.009 E" pathEditMode="relative" rAng="0" ptsTypes="AA">
                                      <p:cBhvr>
                                        <p:cTn id="25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6000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arvest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822960"/>
            <a:ext cx="8138160" cy="5212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 -0.009 E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7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