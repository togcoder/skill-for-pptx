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cycle, then walk Plan, Do, Check and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order through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Model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improvement cycle</a:t>
            </a:r>
          </a:p>
        </p:txBody>
      </p:sp>
      <p:sp>
        <p:nvSpPr>
          <p:cNvPr id="3" name="Hub"/>
          <p:cNvSpPr/>
          <p:nvPr/>
        </p:nvSpPr>
        <p:spPr>
          <a:xfrm>
            <a:off x="5184648" y="3063239"/>
            <a:ext cx="1828800" cy="18288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Stage Plan"/>
          <p:cNvSpPr/>
          <p:nvPr/>
        </p:nvSpPr>
        <p:spPr>
          <a:xfrm>
            <a:off x="5367528" y="132587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Stage Do"/>
          <p:cNvSpPr/>
          <p:nvPr/>
        </p:nvSpPr>
        <p:spPr>
          <a:xfrm>
            <a:off x="728776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6" name="Stage Check"/>
          <p:cNvSpPr/>
          <p:nvPr/>
        </p:nvSpPr>
        <p:spPr>
          <a:xfrm>
            <a:off x="5367528" y="516635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7" name="Stage Act"/>
          <p:cNvSpPr/>
          <p:nvPr/>
        </p:nvSpPr>
        <p:spPr>
          <a:xfrm>
            <a:off x="344728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Platform"/>
          <p:cNvSpPr/>
          <p:nvPr/>
        </p:nvSpPr>
        <p:spPr>
          <a:xfrm>
            <a:off x="4818888" y="3428999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4" name="Partner Growers"/>
          <p:cNvSpPr/>
          <p:nvPr/>
        </p:nvSpPr>
        <p:spPr>
          <a:xfrm>
            <a:off x="5458968" y="146303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5" name="Partner Importers"/>
          <p:cNvSpPr/>
          <p:nvPr/>
        </p:nvSpPr>
        <p:spPr>
          <a:xfrm>
            <a:off x="7517891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6" name="Partner Cafés"/>
          <p:cNvSpPr/>
          <p:nvPr/>
        </p:nvSpPr>
        <p:spPr>
          <a:xfrm>
            <a:off x="7517891" y="448055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7" name="Partner Grocers"/>
          <p:cNvSpPr/>
          <p:nvPr/>
        </p:nvSpPr>
        <p:spPr>
          <a:xfrm>
            <a:off x="5458968" y="54864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8" name="Partner Couriers"/>
          <p:cNvSpPr/>
          <p:nvPr/>
        </p:nvSpPr>
        <p:spPr>
          <a:xfrm>
            <a:off x="3400044" y="44805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9" name="Partner Recyclers"/>
          <p:cNvSpPr/>
          <p:nvPr/>
        </p:nvSpPr>
        <p:spPr>
          <a:xfrm>
            <a:off x="3400044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re-ranked for 2027</a:t>
            </a:r>
          </a:p>
        </p:txBody>
      </p:sp>
      <p:sp>
        <p:nvSpPr>
          <p:cNvPr id="3" name="Priority Cost"/>
          <p:cNvSpPr/>
          <p:nvPr/>
        </p:nvSpPr>
        <p:spPr>
          <a:xfrm>
            <a:off x="2926080" y="18288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4" name="Priority Speed"/>
          <p:cNvSpPr/>
          <p:nvPr/>
        </p:nvSpPr>
        <p:spPr>
          <a:xfrm>
            <a:off x="2926080" y="32004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5" name="Priority Sustainability"/>
          <p:cNvSpPr/>
          <p:nvPr/>
        </p:nvSpPr>
        <p:spPr>
          <a:xfrm>
            <a:off x="2926080" y="457200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journey</a:t>
            </a:r>
          </a:p>
        </p:txBody>
      </p:sp>
      <p:sp>
        <p:nvSpPr>
          <p:cNvPr id="3" name="Step Order"/>
          <p:cNvSpPr/>
          <p:nvPr/>
        </p:nvSpPr>
        <p:spPr>
          <a:xfrm>
            <a:off x="9144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" name="Step Roast"/>
          <p:cNvSpPr/>
          <p:nvPr/>
        </p:nvSpPr>
        <p:spPr>
          <a:xfrm>
            <a:off x="36576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Roast</a:t>
            </a:r>
          </a:p>
        </p:txBody>
      </p:sp>
      <p:sp>
        <p:nvSpPr>
          <p:cNvPr id="5" name="Step Pack"/>
          <p:cNvSpPr/>
          <p:nvPr/>
        </p:nvSpPr>
        <p:spPr>
          <a:xfrm>
            <a:off x="64008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6" name="Step Deliver"/>
          <p:cNvSpPr/>
          <p:nvPr/>
        </p:nvSpPr>
        <p:spPr>
          <a:xfrm>
            <a:off x="91440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7" name="Order token"/>
          <p:cNvSpPr/>
          <p:nvPr/>
        </p:nvSpPr>
        <p:spPr>
          <a:xfrm>
            <a:off x="320040" y="3429000"/>
            <a:ext cx="548640" cy="54864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Quadrant Grow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Quadrant Defend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Quadrant Explore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Quadrant Exit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pic>
        <p:nvPicPr>
          <p:cNvPr id="3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315200" cy="4389120"/>
          </a:xfrm>
        </p:spPr>
        <p:txBody>
          <a:bodyPr/>
          <a:lstStyle/>
          <a:p>
            <a:r>
              <a:t>Capacity 1,200 t per year</a:t>
            </a:r>
          </a:p>
          <a:p>
            <a:r>
              <a:t>Solar roof covers 40% of energy</a:t>
            </a:r>
          </a:p>
          <a:p>
            <a:r>
              <a:t>Second site opens in 2027</a:t>
            </a:r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310896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