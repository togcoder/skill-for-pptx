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drop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itle"/>
          <p:cNvSpPr txBox="1"/>
          <p:nvPr/>
        </p:nvSpPr>
        <p:spPr>
          <a:xfrm>
            <a:off x="731520" y="2377440"/>
            <a:ext cx="8229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1F2A44"/>
                </a:solidFill>
              </a:rPr>
              <a:t>Coffee that travels well</a:t>
            </a:r>
          </a:p>
        </p:txBody>
      </p:sp>
      <p:sp>
        <p:nvSpPr>
          <p:cNvPr id="4" name="Accent bar"/>
          <p:cNvSpPr/>
          <p:nvPr/>
        </p:nvSpPr>
        <p:spPr>
          <a:xfrm>
            <a:off x="731520" y="3749039"/>
            <a:ext cx="2926080" cy="73152"/>
          </a:xfrm>
          <a:prstGeom prst="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eading"/>
          <p:cNvSpPr txBox="1"/>
          <p:nvPr/>
        </p:nvSpPr>
        <p:spPr>
          <a:xfrm>
            <a:off x="731520" y="457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1F2A44"/>
                </a:solidFill>
              </a:rPr>
              <a:t>Why our roastery</a:t>
            </a:r>
          </a:p>
        </p:txBody>
      </p:sp>
      <p:sp>
        <p:nvSpPr>
          <p:cNvPr id="3" name="Heading underline"/>
          <p:cNvSpPr/>
          <p:nvPr/>
        </p:nvSpPr>
        <p:spPr>
          <a:xfrm>
            <a:off x="731520" y="1280160"/>
            <a:ext cx="1828800" cy="54864"/>
          </a:xfrm>
          <a:prstGeom prst="rect">
            <a:avLst/>
          </a:prstGeom>
          <a:solidFill>
            <a:srgbClr val="E06C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Roastery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37360"/>
            <a:ext cx="4754880" cy="3566160"/>
          </a:xfrm>
          <a:prstGeom prst="rect">
            <a:avLst/>
          </a:prstGeom>
        </p:spPr>
      </p:pic>
      <p:sp>
        <p:nvSpPr>
          <p:cNvPr id="5" name="Body"/>
          <p:cNvSpPr txBox="1"/>
          <p:nvPr/>
        </p:nvSpPr>
        <p:spPr>
          <a:xfrm>
            <a:off x="731520" y="1737360"/>
            <a:ext cx="548640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1F2A44"/>
                </a:solidFill>
              </a:rPr>
              <a:t>Roasted within 48 hours of every order.</a:t>
            </a:r>
          </a:p>
          <a:p>
            <a:r>
              <a:rPr sz="2000" b="0">
                <a:solidFill>
                  <a:srgbClr val="1F2A44"/>
                </a:solidFill>
              </a:rPr>
              <a:t>Solar roof covers 40% of the energy we use.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Harvest phot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0" y="822960"/>
            <a:ext cx="8138160" cy="52120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