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43df85c7be47b7" /><Relationship Type="http://schemas.openxmlformats.org/officeDocument/2006/relationships/extended-properties" Target="/docProps/app.xml" Id="R06a64d0bcbaa4cd1" /><Relationship Type="http://schemas.openxmlformats.org/officeDocument/2006/relationships/officeDocument" Target="/ppt/presentation.xml" Id="R0869776ab38f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62d9223f9348d1"/>
  </p:sldMasterIdLst>
  <p:notesMasterIdLst>
    <p:notesMasterId xmlns:r="http://schemas.openxmlformats.org/officeDocument/2006/relationships" r:id="R3da4dc14a33a4ba8"/>
  </p:notesMasterIdLst>
  <p:sldIdLst>
    <p:sldId xmlns:r="http://schemas.openxmlformats.org/officeDocument/2006/relationships" id="256" r:id="R373bb49ab98e487f"/>
    <p:sldId xmlns:r="http://schemas.openxmlformats.org/officeDocument/2006/relationships" id="257" r:id="Rf91d599c419c4534"/>
    <p:sldId xmlns:r="http://schemas.openxmlformats.org/officeDocument/2006/relationships" id="258" r:id="Rd226c8baa88c4b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7540868454a96" /><Relationship Type="http://schemas.openxmlformats.org/officeDocument/2006/relationships/slideMaster" Target="/ppt/slideMasters/slideMaster1.xml" Id="Rfc62d9223f9348d1" /><Relationship Type="http://schemas.openxmlformats.org/officeDocument/2006/relationships/notesMaster" Target="/ppt/notesMasters/notesMaster1.xml" Id="R3da4dc14a33a4ba8" /><Relationship Type="http://schemas.openxmlformats.org/officeDocument/2006/relationships/presProps" Target="/ppt/presProps.xml" Id="Rb1c32b3741404f18" /><Relationship Type="http://schemas.openxmlformats.org/officeDocument/2006/relationships/tableStyles" Target="/ppt/tableStyles.xml" Id="R11f4471a30944b07" /><Relationship Type="http://schemas.openxmlformats.org/officeDocument/2006/relationships/slide" Target="/ppt/slides/slide1.xml" Id="R373bb49ab98e487f" /><Relationship Type="http://schemas.openxmlformats.org/officeDocument/2006/relationships/slide" Target="/ppt/slides/slide2.xml" Id="Rf91d599c419c4534" /><Relationship Type="http://schemas.openxmlformats.org/officeDocument/2006/relationships/slide" Target="/ppt/slides/slide3.xml" Id="Rd226c8baa88c4b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5a67e7874543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fdb0ff572643a4" /><Relationship Type="http://schemas.openxmlformats.org/officeDocument/2006/relationships/notesMaster" Target="/ppt/notesMasters/notesMaster1.xml" Id="Rd89d6f798f724d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e5350bd362405c" /><Relationship Type="http://schemas.openxmlformats.org/officeDocument/2006/relationships/notesMaster" Target="/ppt/notesMasters/notesMaster1.xml" Id="Rc3cf8c272d9f49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91d12adb0d408e" /><Relationship Type="http://schemas.openxmlformats.org/officeDocument/2006/relationships/notesMaster" Target="/ppt/notesMasters/notesMaster1.xml" Id="Rf1a0a8bb3d02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/ TỔNG THỂ.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/ TÁCH LỚP.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/ GHÉP LẠI.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ec2ffb96940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cb8dfd6dd4d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85f635f41343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a610d447945f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4d3b42efb4d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9c9530aa8546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E1C0A1A-6F89-41BC-8E69-E4A1E27C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265700-E9BD-4298-86C5-C3263B727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29BBA0F-6248-4F0C-A5AB-8046F4196E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30BAF37-80D7-4045-A430-689D2E86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92CFF7-2058-40AC-B4CF-CFFCB13658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C444B61-2CC1-45B9-AB47-74B0BF28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743C91-7B13-4A02-91EA-6A424CBADE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B9504DFC-9A46-4D4C-989B-F0CEBA8F30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72DF5FD-238B-4944-9DAD-DED7CE3A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0D3233-145A-453C-B7EF-385ADECAEC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8DB971-BD01-4851-8C59-B3226D1313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623832-2F4A-4972-85A3-3040451BD2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83D81C6-158E-4B04-9353-C55BE9E3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811B998-5F0E-443D-BA32-EDF15A4E2A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30FFCC-2E00-495F-B395-32FC0007A5A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d624decd89f4b04" /><Relationship Type="http://schemas.openxmlformats.org/officeDocument/2006/relationships/slideLayout" Target="/ppt/slideLayouts/slideLayout1.xml" Id="R1a258b87aa874033" /><Relationship Type="http://schemas.openxmlformats.org/officeDocument/2006/relationships/slideLayout" Target="/ppt/slideLayouts/slideLayout2.xml" Id="Rc5704fd4afb24db4" /><Relationship Type="http://schemas.openxmlformats.org/officeDocument/2006/relationships/slideLayout" Target="/ppt/slideLayouts/slideLayout3.xml" Id="R6994beacacf54d5f" /><Relationship Type="http://schemas.openxmlformats.org/officeDocument/2006/relationships/slideLayout" Target="/ppt/slideLayouts/slideLayout4.xml" Id="Rfac608ab361445c9" /><Relationship Type="http://schemas.openxmlformats.org/officeDocument/2006/relationships/slideLayout" Target="/ppt/slideLayouts/slideLayout5.xml" Id="Rb00b1d9b2d974a83" /><Relationship Type="http://schemas.openxmlformats.org/officeDocument/2006/relationships/slideLayout" Target="/ppt/slideLayouts/slideLayout6.xml" Id="R63ab6b1efedc42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58b87aa874033"/>
    <p:sldLayoutId xmlns:r="http://schemas.openxmlformats.org/officeDocument/2006/relationships" id="2147483650" r:id="Rc5704fd4afb24db4"/>
    <p:sldLayoutId xmlns:r="http://schemas.openxmlformats.org/officeDocument/2006/relationships" id="2147483651" r:id="R6994beacacf54d5f"/>
    <p:sldLayoutId xmlns:r="http://schemas.openxmlformats.org/officeDocument/2006/relationships" id="2147483652" r:id="Rfac608ab361445c9"/>
    <p:sldLayoutId xmlns:r="http://schemas.openxmlformats.org/officeDocument/2006/relationships" id="2147483653" r:id="Rb00b1d9b2d974a83"/>
    <p:sldLayoutId xmlns:r="http://schemas.openxmlformats.org/officeDocument/2006/relationships" id="2147483654" r:id="R63ab6b1efedc42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7ea523adab4ea4" /><Relationship Type="http://schemas.openxmlformats.org/officeDocument/2006/relationships/notesSlide" Target="/ppt/notesSlides/notesSlide1.xml" Id="R0933438ed2454a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a2bd43eef4201" /><Relationship Type="http://schemas.openxmlformats.org/officeDocument/2006/relationships/notesSlide" Target="/ppt/notesSlides/notesSlide2.xml" Id="Rfbdc6664777b4d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7462ba74c54529" /><Relationship Type="http://schemas.openxmlformats.org/officeDocument/2006/relationships/notesSlide" Target="/ppt/notesSlides/notesSlide3.xml" Id="R7735236f9fed4f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3C5B6A94-A52B-409C-A514-63AB6479DBB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80BA043F-6A3B-49B9-A05C-5459285AE61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D2476C86-74DB-4DF4-A11A-AFA8B6068D8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2603C805-4C27-497B-983B-1092BB45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BF37DFF7-17B7-4949-BCFD-CB9F7DB58BE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01 / TỔNG THỂ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513EA514-423E-4B4D-8B9F-880D6D0D1A8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EF7FA5F6-07FB-4988-B001-218DF67E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400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27E9CCF8-A2BF-4096-9558-B7CF4F9B475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495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E2BB373B-ECD4-4060-B06C-B15F54CE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638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0BB6B48D-4445-4053-80EC-0C7B4079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FF293850-71AF-4AEB-AC7F-457FBA66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533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C2BEB18E-760B-40F9-BD0C-43C09A6F81C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7F943938-4DC7-45B9-A550-2437AADEA47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C39ADCE1-70D2-47C5-BA62-80D0B3E9AFE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C9BBACC8-5439-4DEE-861D-C8368BC5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933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D68ED1C4-C7B9-4076-AB7C-54787D9DE09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028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39CC598D-897A-4B71-9022-28AA6663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171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3BCF74E4-0495-4AD3-AB11-9E9CFB6A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5A5E6609-5AD4-44CC-9D73-3C86245F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067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D094064A-4CAC-4C55-8B56-3D8A0EF2796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C6EB3E1B-DBDE-49A1-9B4B-A381D759CF1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620A1EA6-FDBA-45C7-8FAE-0BEE81E993F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B06AE831-4662-4EBC-B9C9-6DB15016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67CF8B82-4FD8-4BF8-80D7-581DC14D5E8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375EB9CB-E718-4938-8A5F-294CE53B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02538C2C-DE88-4D18-8A50-7F18F15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4957846B-BAD2-4580-9477-7536F38C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F07A404B-2358-47E1-A515-19FEB7CD5B4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6B1EB8DD-20CF-46A7-8CED-31845DE23B5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A7D5A33E-3FF1-48CE-87EC-7E074B01F1F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7DC22BF3-06CE-439A-86BD-60223949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000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CAB6CCA4-27C9-48BE-8D96-E67F1F45DC0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095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256BF4EE-01AC-44DC-BBE2-CAAD8EED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238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599B6F8D-262E-47BC-9986-89CC56EE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C0999EE6-32E2-4604-BFF5-7F9AE33F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133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3B1E31F5-F781-4F09-82DB-370E99453A4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621B1D32-F1FA-4238-878B-E71547FEE87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DEDF9CAF-289C-4378-B2CA-13BFA6DB463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90CBDE52-C7C6-4292-93A0-E3AE4523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533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B528604D-9CC2-446B-BB5B-233CBD8D94D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6291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5D14CB22-55FF-456C-89F5-DCD471A1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772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82D7DA02-72D8-44AA-A9F9-66EE236A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48EF5F4B-DF97-43E5-B954-DC564E45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667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FE919799-9997-4E03-B6E5-BE817FDD45D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BC20B22B-AD4E-4CE0-9262-5C25F56D83A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707771C3-1BB2-4B9D-A03D-1682CCBE27D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xmlns:p14="http://schemas.microsoft.com/office/powerpoint/2010/main" val="181101499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7C4E2980-5011-4FBA-8257-D9CA2A9AD34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5DE33D42-E7E9-4514-A0E5-91DDC9E2DBB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0C5C58F2-1213-431A-ABAB-F7748A32601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4AF532FC-0197-4DC3-A844-6E4D9E74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1F5559B8-721B-4F07-93A0-B93BBBCC758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02 / TÁCH LỚP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64CA2B10-D9F2-428E-BDEA-A8BFF3AC090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66AFCAE5-46CC-4D49-BC77-7AC750E3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1790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C016CB9A-DAB9-4310-B11E-0E0E2BF5105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495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4E36A8EF-E3CD-4D6E-A688-ADE8FC31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638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AD348ACE-7FD5-4AEB-B2A3-832B3D6B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7D191BB3-9610-4334-A9A6-8D7102B7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533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214F2BBD-66D7-458C-8458-EBCCBF45A8E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BFE4C441-A839-4203-9F73-9BB306347FD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3EF12A66-FDF8-4196-87C1-5CD4E050A49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3B90D2C0-4804-4EA9-B2D4-E996F40B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628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C8A1B7F0-796B-454C-B2D7-11859B88DDC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028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B450C3A6-EC4D-487A-A5F0-7F11C4C6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171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91038EE8-FEEE-431C-9688-81495978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785DBF80-F66A-4F05-805A-6DC99948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067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04B137F3-8F5A-4768-9D56-9326AE3C4B6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1C0DB755-515F-4585-A6B5-8EFFE0ABDAC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DC69F263-DEAF-4A87-AB9E-60A8AC8FC74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1E0BCFBB-3920-4948-87F8-116B8B10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7F158CD6-8AA5-40A0-9484-74343EFB36B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58642761-4A2B-4440-993F-7C6527C7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B9E97252-9C59-482C-BE3F-7406DA4A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9402AEE3-BE8C-42E3-86C6-061295A1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8F4A5132-E18F-4E90-928B-5CBAFAE70B9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B2678039-CEF3-4BCF-9E72-2325C1441A3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E514DD90-6A93-4B91-AE0C-0DA43446475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4B775975-FB74-4F62-8860-46F1DC2B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305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08D42787-6512-43E7-A091-3FEA35CAE8F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095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C7A91727-B7CF-469A-B82F-8B53D179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238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C4684784-FF5F-47EE-9144-1D9D08DC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A0F3D839-5DB0-48DE-AD6F-0C96D098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133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BE36689D-CA23-4FFC-9056-AB796BEA33F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43312DDE-478B-4383-88D5-5020DA662CA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93609090-49CF-4A4F-81F3-5C8745C5D92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D97DF69D-CEC6-445B-A128-74665F66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5143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E34C1F47-DF78-46E2-B479-2339DFD7626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6291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6E8446BE-DD66-4E64-9CA4-75CFDDE8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772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84C7FB5E-4057-4579-B106-985E724B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C2895449-9B5B-40D1-8981-BC97CE46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667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B44E403D-1D4C-4EC5-B3D8-42FC3DD363C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0982CFD0-D2BD-4C18-990F-A28EF6DF2B2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E0BD66D9-66C6-42D4-BFC4-7361D11EE73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val="1884950444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FFBC84A3-79C8-474C-9337-407198257AC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77F9ADAD-92EF-4E2E-893A-B728F9CEF23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CFC7BBA6-F7E0-4832-B273-8B35010E23B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0239C932-272E-44E1-A535-EA406BF0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87E6C758-BCD2-4334-ABA4-B3D566B638D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03 / GHÉP LẠI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48707857-BA52-4999-AFB9-3F82A71469D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312B031D-C8B5-464F-9B87-570F980E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400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C9F3B87C-EE58-412B-B2E5-D4D78E3D91A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4955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795DF08C-08E6-49FA-9D44-33B35FB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638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8E03C752-BCBB-4505-9910-393A7FC2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E837627B-0154-48DA-A97F-E72655D6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533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94DA43C6-37D7-43B5-AA91-05448623187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E4BF4857-B646-4C84-9D08-02121654A74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386ED7E7-E46A-4107-9647-0531F4AA64C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525B5576-613F-4B8D-8440-E01B8482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933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869CEEBF-0F5F-4E78-9DC9-294EAB07F27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0289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5F3B188A-40BF-4F5A-B440-B9210640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171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2E587496-75CE-4F8C-A6DB-80A33C33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4D250649-D048-496D-9088-F0F06621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067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0C0E692D-E946-4B0E-B6C7-659E7E31905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7547E00B-94E6-495A-9D3C-DF340B25155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508B3C39-806F-46B5-A8C2-9AB87F6DC65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26B49982-3ECE-42F5-A588-EE6A2A88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BA3E07FB-D5FE-403C-932C-35B01B209F5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477E9129-99AA-413A-9C51-3659A5A7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E88B423B-BC29-4A4E-BF64-14B238E9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333EBDEF-082F-4B17-A522-BAE3C231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EF5201F7-88B9-404B-8C9C-B5F046D5791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F5AABEA0-EFE1-48E1-A767-1031F76B894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0FEF21B7-5B58-4DB7-B540-ECEB120FD47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BAF3ED56-EE25-4E84-9D14-08EA76DC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000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16FC8B3A-D5F5-4C7E-94FD-36F66161476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0957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2893FEFC-F4F6-473F-91E1-E560B153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238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B9564EDE-E148-4FD4-8C67-0D34F0B5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1BE7672B-6114-4854-BDEF-F9838584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133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ACDA2595-B6AA-4AA1-ADE4-F7F5098CCC8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406BBBB4-6F3C-48DB-8C4B-F40B3074057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76851A73-0F1E-4B5E-BECF-3D86763F4E1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F82E2FF5-694A-4518-8914-EC8DA938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533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AD1F161C-37C1-43E6-B713-6229921D299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6291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F47FD414-490D-4FCD-ADC6-0029556C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772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8915728C-7096-4EA3-AAD9-DB6FB6B6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202536AB-1F02-4B35-A398-D144AD22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667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9EDA4715-7AD9-45B6-92FF-430EF151FD9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A723B79E-3F90-433D-B453-2917AF00F43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52F2B103-CA65-4134-8563-728370E1999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val="975882113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2026-10-04T09:10:12.5030000Z</dcterms:created>
  <dcterms:modified xsi:type="dcterms:W3CDTF">2026-10-04T09:10:12.5030000Z</dcterms:modified>
</coreProperties>
</file>