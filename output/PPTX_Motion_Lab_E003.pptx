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30c3446074a19" /><Relationship Type="http://schemas.openxmlformats.org/officeDocument/2006/relationships/extended-properties" Target="/docProps/app.xml" Id="R5b57be744b6241da" /><Relationship Type="http://schemas.openxmlformats.org/officeDocument/2006/relationships/officeDocument" Target="/ppt/presentation.xml" Id="R532ece41e963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c5ddcb108442da"/>
  </p:sldMasterIdLst>
  <p:notesMasterIdLst>
    <p:notesMasterId xmlns:r="http://schemas.openxmlformats.org/officeDocument/2006/relationships" r:id="Red66f2875a0e4e8c"/>
  </p:notesMasterIdLst>
  <p:sldIdLst>
    <p:sldId xmlns:r="http://schemas.openxmlformats.org/officeDocument/2006/relationships" id="256" r:id="R5da85d126dac4e34"/>
    <p:sldId xmlns:r="http://schemas.openxmlformats.org/officeDocument/2006/relationships" id="257" r:id="R550dcf353fbd4ea1"/>
    <p:sldId xmlns:r="http://schemas.openxmlformats.org/officeDocument/2006/relationships" id="258" r:id="R6bbbe4b8a39f42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3c0d73f454998" /><Relationship Type="http://schemas.openxmlformats.org/officeDocument/2006/relationships/slideMaster" Target="/ppt/slideMasters/slideMaster1.xml" Id="R70c5ddcb108442da" /><Relationship Type="http://schemas.openxmlformats.org/officeDocument/2006/relationships/notesMaster" Target="/ppt/notesMasters/notesMaster1.xml" Id="Red66f2875a0e4e8c" /><Relationship Type="http://schemas.openxmlformats.org/officeDocument/2006/relationships/presProps" Target="/ppt/presProps.xml" Id="R6970e71c8ded4f9e" /><Relationship Type="http://schemas.openxmlformats.org/officeDocument/2006/relationships/tableStyles" Target="/ppt/tableStyles.xml" Id="R36f5ada2013d4c79" /><Relationship Type="http://schemas.openxmlformats.org/officeDocument/2006/relationships/slide" Target="/ppt/slides/slide1.xml" Id="R5da85d126dac4e34" /><Relationship Type="http://schemas.openxmlformats.org/officeDocument/2006/relationships/slide" Target="/ppt/slides/slide2.xml" Id="R550dcf353fbd4ea1" /><Relationship Type="http://schemas.openxmlformats.org/officeDocument/2006/relationships/slide" Target="/ppt/slides/slide3.xml" Id="R6bbbe4b8a39f42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d9b1c37a7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1fc75793a45bd" /><Relationship Type="http://schemas.openxmlformats.org/officeDocument/2006/relationships/notesMaster" Target="/ppt/notesMasters/notesMaster1.xml" Id="Re16f000351d4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bc8a3a20f04de7" /><Relationship Type="http://schemas.openxmlformats.org/officeDocument/2006/relationships/notesMaster" Target="/ppt/notesMasters/notesMaster1.xml" Id="R831577d28349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63405b5f66469b" /><Relationship Type="http://schemas.openxmlformats.org/officeDocument/2006/relationships/notesMaster" Target="/ppt/notesMasters/notesMaster1.xml" Id="Ra5f744a30817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Read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Relax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Create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29af006524f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8cb7a306d40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1acc26def49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63c4366f046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e8fd6a99b4c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acc6c76f8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970581-3791-4F95-AC1A-01C28E47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3E555A-FC1B-4B3F-98E8-8B7D1C112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F1C049-5550-4F9B-AC97-27ADB25D8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49BB0E5-4916-42C3-96A9-854FD9A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F2097E-0AB2-4029-BC74-E21B9BCB3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6AFC9D5-D50E-4480-A514-50439F02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670661-B622-47C9-A452-AA583C12F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AED5754-B023-44CC-AC49-2E5698635A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44512EA-B494-42DF-8007-94D72B4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855F2A-2854-40F5-9F42-68BDF5722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6610CB-6238-4CA1-99DE-586F0E3CF9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E808F6-03CD-4937-A15E-4FAD2FFEF5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E8EEE6-99B8-45F9-8FD5-40A5024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C67ADB-177D-43C7-BB58-EF95C7D60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6B0CE0-8FEF-4DC8-8646-75056DBB66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07c63c72047da" /><Relationship Type="http://schemas.openxmlformats.org/officeDocument/2006/relationships/slideLayout" Target="/ppt/slideLayouts/slideLayout1.xml" Id="R1360e9964d7d4616" /><Relationship Type="http://schemas.openxmlformats.org/officeDocument/2006/relationships/slideLayout" Target="/ppt/slideLayouts/slideLayout2.xml" Id="R0c0886a8c694497c" /><Relationship Type="http://schemas.openxmlformats.org/officeDocument/2006/relationships/slideLayout" Target="/ppt/slideLayouts/slideLayout3.xml" Id="R93c8a77b1c4b4075" /><Relationship Type="http://schemas.openxmlformats.org/officeDocument/2006/relationships/slideLayout" Target="/ppt/slideLayouts/slideLayout4.xml" Id="Rd1eb66702edc49e0" /><Relationship Type="http://schemas.openxmlformats.org/officeDocument/2006/relationships/slideLayout" Target="/ppt/slideLayouts/slideLayout5.xml" Id="R5ef118f20f684d36" /><Relationship Type="http://schemas.openxmlformats.org/officeDocument/2006/relationships/slideLayout" Target="/ppt/slideLayouts/slideLayout6.xml" Id="Rdc4d3c365c3b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0e9964d7d4616"/>
    <p:sldLayoutId xmlns:r="http://schemas.openxmlformats.org/officeDocument/2006/relationships" id="2147483650" r:id="R0c0886a8c694497c"/>
    <p:sldLayoutId xmlns:r="http://schemas.openxmlformats.org/officeDocument/2006/relationships" id="2147483651" r:id="R93c8a77b1c4b4075"/>
    <p:sldLayoutId xmlns:r="http://schemas.openxmlformats.org/officeDocument/2006/relationships" id="2147483652" r:id="Rd1eb66702edc49e0"/>
    <p:sldLayoutId xmlns:r="http://schemas.openxmlformats.org/officeDocument/2006/relationships" id="2147483653" r:id="R5ef118f20f684d36"/>
    <p:sldLayoutId xmlns:r="http://schemas.openxmlformats.org/officeDocument/2006/relationships" id="2147483654" r:id="Rdc4d3c365c3b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3f23349004afa" /><Relationship Type="http://schemas.openxmlformats.org/officeDocument/2006/relationships/notesSlide" Target="/ppt/notesSlides/notesSlide1.xml" Id="Re10cd4e2b6fa4f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70c08fef14e7d" /><Relationship Type="http://schemas.openxmlformats.org/officeDocument/2006/relationships/notesSlide" Target="/ppt/notesSlides/notesSlide2.xml" Id="R8416a481eae8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cd4bc85ed4d21" /><Relationship Type="http://schemas.openxmlformats.org/officeDocument/2006/relationships/notesSlide" Target="/ppt/notesSlides/notesSlide3.xml" Id="R0f19b1a88f70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8057AB47-B0F0-41EA-BEDB-F3B3154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E049465B-7493-44DE-ABEB-3850DDA4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557ED44B-80EB-4F91-8A14-DEF42003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38915CC2-807F-430A-82E9-3828F3AB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A8DD8809-D3EF-4A34-81E2-4753562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150EBED2-98FD-469C-8262-257AFB05165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A96A5835-5016-405D-BD63-ED3E754B755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DF5C45A3-2872-47F8-B8D3-62A6BEB6281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903A8113-39F2-49BC-B606-C342481F90B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C7B31AB0-DC2F-4761-83B3-78D68CB47C1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3D79E1F6-F6B8-4286-AAE7-E84802089A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Tập trung</a:t>
            </a:r>
          </a:p>
        </p:txBody>
      </p:sp>
    </p:spTree>
    <p:extLst>
      <p:ext uri="{BB962C8B-B14F-4D97-AF65-F5344CB8AC3E}">
        <p14:creationId xmlns:p14="http://schemas.microsoft.com/office/powerpoint/2010/main" val="544932012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AFB2F13C-EBF7-42B4-B16C-FDB694D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A9C1E4E4-2849-44DB-8DDC-32DD91E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AB712826-8B6A-4FFF-ABFB-1E76D0E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65E48DB7-97C4-44F7-8F0E-3BD0B5B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9C9E499A-7FE5-408C-B8D6-0157CAC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8C1E2459-F376-4A22-B8CE-4C2A7B2EF7C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7081EDB4-8D1F-4F53-9B0A-A7F15223A36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BE7C260A-5202-419D-B9EF-F03EC8156F3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43D00191-E350-4D42-8EBD-C8E4092C1C1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94E6F271-AB77-4EC2-8F06-04D4BBC16DF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DE01A9D2-100A-476D-8E3E-E07A383496D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Thư giãn</a:t>
            </a:r>
          </a:p>
        </p:txBody>
      </p:sp>
    </p:spTree>
    <p:extLst>
      <p:ext uri="{BB962C8B-B14F-4D97-AF65-F5344CB8AC3E}">
        <p14:creationId val="1236388733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6730730A-7855-4CE0-8053-28CF00E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9ADEA3AB-14FF-4774-9740-A777B24F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113AE9D5-B614-450A-8242-B617A25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E79DE24D-E385-4668-8E7B-68834B7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4095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12512D95-30A5-4F92-9885-6CB48AEA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ED393B70-7314-4A0A-A2AB-403C0D8A073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3FD7AADF-DBEB-4AC2-907B-DED7A7D25B8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648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D127C013-5A07-456D-A8FC-17C3F5D1CD4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87A00CA9-3619-4584-B98B-26FE5CE4A27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82FE445B-C675-495F-876C-C3419351FA2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8155FBE1-D1D3-47C0-9910-366890BD3E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Sáng tạo</a:t>
            </a:r>
          </a:p>
        </p:txBody>
      </p:sp>
    </p:spTree>
    <p:extLst>
      <p:ext uri="{BB962C8B-B14F-4D97-AF65-F5344CB8AC3E}">
        <p14:creationId val="971111327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2026-10-04T03:40:25.2590000Z</dcterms:created>
  <dcterms:modified xsi:type="dcterms:W3CDTF">2026-10-04T03:40:25.2590000Z</dcterms:modified>
</coreProperties>
</file>