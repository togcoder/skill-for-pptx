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82067c72ab4108" /><Relationship Type="http://schemas.openxmlformats.org/officeDocument/2006/relationships/extended-properties" Target="/docProps/app.xml" Id="R1e2a239fdee54b14" /><Relationship Type="http://schemas.openxmlformats.org/officeDocument/2006/relationships/officeDocument" Target="/ppt/presentation.xml" Id="R2b2a19e3505b46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9d76ae083a4754"/>
  </p:sldMasterIdLst>
  <p:notesMasterIdLst>
    <p:notesMasterId xmlns:r="http://schemas.openxmlformats.org/officeDocument/2006/relationships" r:id="R83ee8a90b0064e7a"/>
  </p:notesMasterIdLst>
  <p:sldIdLst>
    <p:sldId xmlns:r="http://schemas.openxmlformats.org/officeDocument/2006/relationships" id="256" r:id="R89396d67ede44b79"/>
    <p:sldId xmlns:r="http://schemas.openxmlformats.org/officeDocument/2006/relationships" id="257" r:id="R01a8dc3011b64171"/>
    <p:sldId xmlns:r="http://schemas.openxmlformats.org/officeDocument/2006/relationships" id="258" r:id="R67b67c18215145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91fea644904ca1" /><Relationship Type="http://schemas.openxmlformats.org/officeDocument/2006/relationships/slideMaster" Target="/ppt/slideMasters/slideMaster1.xml" Id="Rd69d76ae083a4754" /><Relationship Type="http://schemas.openxmlformats.org/officeDocument/2006/relationships/notesMaster" Target="/ppt/notesMasters/notesMaster1.xml" Id="R83ee8a90b0064e7a" /><Relationship Type="http://schemas.openxmlformats.org/officeDocument/2006/relationships/presProps" Target="/ppt/presProps.xml" Id="Rf3184f4f6fd94e8b" /><Relationship Type="http://schemas.openxmlformats.org/officeDocument/2006/relationships/tableStyles" Target="/ppt/tableStyles.xml" Id="R8b9b0ed8b573410b" /><Relationship Type="http://schemas.openxmlformats.org/officeDocument/2006/relationships/slide" Target="/ppt/slides/slide1.xml" Id="R89396d67ede44b79" /><Relationship Type="http://schemas.openxmlformats.org/officeDocument/2006/relationships/slide" Target="/ppt/slides/slide2.xml" Id="R01a8dc3011b64171" /><Relationship Type="http://schemas.openxmlformats.org/officeDocument/2006/relationships/slide" Target="/ppt/slides/slide3.xml" Id="R67b67c18215145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89d7cd62884c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8788b9458c4366" /><Relationship Type="http://schemas.openxmlformats.org/officeDocument/2006/relationships/notesMaster" Target="/ppt/notesMasters/notesMaster1.xml" Id="R397ffbec23924c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513fa92993410c" /><Relationship Type="http://schemas.openxmlformats.org/officeDocument/2006/relationships/notesMaster" Target="/ppt/notesMasters/notesMaster1.xml" Id="Ra79253af4ed948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0f7b1289174f1f" /><Relationship Type="http://schemas.openxmlformats.org/officeDocument/2006/relationships/notesMaster" Target="/ppt/notesMasters/notesMaster1.xml" Id="R2448ce8d3dd64b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Sơ đồ đề xuất minh họa, không phải dữ liệu hay cam kết thực tế.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Sơ đồ đề xuất minh họa, không phải dữ liệu hay cam kết thực tế.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Sơ đồ đề xuất minh họa, không phải dữ liệu hay cam kết thực tế.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3dd89e3e0b48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128d56480644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56fee8fe44429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6efd4cc6bb48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0cf3912a7e4f9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6c100c09a547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0EF03B3-1A0F-4D06-958D-49364D0D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C1478E8-7EEE-429B-B7D4-894D7D63A3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4E872C0-DD2F-45ED-B3BE-7B5FFA0714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0D57B35-A3A0-40D6-A5F8-D6653EDD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ECD081C-C14A-4CA7-B5FC-656A5DABAF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7AD3121-7ABA-43F8-83F2-60574C18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A262BD9-0F85-4A6C-A1AC-6757AD5B63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90931DA-85D3-412B-A0DD-70FD431A49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FD7615D-5364-4FBA-8A04-303AC066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796F25-BA92-4F8D-8C2E-C3C18625AF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DB3B4E-C4DD-4FB6-9542-6B8B9999EA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8CAF605-720D-496E-88A3-3F9C50DF446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BB524E6-FEFD-4BDF-BCDD-4B30DB2B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98A1010-F48D-427D-AA35-EB2FF7BF69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8072BC-6EDF-439A-A391-7FDDFFC4C8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8f58720f6d4de1" /><Relationship Type="http://schemas.openxmlformats.org/officeDocument/2006/relationships/slideLayout" Target="/ppt/slideLayouts/slideLayout1.xml" Id="R5f31ff4ba0734422" /><Relationship Type="http://schemas.openxmlformats.org/officeDocument/2006/relationships/slideLayout" Target="/ppt/slideLayouts/slideLayout2.xml" Id="R3e5446bacc054a74" /><Relationship Type="http://schemas.openxmlformats.org/officeDocument/2006/relationships/slideLayout" Target="/ppt/slideLayouts/slideLayout3.xml" Id="R0a4041ea3a88452d" /><Relationship Type="http://schemas.openxmlformats.org/officeDocument/2006/relationships/slideLayout" Target="/ppt/slideLayouts/slideLayout4.xml" Id="Rebddc440070e4cc5" /><Relationship Type="http://schemas.openxmlformats.org/officeDocument/2006/relationships/slideLayout" Target="/ppt/slideLayouts/slideLayout5.xml" Id="R3b258810301a4458" /><Relationship Type="http://schemas.openxmlformats.org/officeDocument/2006/relationships/slideLayout" Target="/ppt/slideLayouts/slideLayout6.xml" Id="R99dfa2b0a73d4a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31ff4ba0734422"/>
    <p:sldLayoutId xmlns:r="http://schemas.openxmlformats.org/officeDocument/2006/relationships" id="2147483650" r:id="R3e5446bacc054a74"/>
    <p:sldLayoutId xmlns:r="http://schemas.openxmlformats.org/officeDocument/2006/relationships" id="2147483651" r:id="R0a4041ea3a88452d"/>
    <p:sldLayoutId xmlns:r="http://schemas.openxmlformats.org/officeDocument/2006/relationships" id="2147483652" r:id="Rebddc440070e4cc5"/>
    <p:sldLayoutId xmlns:r="http://schemas.openxmlformats.org/officeDocument/2006/relationships" id="2147483653" r:id="R3b258810301a4458"/>
    <p:sldLayoutId xmlns:r="http://schemas.openxmlformats.org/officeDocument/2006/relationships" id="2147483654" r:id="R99dfa2b0a73d4a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303a0bcf8f4946" /><Relationship Type="http://schemas.openxmlformats.org/officeDocument/2006/relationships/notesSlide" Target="/ppt/notesSlides/notesSlide1.xml" Id="R7e9dd1b3dfd54e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99d4dca7fb4aa2" /><Relationship Type="http://schemas.openxmlformats.org/officeDocument/2006/relationships/notesSlide" Target="/ppt/notesSlides/notesSlide2.xml" Id="R4b42d2fce2e046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2434fcea3e415d" /><Relationship Type="http://schemas.openxmlformats.org/officeDocument/2006/relationships/notesSlide" Target="/ppt/notesSlides/notesSlide3.xml" Id="R377669239d9448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!!community-block">
            <a:extLst xmlns:a="http://schemas.openxmlformats.org/drawingml/2006/main">
              <a:ext uri="{FF2B5EF4-FFF2-40B4-BE49-F238E27FC236}">
                <a16:creationId xmlns:a16="http://schemas.microsoft.com/office/drawing/2014/main" id="{5522FE4D-7E9E-4FD8-8DB1-BD2FF606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1524000"/>
            <a:ext cx="4572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27"/>
          </a:solidFill>
          <a:ln xmlns:a="http://schemas.openxmlformats.org/drawingml/2006/main" w="28575">
            <a:solidFill>
              <a:srgbClr val="54E7FF"/>
            </a:solidFill>
          </a:ln>
        </p:spPr>
      </p:sp>
      <p:sp>
        <p:nvSpPr>
          <p:cNvPr id="2" name="!!transport-block">
            <a:extLst xmlns:a="http://schemas.openxmlformats.org/drawingml/2006/main">
              <a:ext uri="{FF2B5EF4-FFF2-40B4-BE49-F238E27FC236}">
                <a16:creationId xmlns:a16="http://schemas.microsoft.com/office/drawing/2014/main" id="{A4276D2F-A3A5-4EA0-B8A2-6681E14D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4619625"/>
            <a:ext cx="3810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27"/>
          </a:solidFill>
          <a:ln xmlns:a="http://schemas.openxmlformats.org/drawingml/2006/main" w="28575">
            <a:solidFill>
              <a:srgbClr val="BAFA64"/>
            </a:solidFill>
          </a:ln>
        </p:spPr>
      </p:sp>
      <p:sp>
        <p:nvSpPr>
          <p:cNvPr id="3" name="!!infrastructure-block">
            <a:extLst xmlns:a="http://schemas.openxmlformats.org/drawingml/2006/main">
              <a:ext uri="{FF2B5EF4-FFF2-40B4-BE49-F238E27FC236}">
                <a16:creationId xmlns:a16="http://schemas.microsoft.com/office/drawing/2014/main" id="{665DE91E-17DC-42EC-8D28-1518AD77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4619625"/>
            <a:ext cx="3810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27"/>
          </a:solidFill>
          <a:ln xmlns:a="http://schemas.openxmlformats.org/drawingml/2006/main" w="28575">
            <a:solidFill>
              <a:srgbClr val="FF659D"/>
            </a:solidFill>
          </a:ln>
        </p:spPr>
      </p:sp>
      <p:sp>
        <p:nvSpPr>
          <p:cNvPr id="4" name="!!community-label">
            <a:extLst xmlns:a="http://schemas.openxmlformats.org/drawingml/2006/main">
              <a:ext uri="{FF2B5EF4-FFF2-40B4-BE49-F238E27FC236}">
                <a16:creationId xmlns:a16="http://schemas.microsoft.com/office/drawing/2014/main" id="{7128A243-E5E6-4803-82E2-60B3AA99F04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20193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Không gian</a:t>
            </a:r>
          </a:p>
          <a:p xmlns:a="http://schemas.openxmlformats.org/drawingml/2006/main">
            <a:pPr algn="ctr">
              <a:def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cộng đồng</a:t>
            </a:r>
          </a:p>
        </p:txBody>
      </p:sp>
      <p:sp>
        <p:nvSpPr>
          <p:cNvPr id="5" name="!!transport-label">
            <a:extLst xmlns:a="http://schemas.openxmlformats.org/drawingml/2006/main">
              <a:ext uri="{FF2B5EF4-FFF2-40B4-BE49-F238E27FC236}">
                <a16:creationId xmlns:a16="http://schemas.microsoft.com/office/drawing/2014/main" id="{22A13F62-674A-4813-B8DA-B4A2C2A7118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48768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Giao thông</a:t>
            </a:r>
          </a:p>
          <a:p xmlns:a="http://schemas.openxmlformats.org/drawingml/2006/main">
            <a:pPr algn="ctr">
              <a:def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bền vững</a:t>
            </a:r>
          </a:p>
        </p:txBody>
      </p:sp>
      <p:sp>
        <p:nvSpPr>
          <p:cNvPr id="6" name="!!infrastructure-label">
            <a:extLst xmlns:a="http://schemas.openxmlformats.org/drawingml/2006/main">
              <a:ext uri="{FF2B5EF4-FFF2-40B4-BE49-F238E27FC236}">
                <a16:creationId xmlns:a16="http://schemas.microsoft.com/office/drawing/2014/main" id="{42E9ED25-CC20-47A8-B29A-2DE06A6996D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48768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rPr>
              <a:t>Hạ tầng</a:t>
            </a:r>
          </a:p>
          <a:p xmlns:a="http://schemas.openxmlformats.org/drawingml/2006/main">
            <a:pPr algn="ctr">
              <a:def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rPr>
              <a:t>thích ứng</a:t>
            </a:r>
          </a:p>
        </p:txBody>
      </p:sp>
      <p:sp>
        <p:nvSpPr>
          <p:cNvPr id="7" name="!!title">
            <a:extLst xmlns:a="http://schemas.openxmlformats.org/drawingml/2006/main">
              <a:ext uri="{FF2B5EF4-FFF2-40B4-BE49-F238E27FC236}">
                <a16:creationId xmlns:a16="http://schemas.microsoft.com/office/drawing/2014/main" id="{52D2F082-E192-46EB-899F-A2C7423CC21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85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7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Thành phố đáng sống</a:t>
            </a:r>
          </a:p>
        </p:txBody>
      </p:sp>
      <p:sp>
        <p:nvSpPr>
          <p:cNvPr id="8" name="!!footer">
            <a:extLst xmlns:a="http://schemas.openxmlformats.org/drawingml/2006/main">
              <a:ext uri="{FF2B5EF4-FFF2-40B4-BE49-F238E27FC236}">
                <a16:creationId xmlns:a16="http://schemas.microsoft.com/office/drawing/2014/main" id="{0D3BBA35-4DD0-4246-806A-E0113028BC9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63246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rPr>
              <a:t>Đề xuất minh họa</a:t>
            </a:r>
          </a:p>
        </p:txBody>
      </p:sp>
    </p:spTree>
    <p:extLst>
      <p:ext uri="{BB962C8B-B14F-4D97-AF65-F5344CB8AC3E}">
        <p14:creationId xmlns:p14="http://schemas.microsoft.com/office/powerpoint/2010/main" val="1850646215"/>
      </p:ext>
    </p:extLst>
  </p:cSld>
</p:sld>
</file>

<file path=ppt/slides/slide2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!!community-block">
            <a:extLst xmlns:a="http://schemas.openxmlformats.org/drawingml/2006/main">
              <a:ext uri="{FF2B5EF4-FFF2-40B4-BE49-F238E27FC236}">
                <a16:creationId xmlns:a16="http://schemas.microsoft.com/office/drawing/2014/main" id="{4EAFE7B6-B8A6-4B58-8E7F-8E1FC3A1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4619625"/>
            <a:ext cx="3810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27"/>
          </a:solidFill>
          <a:ln xmlns:a="http://schemas.openxmlformats.org/drawingml/2006/main" w="28575">
            <a:solidFill>
              <a:srgbClr val="54E7FF"/>
            </a:solidFill>
          </a:ln>
        </p:spPr>
      </p:sp>
      <p:sp>
        <p:nvSpPr>
          <p:cNvPr id="2" name="!!transport-block">
            <a:extLst xmlns:a="http://schemas.openxmlformats.org/drawingml/2006/main">
              <a:ext uri="{FF2B5EF4-FFF2-40B4-BE49-F238E27FC236}">
                <a16:creationId xmlns:a16="http://schemas.microsoft.com/office/drawing/2014/main" id="{F532E719-B0E0-4728-9A1D-9725D5BD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1524000"/>
            <a:ext cx="4572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27"/>
          </a:solidFill>
          <a:ln xmlns:a="http://schemas.openxmlformats.org/drawingml/2006/main" w="28575">
            <a:solidFill>
              <a:srgbClr val="BAFA64"/>
            </a:solidFill>
          </a:ln>
        </p:spPr>
      </p:sp>
      <p:sp>
        <p:nvSpPr>
          <p:cNvPr id="3" name="!!infrastructure-block">
            <a:extLst xmlns:a="http://schemas.openxmlformats.org/drawingml/2006/main">
              <a:ext uri="{FF2B5EF4-FFF2-40B4-BE49-F238E27FC236}">
                <a16:creationId xmlns:a16="http://schemas.microsoft.com/office/drawing/2014/main" id="{6A517986-EB0A-4209-8B9C-FEF1F824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4619625"/>
            <a:ext cx="3810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27"/>
          </a:solidFill>
          <a:ln xmlns:a="http://schemas.openxmlformats.org/drawingml/2006/main" w="28575">
            <a:solidFill>
              <a:srgbClr val="FF659D"/>
            </a:solidFill>
          </a:ln>
        </p:spPr>
      </p:sp>
      <p:sp>
        <p:nvSpPr>
          <p:cNvPr id="4" name="!!community-label">
            <a:extLst xmlns:a="http://schemas.openxmlformats.org/drawingml/2006/main">
              <a:ext uri="{FF2B5EF4-FFF2-40B4-BE49-F238E27FC236}">
                <a16:creationId xmlns:a16="http://schemas.microsoft.com/office/drawing/2014/main" id="{BF9646C9-8A0E-42E7-83FE-B717DF88AD7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48768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Không gian</a:t>
            </a:r>
          </a:p>
          <a:p xmlns:a="http://schemas.openxmlformats.org/drawingml/2006/main">
            <a:pPr algn="ctr">
              <a:def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cộng đồng</a:t>
            </a:r>
          </a:p>
        </p:txBody>
      </p:sp>
      <p:sp>
        <p:nvSpPr>
          <p:cNvPr id="5" name="!!transport-label">
            <a:extLst xmlns:a="http://schemas.openxmlformats.org/drawingml/2006/main">
              <a:ext uri="{FF2B5EF4-FFF2-40B4-BE49-F238E27FC236}">
                <a16:creationId xmlns:a16="http://schemas.microsoft.com/office/drawing/2014/main" id="{5795B1E6-65E5-4894-99B0-E092778616F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20193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Giao thông</a:t>
            </a:r>
          </a:p>
          <a:p xmlns:a="http://schemas.openxmlformats.org/drawingml/2006/main">
            <a:pPr algn="ctr">
              <a:def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bền vững</a:t>
            </a:r>
          </a:p>
        </p:txBody>
      </p:sp>
      <p:sp>
        <p:nvSpPr>
          <p:cNvPr id="6" name="!!infrastructure-label">
            <a:extLst xmlns:a="http://schemas.openxmlformats.org/drawingml/2006/main">
              <a:ext uri="{FF2B5EF4-FFF2-40B4-BE49-F238E27FC236}">
                <a16:creationId xmlns:a16="http://schemas.microsoft.com/office/drawing/2014/main" id="{2306DF69-7C31-453D-AE39-259A2BA6013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48768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rPr>
              <a:t>Hạ tầng</a:t>
            </a:r>
          </a:p>
          <a:p xmlns:a="http://schemas.openxmlformats.org/drawingml/2006/main">
            <a:pPr algn="ctr">
              <a:def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rPr>
              <a:t>thích ứng</a:t>
            </a:r>
          </a:p>
        </p:txBody>
      </p:sp>
      <p:sp>
        <p:nvSpPr>
          <p:cNvPr id="7" name="!!title">
            <a:extLst xmlns:a="http://schemas.openxmlformats.org/drawingml/2006/main">
              <a:ext uri="{FF2B5EF4-FFF2-40B4-BE49-F238E27FC236}">
                <a16:creationId xmlns:a16="http://schemas.microsoft.com/office/drawing/2014/main" id="{E44C74C1-73C1-4120-B944-21E13968314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85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7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Thành phố đáng sống</a:t>
            </a:r>
          </a:p>
        </p:txBody>
      </p:sp>
      <p:sp>
        <p:nvSpPr>
          <p:cNvPr id="8" name="!!footer">
            <a:extLst xmlns:a="http://schemas.openxmlformats.org/drawingml/2006/main">
              <a:ext uri="{FF2B5EF4-FFF2-40B4-BE49-F238E27FC236}">
                <a16:creationId xmlns:a16="http://schemas.microsoft.com/office/drawing/2014/main" id="{B9A1BC0F-5DD6-4384-9EE7-04DE3860909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63246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rPr>
              <a:t>Đề xuất minh họa</a:t>
            </a:r>
          </a:p>
        </p:txBody>
      </p:sp>
    </p:spTree>
    <p:extLst>
      <p:ext uri="{BB962C8B-B14F-4D97-AF65-F5344CB8AC3E}">
        <p14:creationId val="2136677656"/>
      </p:ext>
    </p:extLst>
  </p:cSld>
  <mc:AlternateContent>
    <mc:Choice Requires="p159 p14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!!community-block">
            <a:extLst xmlns:a="http://schemas.openxmlformats.org/drawingml/2006/main">
              <a:ext uri="{FF2B5EF4-FFF2-40B4-BE49-F238E27FC236}">
                <a16:creationId xmlns:a16="http://schemas.microsoft.com/office/drawing/2014/main" id="{19347643-A4AB-43A8-BC94-FF140451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4619625"/>
            <a:ext cx="3810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27"/>
          </a:solidFill>
          <a:ln xmlns:a="http://schemas.openxmlformats.org/drawingml/2006/main" w="28575">
            <a:solidFill>
              <a:srgbClr val="54E7FF"/>
            </a:solidFill>
          </a:ln>
        </p:spPr>
      </p:sp>
      <p:sp>
        <p:nvSpPr>
          <p:cNvPr id="2" name="!!transport-block">
            <a:extLst xmlns:a="http://schemas.openxmlformats.org/drawingml/2006/main">
              <a:ext uri="{FF2B5EF4-FFF2-40B4-BE49-F238E27FC236}">
                <a16:creationId xmlns:a16="http://schemas.microsoft.com/office/drawing/2014/main" id="{B2AB140B-402E-475F-A6A7-FB4B46D1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4619625"/>
            <a:ext cx="3810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27"/>
          </a:solidFill>
          <a:ln xmlns:a="http://schemas.openxmlformats.org/drawingml/2006/main" w="28575">
            <a:solidFill>
              <a:srgbClr val="BAFA64"/>
            </a:solidFill>
          </a:ln>
        </p:spPr>
      </p:sp>
      <p:sp>
        <p:nvSpPr>
          <p:cNvPr id="3" name="!!infrastructure-block">
            <a:extLst xmlns:a="http://schemas.openxmlformats.org/drawingml/2006/main">
              <a:ext uri="{FF2B5EF4-FFF2-40B4-BE49-F238E27FC236}">
                <a16:creationId xmlns:a16="http://schemas.microsoft.com/office/drawing/2014/main" id="{8874B945-703D-4F22-BD50-DFB5004D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1524000"/>
            <a:ext cx="4572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27"/>
          </a:solidFill>
          <a:ln xmlns:a="http://schemas.openxmlformats.org/drawingml/2006/main" w="28575">
            <a:solidFill>
              <a:srgbClr val="FF659D"/>
            </a:solidFill>
          </a:ln>
        </p:spPr>
      </p:sp>
      <p:sp>
        <p:nvSpPr>
          <p:cNvPr id="4" name="!!community-label">
            <a:extLst xmlns:a="http://schemas.openxmlformats.org/drawingml/2006/main">
              <a:ext uri="{FF2B5EF4-FFF2-40B4-BE49-F238E27FC236}">
                <a16:creationId xmlns:a16="http://schemas.microsoft.com/office/drawing/2014/main" id="{D9DED31E-35EC-4E09-922B-421A8C058AC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48768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Không gian</a:t>
            </a:r>
          </a:p>
          <a:p xmlns:a="http://schemas.openxmlformats.org/drawingml/2006/main">
            <a:pPr algn="ctr">
              <a:def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cộng đồng</a:t>
            </a:r>
          </a:p>
        </p:txBody>
      </p:sp>
      <p:sp>
        <p:nvSpPr>
          <p:cNvPr id="5" name="!!transport-label">
            <a:extLst xmlns:a="http://schemas.openxmlformats.org/drawingml/2006/main">
              <a:ext uri="{FF2B5EF4-FFF2-40B4-BE49-F238E27FC236}">
                <a16:creationId xmlns:a16="http://schemas.microsoft.com/office/drawing/2014/main" id="{0DFA51E9-D345-4357-A669-8116652A2B4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48768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Giao thông</a:t>
            </a:r>
          </a:p>
          <a:p xmlns:a="http://schemas.openxmlformats.org/drawingml/2006/main">
            <a:pPr algn="ctr">
              <a:def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bền vững</a:t>
            </a:r>
          </a:p>
        </p:txBody>
      </p:sp>
      <p:sp>
        <p:nvSpPr>
          <p:cNvPr id="6" name="!!infrastructure-label">
            <a:extLst xmlns:a="http://schemas.openxmlformats.org/drawingml/2006/main">
              <a:ext uri="{FF2B5EF4-FFF2-40B4-BE49-F238E27FC236}">
                <a16:creationId xmlns:a16="http://schemas.microsoft.com/office/drawing/2014/main" id="{FF2EECB2-8F17-4E89-B6EC-425CF8BCF7C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20193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rPr>
              <a:t>Hạ tầng</a:t>
            </a:r>
          </a:p>
          <a:p xmlns:a="http://schemas.openxmlformats.org/drawingml/2006/main">
            <a:pPr algn="ctr">
              <a:def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rPr>
              <a:t>thích ứng</a:t>
            </a:r>
          </a:p>
        </p:txBody>
      </p:sp>
      <p:sp>
        <p:nvSpPr>
          <p:cNvPr id="7" name="!!title">
            <a:extLst xmlns:a="http://schemas.openxmlformats.org/drawingml/2006/main">
              <a:ext uri="{FF2B5EF4-FFF2-40B4-BE49-F238E27FC236}">
                <a16:creationId xmlns:a16="http://schemas.microsoft.com/office/drawing/2014/main" id="{DE4BE8D6-F58B-4D99-84B3-88076CFDFB2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85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7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Thành phố đáng sống</a:t>
            </a:r>
          </a:p>
        </p:txBody>
      </p:sp>
      <p:sp>
        <p:nvSpPr>
          <p:cNvPr id="8" name="!!footer">
            <a:extLst xmlns:a="http://schemas.openxmlformats.org/drawingml/2006/main">
              <a:ext uri="{FF2B5EF4-FFF2-40B4-BE49-F238E27FC236}">
                <a16:creationId xmlns:a16="http://schemas.microsoft.com/office/drawing/2014/main" id="{AC107D17-B069-4BFD-814B-D80B732BB33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63246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rPr>
              <a:t>Đề xuất minh họa</a:t>
            </a:r>
          </a:p>
        </p:txBody>
      </p:sp>
    </p:spTree>
    <p:extLst>
      <p:ext uri="{BB962C8B-B14F-4D97-AF65-F5344CB8AC3E}">
        <p14:creationId val="346259723"/>
      </p:ext>
    </p:extLst>
  </p:cSld>
  <mc:AlternateContent>
    <mc:Choice Requires="p159 p14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2026-10-04T04:03:08.9570000Z</dcterms:created>
  <dcterms:modified xsi:type="dcterms:W3CDTF">2026-10-04T04:03:08.9580000Z</dcterms:modified>
</coreProperties>
</file>