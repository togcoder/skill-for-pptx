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9c97be103a4917" /><Relationship Type="http://schemas.openxmlformats.org/officeDocument/2006/relationships/extended-properties" Target="/docProps/app.xml" Id="R5f8f5014415541f8" /><Relationship Type="http://schemas.openxmlformats.org/officeDocument/2006/relationships/officeDocument" Target="/ppt/presentation.xml" Id="Reac6fbf3c71c4e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f7aeb4dc104383"/>
  </p:sldMasterIdLst>
  <p:notesMasterIdLst>
    <p:notesMasterId xmlns:r="http://schemas.openxmlformats.org/officeDocument/2006/relationships" r:id="Rf21672fb915d49ec"/>
  </p:notesMasterIdLst>
  <p:sldIdLst>
    <p:sldId xmlns:r="http://schemas.openxmlformats.org/officeDocument/2006/relationships" id="256" r:id="R6fe17a0219ca412e"/>
    <p:sldId xmlns:r="http://schemas.openxmlformats.org/officeDocument/2006/relationships" id="257" r:id="Rcee3160501c44df5"/>
    <p:sldId xmlns:r="http://schemas.openxmlformats.org/officeDocument/2006/relationships" id="258" r:id="R4b5a01ed665b48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3d9c8ea32d4070" /><Relationship Type="http://schemas.openxmlformats.org/officeDocument/2006/relationships/slideMaster" Target="/ppt/slideMasters/slideMaster1.xml" Id="R83f7aeb4dc104383" /><Relationship Type="http://schemas.openxmlformats.org/officeDocument/2006/relationships/notesMaster" Target="/ppt/notesMasters/notesMaster1.xml" Id="Rf21672fb915d49ec" /><Relationship Type="http://schemas.openxmlformats.org/officeDocument/2006/relationships/presProps" Target="/ppt/presProps.xml" Id="R56e08d1c6f094e97" /><Relationship Type="http://schemas.openxmlformats.org/officeDocument/2006/relationships/tableStyles" Target="/ppt/tableStyles.xml" Id="Rd1c7ba56179b45ef" /><Relationship Type="http://schemas.openxmlformats.org/officeDocument/2006/relationships/slide" Target="/ppt/slides/slide1.xml" Id="R6fe17a0219ca412e" /><Relationship Type="http://schemas.openxmlformats.org/officeDocument/2006/relationships/slide" Target="/ppt/slides/slide2.xml" Id="Rcee3160501c44df5" /><Relationship Type="http://schemas.openxmlformats.org/officeDocument/2006/relationships/slide" Target="/ppt/slides/slide3.xml" Id="R4b5a01ed665b48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2d47dc0b884e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4666f7be394da3" /><Relationship Type="http://schemas.openxmlformats.org/officeDocument/2006/relationships/notesMaster" Target="/ppt/notesMasters/notesMaster1.xml" Id="Rc4ee703614eb4f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b9f4fb79f44ddf" /><Relationship Type="http://schemas.openxmlformats.org/officeDocument/2006/relationships/notesMaster" Target="/ppt/notesMasters/notesMaster1.xml" Id="R3733327d94db41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d9dc05422a4c73" /><Relationship Type="http://schemas.openxmlformats.org/officeDocument/2006/relationships/notesMaster" Target="/ppt/notesMasters/notesMaster1.xml" Id="R283b3953942942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Sơ đồ đề xuất minh họa, không phải dữ liệu hay cam kết thực tế.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Sơ đồ đề xuất minh họa, không phải dữ liệu hay cam kết thực tế.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Sơ đồ đề xuất minh họa, không phải dữ liệu hay cam kết thực tế.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4feff27d84445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72074aa4c042a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fd1291dce14a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caa70e006b4de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93682df200488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d41830d3434c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29219F1-FB62-4546-8E0C-7C0C0816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3F372EB-9885-470E-ACC3-BA12FF8707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4388AD4-ECFD-4CBE-B080-101F4D2933C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348AE50-55E7-4AFF-908F-5CE14F12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3EBC36B-1250-4EE1-861B-5DF22870EC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083BE7C-4054-400B-B9E4-848FBBB8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C7B0B42-B4AB-494C-8954-69D540FD0D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07739AB-5837-4B7A-ADA0-01154720D4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1340A5A-0254-4A21-BBB5-65F9F196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815BF7C-FC30-40F0-828B-C6C346D596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FFD12D-A855-446B-860A-9E9717A978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D12F88A-CADB-40B6-BF1E-982FA2FFC48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11935F0-38B5-45B6-8A2F-A034C431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48C6F3D-D40C-4F39-9C3B-96901F8AE8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9C5890-0C45-49B8-BF15-678F1BEA21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a14ed3901d49b3" /><Relationship Type="http://schemas.openxmlformats.org/officeDocument/2006/relationships/slideLayout" Target="/ppt/slideLayouts/slideLayout1.xml" Id="Rc44de417cd8c4f54" /><Relationship Type="http://schemas.openxmlformats.org/officeDocument/2006/relationships/slideLayout" Target="/ppt/slideLayouts/slideLayout2.xml" Id="Re4e19a38c8a54e93" /><Relationship Type="http://schemas.openxmlformats.org/officeDocument/2006/relationships/slideLayout" Target="/ppt/slideLayouts/slideLayout3.xml" Id="Rd59f1ed8b6e34d6b" /><Relationship Type="http://schemas.openxmlformats.org/officeDocument/2006/relationships/slideLayout" Target="/ppt/slideLayouts/slideLayout4.xml" Id="R15f8f096ade2470b" /><Relationship Type="http://schemas.openxmlformats.org/officeDocument/2006/relationships/slideLayout" Target="/ppt/slideLayouts/slideLayout5.xml" Id="R2adf24133a8d4f1f" /><Relationship Type="http://schemas.openxmlformats.org/officeDocument/2006/relationships/slideLayout" Target="/ppt/slideLayouts/slideLayout6.xml" Id="Rce7cc5a81fb346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4de417cd8c4f54"/>
    <p:sldLayoutId xmlns:r="http://schemas.openxmlformats.org/officeDocument/2006/relationships" id="2147483650" r:id="Re4e19a38c8a54e93"/>
    <p:sldLayoutId xmlns:r="http://schemas.openxmlformats.org/officeDocument/2006/relationships" id="2147483651" r:id="Rd59f1ed8b6e34d6b"/>
    <p:sldLayoutId xmlns:r="http://schemas.openxmlformats.org/officeDocument/2006/relationships" id="2147483652" r:id="R15f8f096ade2470b"/>
    <p:sldLayoutId xmlns:r="http://schemas.openxmlformats.org/officeDocument/2006/relationships" id="2147483653" r:id="R2adf24133a8d4f1f"/>
    <p:sldLayoutId xmlns:r="http://schemas.openxmlformats.org/officeDocument/2006/relationships" id="2147483654" r:id="Rce7cc5a81fb346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1f5f37a4bb4dcb" /><Relationship Type="http://schemas.openxmlformats.org/officeDocument/2006/relationships/notesSlide" Target="/ppt/notesSlides/notesSlide1.xml" Id="Rb4095db3043148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d6b0b350134ecc" /><Relationship Type="http://schemas.openxmlformats.org/officeDocument/2006/relationships/notesSlide" Target="/ppt/notesSlides/notesSlide2.xml" Id="R2ec658624d3644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f09e8f827340db" /><Relationship Type="http://schemas.openxmlformats.org/officeDocument/2006/relationships/notesSlide" Target="/ppt/notesSlides/notesSlide3.xml" Id="R0cb6c05616f54d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!!community-block">
            <a:extLst xmlns:a="http://schemas.openxmlformats.org/drawingml/2006/main">
              <a:ext uri="{FF2B5EF4-FFF2-40B4-BE49-F238E27FC236}">
                <a16:creationId xmlns:a16="http://schemas.microsoft.com/office/drawing/2014/main" id="{46C365BF-4A9D-4410-9751-83600EE4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1943100"/>
            <a:ext cx="384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27"/>
          </a:solidFill>
          <a:ln xmlns:a="http://schemas.openxmlformats.org/drawingml/2006/main" w="28575">
            <a:solidFill>
              <a:srgbClr val="54E7FF"/>
            </a:solidFill>
          </a:ln>
        </p:spPr>
      </p:sp>
      <p:sp>
        <p:nvSpPr>
          <p:cNvPr id="2" name="!!transport-block">
            <a:extLst xmlns:a="http://schemas.openxmlformats.org/drawingml/2006/main">
              <a:ext uri="{FF2B5EF4-FFF2-40B4-BE49-F238E27FC236}">
                <a16:creationId xmlns:a16="http://schemas.microsoft.com/office/drawing/2014/main" id="{AE02918B-60CA-4B11-B45C-6E52C54C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" y="4838700"/>
            <a:ext cx="3543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27"/>
          </a:solidFill>
          <a:ln xmlns:a="http://schemas.openxmlformats.org/drawingml/2006/main" w="28575">
            <a:solidFill>
              <a:srgbClr val="BAFA64"/>
            </a:solidFill>
          </a:ln>
        </p:spPr>
      </p:sp>
      <p:sp>
        <p:nvSpPr>
          <p:cNvPr id="3" name="!!infrastructure-block">
            <a:extLst xmlns:a="http://schemas.openxmlformats.org/drawingml/2006/main">
              <a:ext uri="{FF2B5EF4-FFF2-40B4-BE49-F238E27FC236}">
                <a16:creationId xmlns:a16="http://schemas.microsoft.com/office/drawing/2014/main" id="{3600676B-B6A0-4E64-9A71-C58A2A0F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4850" y="4838700"/>
            <a:ext cx="3543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27"/>
          </a:solidFill>
          <a:ln xmlns:a="http://schemas.openxmlformats.org/drawingml/2006/main" w="28575">
            <a:solidFill>
              <a:srgbClr val="FF659D"/>
            </a:solidFill>
          </a:ln>
        </p:spPr>
      </p:sp>
      <p:sp>
        <p:nvSpPr>
          <p:cNvPr id="4" name="!!community-label">
            <a:extLst xmlns:a="http://schemas.openxmlformats.org/drawingml/2006/main">
              <a:ext uri="{FF2B5EF4-FFF2-40B4-BE49-F238E27FC236}">
                <a16:creationId xmlns:a16="http://schemas.microsoft.com/office/drawing/2014/main" id="{9661D48C-AE93-4261-9DE1-65B76E09B15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20193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Không gian</a:t>
            </a:r>
          </a:p>
          <a:p xmlns:a="http://schemas.openxmlformats.org/drawingml/2006/main">
            <a:pPr algn="ctr">
              <a:def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cộng đồng</a:t>
            </a:r>
          </a:p>
        </p:txBody>
      </p:sp>
      <p:sp>
        <p:nvSpPr>
          <p:cNvPr id="5" name="!!transport-label">
            <a:extLst xmlns:a="http://schemas.openxmlformats.org/drawingml/2006/main">
              <a:ext uri="{FF2B5EF4-FFF2-40B4-BE49-F238E27FC236}">
                <a16:creationId xmlns:a16="http://schemas.microsoft.com/office/drawing/2014/main" id="{59C3BACD-F729-4907-940F-123C6217E0D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48768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Giao thông</a:t>
            </a:r>
          </a:p>
          <a:p xmlns:a="http://schemas.openxmlformats.org/drawingml/2006/main">
            <a:pPr algn="ctr">
              <a:def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bền vững</a:t>
            </a:r>
          </a:p>
        </p:txBody>
      </p:sp>
      <p:sp>
        <p:nvSpPr>
          <p:cNvPr id="6" name="!!infrastructure-label">
            <a:extLst xmlns:a="http://schemas.openxmlformats.org/drawingml/2006/main">
              <a:ext uri="{FF2B5EF4-FFF2-40B4-BE49-F238E27FC236}">
                <a16:creationId xmlns:a16="http://schemas.microsoft.com/office/drawing/2014/main" id="{46D3165A-E40D-4FB9-875F-0F47A82A653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48768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rPr>
              <a:t>Hạ tầng</a:t>
            </a:r>
          </a:p>
          <a:p xmlns:a="http://schemas.openxmlformats.org/drawingml/2006/main">
            <a:pPr algn="ctr">
              <a:def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rPr>
              <a:t>thích ứng</a:t>
            </a:r>
          </a:p>
        </p:txBody>
      </p:sp>
      <p:sp>
        <p:nvSpPr>
          <p:cNvPr id="7" name="!!title">
            <a:extLst xmlns:a="http://schemas.openxmlformats.org/drawingml/2006/main">
              <a:ext uri="{FF2B5EF4-FFF2-40B4-BE49-F238E27FC236}">
                <a16:creationId xmlns:a16="http://schemas.microsoft.com/office/drawing/2014/main" id="{78CA5FB4-543D-466E-92CB-B2AD8FE242C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85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7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Thành phố đáng sống</a:t>
            </a:r>
          </a:p>
        </p:txBody>
      </p:sp>
      <p:sp>
        <p:nvSpPr>
          <p:cNvPr id="8" name="!!footer">
            <a:extLst xmlns:a="http://schemas.openxmlformats.org/drawingml/2006/main">
              <a:ext uri="{FF2B5EF4-FFF2-40B4-BE49-F238E27FC236}">
                <a16:creationId xmlns:a16="http://schemas.microsoft.com/office/drawing/2014/main" id="{8E19498B-F864-4343-A239-79C7A0B15CF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63246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rPr>
              <a:t>Đề xuất minh họa</a:t>
            </a:r>
          </a:p>
        </p:txBody>
      </p:sp>
    </p:spTree>
    <p:extLst>
      <p:ext uri="{BB962C8B-B14F-4D97-AF65-F5344CB8AC3E}">
        <p14:creationId xmlns:p14="http://schemas.microsoft.com/office/powerpoint/2010/main" val="87281503"/>
      </p:ext>
    </p:extLst>
  </p:cSld>
</p:sld>
</file>

<file path=ppt/slides/slide2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!!community-block">
            <a:extLst xmlns:a="http://schemas.openxmlformats.org/drawingml/2006/main">
              <a:ext uri="{FF2B5EF4-FFF2-40B4-BE49-F238E27FC236}">
                <a16:creationId xmlns:a16="http://schemas.microsoft.com/office/drawing/2014/main" id="{35EF66A2-E172-4535-9793-1CC9142C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4850" y="4838700"/>
            <a:ext cx="3543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27"/>
          </a:solidFill>
          <a:ln xmlns:a="http://schemas.openxmlformats.org/drawingml/2006/main" w="28575">
            <a:solidFill>
              <a:srgbClr val="54E7FF"/>
            </a:solidFill>
          </a:ln>
        </p:spPr>
      </p:sp>
      <p:sp>
        <p:nvSpPr>
          <p:cNvPr id="2" name="!!transport-block">
            <a:extLst xmlns:a="http://schemas.openxmlformats.org/drawingml/2006/main">
              <a:ext uri="{FF2B5EF4-FFF2-40B4-BE49-F238E27FC236}">
                <a16:creationId xmlns:a16="http://schemas.microsoft.com/office/drawing/2014/main" id="{588AA590-04DE-42FA-BA02-D1C10088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1943100"/>
            <a:ext cx="384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27"/>
          </a:solidFill>
          <a:ln xmlns:a="http://schemas.openxmlformats.org/drawingml/2006/main" w="28575">
            <a:solidFill>
              <a:srgbClr val="BAFA64"/>
            </a:solidFill>
          </a:ln>
        </p:spPr>
      </p:sp>
      <p:sp>
        <p:nvSpPr>
          <p:cNvPr id="3" name="!!infrastructure-block">
            <a:extLst xmlns:a="http://schemas.openxmlformats.org/drawingml/2006/main">
              <a:ext uri="{FF2B5EF4-FFF2-40B4-BE49-F238E27FC236}">
                <a16:creationId xmlns:a16="http://schemas.microsoft.com/office/drawing/2014/main" id="{8DA37126-04E5-4B40-A75C-A82C3E8C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" y="4838700"/>
            <a:ext cx="3543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27"/>
          </a:solidFill>
          <a:ln xmlns:a="http://schemas.openxmlformats.org/drawingml/2006/main" w="28575">
            <a:solidFill>
              <a:srgbClr val="FF659D"/>
            </a:solidFill>
          </a:ln>
        </p:spPr>
      </p:sp>
      <p:sp>
        <p:nvSpPr>
          <p:cNvPr id="4" name="!!community-label">
            <a:extLst xmlns:a="http://schemas.openxmlformats.org/drawingml/2006/main">
              <a:ext uri="{FF2B5EF4-FFF2-40B4-BE49-F238E27FC236}">
                <a16:creationId xmlns:a16="http://schemas.microsoft.com/office/drawing/2014/main" id="{8499D9A6-597F-4E2F-8215-983AC881D12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48768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Không gian</a:t>
            </a:r>
          </a:p>
          <a:p xmlns:a="http://schemas.openxmlformats.org/drawingml/2006/main">
            <a:pPr algn="ctr">
              <a:def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cộng đồng</a:t>
            </a:r>
          </a:p>
        </p:txBody>
      </p:sp>
      <p:sp>
        <p:nvSpPr>
          <p:cNvPr id="5" name="!!transport-label">
            <a:extLst xmlns:a="http://schemas.openxmlformats.org/drawingml/2006/main">
              <a:ext uri="{FF2B5EF4-FFF2-40B4-BE49-F238E27FC236}">
                <a16:creationId xmlns:a16="http://schemas.microsoft.com/office/drawing/2014/main" id="{DA99C99B-B1CB-4491-B7F8-0501C5E98A5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20193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Giao thông</a:t>
            </a:r>
          </a:p>
          <a:p xmlns:a="http://schemas.openxmlformats.org/drawingml/2006/main">
            <a:pPr algn="ctr">
              <a:def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bền vững</a:t>
            </a:r>
          </a:p>
        </p:txBody>
      </p:sp>
      <p:sp>
        <p:nvSpPr>
          <p:cNvPr id="6" name="!!infrastructure-label">
            <a:extLst xmlns:a="http://schemas.openxmlformats.org/drawingml/2006/main">
              <a:ext uri="{FF2B5EF4-FFF2-40B4-BE49-F238E27FC236}">
                <a16:creationId xmlns:a16="http://schemas.microsoft.com/office/drawing/2014/main" id="{F79B0284-B835-45D0-8F94-192C0B75EE2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48768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rPr>
              <a:t>Hạ tầng</a:t>
            </a:r>
          </a:p>
          <a:p xmlns:a="http://schemas.openxmlformats.org/drawingml/2006/main">
            <a:pPr algn="ctr">
              <a:def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rPr>
              <a:t>thích ứng</a:t>
            </a:r>
          </a:p>
        </p:txBody>
      </p:sp>
      <p:sp>
        <p:nvSpPr>
          <p:cNvPr id="7" name="!!title">
            <a:extLst xmlns:a="http://schemas.openxmlformats.org/drawingml/2006/main">
              <a:ext uri="{FF2B5EF4-FFF2-40B4-BE49-F238E27FC236}">
                <a16:creationId xmlns:a16="http://schemas.microsoft.com/office/drawing/2014/main" id="{629836B1-08CE-45C6-AD3E-CB6938E58BA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85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7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Thành phố đáng sống</a:t>
            </a:r>
          </a:p>
        </p:txBody>
      </p:sp>
      <p:sp>
        <p:nvSpPr>
          <p:cNvPr id="8" name="!!footer">
            <a:extLst xmlns:a="http://schemas.openxmlformats.org/drawingml/2006/main">
              <a:ext uri="{FF2B5EF4-FFF2-40B4-BE49-F238E27FC236}">
                <a16:creationId xmlns:a16="http://schemas.microsoft.com/office/drawing/2014/main" id="{D8072B38-FBD7-47B2-A0BD-507F510B179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63246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rPr>
              <a:t>Đề xuất minh họa</a:t>
            </a:r>
          </a:p>
        </p:txBody>
      </p:sp>
    </p:spTree>
    <p:extLst>
      <p:ext uri="{BB962C8B-B14F-4D97-AF65-F5344CB8AC3E}">
        <p14:creationId val="3317019"/>
      </p:ext>
    </p:extLst>
  </p:cSld>
  <mc:AlternateContent>
    <mc:Choice Requires="p159 p14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!!community-block">
            <a:extLst xmlns:a="http://schemas.openxmlformats.org/drawingml/2006/main">
              <a:ext uri="{FF2B5EF4-FFF2-40B4-BE49-F238E27FC236}">
                <a16:creationId xmlns:a16="http://schemas.microsoft.com/office/drawing/2014/main" id="{E3066930-6B7F-4AD2-BFCD-25C0734D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" y="4838700"/>
            <a:ext cx="3543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27"/>
          </a:solidFill>
          <a:ln xmlns:a="http://schemas.openxmlformats.org/drawingml/2006/main" w="28575">
            <a:solidFill>
              <a:srgbClr val="54E7FF"/>
            </a:solidFill>
          </a:ln>
        </p:spPr>
      </p:sp>
      <p:sp>
        <p:nvSpPr>
          <p:cNvPr id="2" name="!!transport-block">
            <a:extLst xmlns:a="http://schemas.openxmlformats.org/drawingml/2006/main">
              <a:ext uri="{FF2B5EF4-FFF2-40B4-BE49-F238E27FC236}">
                <a16:creationId xmlns:a16="http://schemas.microsoft.com/office/drawing/2014/main" id="{78D04798-F471-4473-B10F-8F50FD69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4850" y="4838700"/>
            <a:ext cx="3543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27"/>
          </a:solidFill>
          <a:ln xmlns:a="http://schemas.openxmlformats.org/drawingml/2006/main" w="28575">
            <a:solidFill>
              <a:srgbClr val="BAFA64"/>
            </a:solidFill>
          </a:ln>
        </p:spPr>
      </p:sp>
      <p:sp>
        <p:nvSpPr>
          <p:cNvPr id="3" name="!!infrastructure-block">
            <a:extLst xmlns:a="http://schemas.openxmlformats.org/drawingml/2006/main">
              <a:ext uri="{FF2B5EF4-FFF2-40B4-BE49-F238E27FC236}">
                <a16:creationId xmlns:a16="http://schemas.microsoft.com/office/drawing/2014/main" id="{E20740DD-A5D8-45D0-A8EC-603D6ED5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1943100"/>
            <a:ext cx="384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27"/>
          </a:solidFill>
          <a:ln xmlns:a="http://schemas.openxmlformats.org/drawingml/2006/main" w="28575">
            <a:solidFill>
              <a:srgbClr val="FF659D"/>
            </a:solidFill>
          </a:ln>
        </p:spPr>
      </p:sp>
      <p:sp>
        <p:nvSpPr>
          <p:cNvPr id="4" name="!!community-label">
            <a:extLst xmlns:a="http://schemas.openxmlformats.org/drawingml/2006/main">
              <a:ext uri="{FF2B5EF4-FFF2-40B4-BE49-F238E27FC236}">
                <a16:creationId xmlns:a16="http://schemas.microsoft.com/office/drawing/2014/main" id="{E6B1519C-8D95-483D-90CF-67374959423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48768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Không gian</a:t>
            </a:r>
          </a:p>
          <a:p xmlns:a="http://schemas.openxmlformats.org/drawingml/2006/main">
            <a:pPr algn="ctr">
              <a:def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cộng đồng</a:t>
            </a:r>
          </a:p>
        </p:txBody>
      </p:sp>
      <p:sp>
        <p:nvSpPr>
          <p:cNvPr id="5" name="!!transport-label">
            <a:extLst xmlns:a="http://schemas.openxmlformats.org/drawingml/2006/main">
              <a:ext uri="{FF2B5EF4-FFF2-40B4-BE49-F238E27FC236}">
                <a16:creationId xmlns:a16="http://schemas.microsoft.com/office/drawing/2014/main" id="{C5CC2531-4CEB-474B-A7FD-4385EC6F06A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48768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Giao thông</a:t>
            </a:r>
          </a:p>
          <a:p xmlns:a="http://schemas.openxmlformats.org/drawingml/2006/main">
            <a:pPr algn="ctr">
              <a:def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bền vững</a:t>
            </a:r>
          </a:p>
        </p:txBody>
      </p:sp>
      <p:sp>
        <p:nvSpPr>
          <p:cNvPr id="6" name="!!infrastructure-label">
            <a:extLst xmlns:a="http://schemas.openxmlformats.org/drawingml/2006/main">
              <a:ext uri="{FF2B5EF4-FFF2-40B4-BE49-F238E27FC236}">
                <a16:creationId xmlns:a16="http://schemas.microsoft.com/office/drawing/2014/main" id="{0A99D6D0-EC8E-477A-8EE6-A21BA1E480C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20193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rPr>
              <a:t>Hạ tầng</a:t>
            </a:r>
          </a:p>
          <a:p xmlns:a="http://schemas.openxmlformats.org/drawingml/2006/main">
            <a:pPr algn="ctr">
              <a:def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rPr>
              <a:t>thích ứng</a:t>
            </a:r>
          </a:p>
        </p:txBody>
      </p:sp>
      <p:sp>
        <p:nvSpPr>
          <p:cNvPr id="7" name="!!title">
            <a:extLst xmlns:a="http://schemas.openxmlformats.org/drawingml/2006/main">
              <a:ext uri="{FF2B5EF4-FFF2-40B4-BE49-F238E27FC236}">
                <a16:creationId xmlns:a16="http://schemas.microsoft.com/office/drawing/2014/main" id="{FD47CAB0-D736-4075-B147-05F6C765B5C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85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7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Thành phố đáng sống</a:t>
            </a:r>
          </a:p>
        </p:txBody>
      </p:sp>
      <p:sp>
        <p:nvSpPr>
          <p:cNvPr id="8" name="!!footer">
            <a:extLst xmlns:a="http://schemas.openxmlformats.org/drawingml/2006/main">
              <a:ext uri="{FF2B5EF4-FFF2-40B4-BE49-F238E27FC236}">
                <a16:creationId xmlns:a16="http://schemas.microsoft.com/office/drawing/2014/main" id="{2EFF8BFC-38A1-4575-BD66-973E88EDFCC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63246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rPr>
              <a:t>Đề xuất minh họa</a:t>
            </a:r>
          </a:p>
        </p:txBody>
      </p:sp>
    </p:spTree>
    <p:extLst>
      <p:ext uri="{BB962C8B-B14F-4D97-AF65-F5344CB8AC3E}">
        <p14:creationId val="1580942773"/>
      </p:ext>
    </p:extLst>
  </p:cSld>
  <mc:AlternateContent>
    <mc:Choice Requires="p159 p14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2026-10-04T13:56:21.9540000Z</dcterms:created>
  <dcterms:modified xsi:type="dcterms:W3CDTF">2026-10-04T13:56:21.9540000Z</dcterms:modified>
</coreProperties>
</file>