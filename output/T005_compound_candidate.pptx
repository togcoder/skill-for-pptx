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1cdf50f36e4378" /><Relationship Type="http://schemas.openxmlformats.org/officeDocument/2006/relationships/extended-properties" Target="/docProps/app.xml" Id="Rf5cf825a5c1b45d3" /><Relationship Type="http://schemas.openxmlformats.org/officeDocument/2006/relationships/officeDocument" Target="/ppt/presentation.xml" Id="R6a1252d90bb743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2ca215744045c7"/>
  </p:sldMasterIdLst>
  <p:notesMasterIdLst>
    <p:notesMasterId xmlns:r="http://schemas.openxmlformats.org/officeDocument/2006/relationships" r:id="R5c1421ff697e41ec"/>
  </p:notesMasterIdLst>
  <p:sldIdLst>
    <p:sldId xmlns:r="http://schemas.openxmlformats.org/officeDocument/2006/relationships" id="256" r:id="Rd697910693ac4140"/>
    <p:sldId xmlns:r="http://schemas.openxmlformats.org/officeDocument/2006/relationships" id="257" r:id="Rd9136e1222264809"/>
    <p:sldId xmlns:r="http://schemas.openxmlformats.org/officeDocument/2006/relationships" id="258" r:id="R40f69bb9d2a84d0d"/>
    <p:sldId xmlns:r="http://schemas.openxmlformats.org/officeDocument/2006/relationships" id="259" r:id="R7efc55df3ec64bba"/>
    <p:sldId xmlns:r="http://schemas.openxmlformats.org/officeDocument/2006/relationships" id="260" r:id="R473940010e0541ed"/>
    <p:sldId xmlns:r="http://schemas.openxmlformats.org/officeDocument/2006/relationships" id="261" r:id="Re5daa4b09fd54c37"/>
    <p:sldId xmlns:r="http://schemas.openxmlformats.org/officeDocument/2006/relationships" id="262" r:id="R89b6b1542adf4b92"/>
    <p:sldId xmlns:r="http://schemas.openxmlformats.org/officeDocument/2006/relationships" id="263" r:id="Rf7ebf7eba66a4bc4"/>
    <p:sldId xmlns:r="http://schemas.openxmlformats.org/officeDocument/2006/relationships" id="264" r:id="R02786496f6c14ee9"/>
    <p:sldId xmlns:r="http://schemas.openxmlformats.org/officeDocument/2006/relationships" id="265" r:id="Reb482ad4e240428c"/>
    <p:sldId xmlns:r="http://schemas.openxmlformats.org/officeDocument/2006/relationships" id="266" r:id="R1f6f3da0a7984bbf"/>
    <p:sldId xmlns:r="http://schemas.openxmlformats.org/officeDocument/2006/relationships" id="267" r:id="R46b2c921c84b4f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080ba1c0f14d11" /><Relationship Type="http://schemas.openxmlformats.org/officeDocument/2006/relationships/slideMaster" Target="/ppt/slideMasters/slideMaster1.xml" Id="R642ca215744045c7" /><Relationship Type="http://schemas.openxmlformats.org/officeDocument/2006/relationships/notesMaster" Target="/ppt/notesMasters/notesMaster1.xml" Id="R5c1421ff697e41ec" /><Relationship Type="http://schemas.openxmlformats.org/officeDocument/2006/relationships/presProps" Target="/ppt/presProps.xml" Id="R343dc2bd69e846b7" /><Relationship Type="http://schemas.openxmlformats.org/officeDocument/2006/relationships/tableStyles" Target="/ppt/tableStyles.xml" Id="Ra8e5409899f04493" /><Relationship Type="http://schemas.openxmlformats.org/officeDocument/2006/relationships/slide" Target="/ppt/slides/slide1.xml" Id="Rd697910693ac4140" /><Relationship Type="http://schemas.openxmlformats.org/officeDocument/2006/relationships/slide" Target="/ppt/slides/slide2.xml" Id="Rd9136e1222264809" /><Relationship Type="http://schemas.openxmlformats.org/officeDocument/2006/relationships/slide" Target="/ppt/slides/slide3.xml" Id="R40f69bb9d2a84d0d" /><Relationship Type="http://schemas.openxmlformats.org/officeDocument/2006/relationships/slide" Target="/ppt/slides/slide4.xml" Id="R7efc55df3ec64bba" /><Relationship Type="http://schemas.openxmlformats.org/officeDocument/2006/relationships/slide" Target="/ppt/slides/slide5.xml" Id="R473940010e0541ed" /><Relationship Type="http://schemas.openxmlformats.org/officeDocument/2006/relationships/slide" Target="/ppt/slides/slide6.xml" Id="Re5daa4b09fd54c37" /><Relationship Type="http://schemas.openxmlformats.org/officeDocument/2006/relationships/slide" Target="/ppt/slides/slide7.xml" Id="R89b6b1542adf4b92" /><Relationship Type="http://schemas.openxmlformats.org/officeDocument/2006/relationships/slide" Target="/ppt/slides/slide8.xml" Id="Rf7ebf7eba66a4bc4" /><Relationship Type="http://schemas.openxmlformats.org/officeDocument/2006/relationships/slide" Target="/ppt/slides/slide9.xml" Id="R02786496f6c14ee9" /><Relationship Type="http://schemas.openxmlformats.org/officeDocument/2006/relationships/slide" Target="/ppt/slides/slide10.xml" Id="Reb482ad4e240428c" /><Relationship Type="http://schemas.openxmlformats.org/officeDocument/2006/relationships/slide" Target="/ppt/slides/slide11.xml" Id="R1f6f3da0a7984bbf" /><Relationship Type="http://schemas.openxmlformats.org/officeDocument/2006/relationships/slide" Target="/ppt/slides/slide12.xml" Id="R46b2c921c84b4f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19fdcbac174b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186ee5fe9e49ce" /><Relationship Type="http://schemas.openxmlformats.org/officeDocument/2006/relationships/notesMaster" Target="/ppt/notesMasters/notesMaster1.xml" Id="Re5c854cfde2843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20452f267649df" /><Relationship Type="http://schemas.openxmlformats.org/officeDocument/2006/relationships/notesMaster" Target="/ppt/notesMasters/notesMaster1.xml" Id="R65990e3785dc4b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a76c9bc4ec4808" /><Relationship Type="http://schemas.openxmlformats.org/officeDocument/2006/relationships/notesMaster" Target="/ppt/notesMasters/notesMaster1.xml" Id="R0b1f827cc5674d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2a2dfbe42142e1" /><Relationship Type="http://schemas.openxmlformats.org/officeDocument/2006/relationships/notesMaster" Target="/ppt/notesMasters/notesMaster1.xml" Id="R4676b27d193e46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ebae68cc1e4c71" /><Relationship Type="http://schemas.openxmlformats.org/officeDocument/2006/relationships/notesMaster" Target="/ppt/notesMasters/notesMaster1.xml" Id="R21baab7a131e43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9accdc77c14823" /><Relationship Type="http://schemas.openxmlformats.org/officeDocument/2006/relationships/notesMaster" Target="/ppt/notesMasters/notesMaster1.xml" Id="Rb5870f139ccf49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63a1ef64a4454e" /><Relationship Type="http://schemas.openxmlformats.org/officeDocument/2006/relationships/notesMaster" Target="/ppt/notesMasters/notesMaster1.xml" Id="Rc9796884404b42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d3b6e0889b45df" /><Relationship Type="http://schemas.openxmlformats.org/officeDocument/2006/relationships/notesMaster" Target="/ppt/notesMasters/notesMaster1.xml" Id="Rc63924e7ce0943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27881aefd64ddd" /><Relationship Type="http://schemas.openxmlformats.org/officeDocument/2006/relationships/notesMaster" Target="/ppt/notesMasters/notesMaster1.xml" Id="R7a15f11852064c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3a06d607024188" /><Relationship Type="http://schemas.openxmlformats.org/officeDocument/2006/relationships/notesMaster" Target="/ppt/notesMasters/notesMaster1.xml" Id="R1796eb51ec664f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acfcfc972346ca" /><Relationship Type="http://schemas.openxmlformats.org/officeDocument/2006/relationships/notesMaster" Target="/ppt/notesMasters/notesMaster1.xml" Id="R89e4851b69e449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66eca497894745" /><Relationship Type="http://schemas.openxmlformats.org/officeDocument/2006/relationships/notesMaster" Target="/ppt/notesMasters/notesMaster1.xml" Id="Rd0068e81f2544b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Lõi hệ thống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 nút thành một vòng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Xoay thuận chiều kim đồng hồ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Xoay thuận chiều kim đồng hồ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Xoay thuận chiều kim đồng hồ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Xoay thuận chiều kim đồng hồ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Xoay thuận chiều kim đồng hồ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Xoay thuận chiều kim đồng hồ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Phóng nút 03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lớp bên trong nút 03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Ghép lại nút 03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Trở về hệ thống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c5f74b43947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5ee3555694b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78d24df8924d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a2b8b389b48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5eeaceaee45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1c6418b7b4f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313DD1A-E3F1-42FE-B3ED-81DE1FFB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7C56FD-44B3-403E-AA94-64EF5155FD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11DA900-EB5C-4CC8-8E93-797AA0AE48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9FE9A59-AE0B-4843-84AC-28ED4B15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542825-C4BF-452C-ACDB-305D7EB356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0D60D96-507D-4791-927E-1CB8AD8A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760492-14FB-4FCF-A3BD-094FC3E067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0753B61-0023-4BD0-B08B-6AE0750FC7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7F86F39-0BC3-4443-B625-445541EF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3C7CD2E-77D5-4BA6-AAD7-89088B7385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610828-779D-4694-BE31-BF664CF2D8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49BDDD8-FFDD-4648-9C90-F66C72D3D6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556EE06-088F-43D4-B104-5D5C34E4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3B35E1A-5349-4F0A-8DE7-796966E4D2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348415-1F82-47AA-990B-7D3B4956FC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816cc680904aee" /><Relationship Type="http://schemas.openxmlformats.org/officeDocument/2006/relationships/slideLayout" Target="/ppt/slideLayouts/slideLayout1.xml" Id="R370ef583d0b24ace" /><Relationship Type="http://schemas.openxmlformats.org/officeDocument/2006/relationships/slideLayout" Target="/ppt/slideLayouts/slideLayout2.xml" Id="R81870cc3a8f245f1" /><Relationship Type="http://schemas.openxmlformats.org/officeDocument/2006/relationships/slideLayout" Target="/ppt/slideLayouts/slideLayout3.xml" Id="Rb355d94bc84141f4" /><Relationship Type="http://schemas.openxmlformats.org/officeDocument/2006/relationships/slideLayout" Target="/ppt/slideLayouts/slideLayout4.xml" Id="R15195525313c4d17" /><Relationship Type="http://schemas.openxmlformats.org/officeDocument/2006/relationships/slideLayout" Target="/ppt/slideLayouts/slideLayout5.xml" Id="Rd72aa0cf94f24baa" /><Relationship Type="http://schemas.openxmlformats.org/officeDocument/2006/relationships/slideLayout" Target="/ppt/slideLayouts/slideLayout6.xml" Id="R926f438ee40745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0ef583d0b24ace"/>
    <p:sldLayoutId xmlns:r="http://schemas.openxmlformats.org/officeDocument/2006/relationships" id="2147483650" r:id="R81870cc3a8f245f1"/>
    <p:sldLayoutId xmlns:r="http://schemas.openxmlformats.org/officeDocument/2006/relationships" id="2147483651" r:id="Rb355d94bc84141f4"/>
    <p:sldLayoutId xmlns:r="http://schemas.openxmlformats.org/officeDocument/2006/relationships" id="2147483652" r:id="R15195525313c4d17"/>
    <p:sldLayoutId xmlns:r="http://schemas.openxmlformats.org/officeDocument/2006/relationships" id="2147483653" r:id="Rd72aa0cf94f24baa"/>
    <p:sldLayoutId xmlns:r="http://schemas.openxmlformats.org/officeDocument/2006/relationships" id="2147483654" r:id="R926f438ee40745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5e0307e194688" /><Relationship Type="http://schemas.openxmlformats.org/officeDocument/2006/relationships/notesSlide" Target="/ppt/notesSlides/notesSlide1.xml" Id="R678c4c3a3a784c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a108df22fa4297" /><Relationship Type="http://schemas.openxmlformats.org/officeDocument/2006/relationships/notesSlide" Target="/ppt/notesSlides/notesSlide2.xml" Id="R85945c6d316946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1603da09334e23" /><Relationship Type="http://schemas.openxmlformats.org/officeDocument/2006/relationships/notesSlide" Target="/ppt/notesSlides/notesSlide3.xml" Id="R586b92c80d8343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06fdd18ab946c8" /><Relationship Type="http://schemas.openxmlformats.org/officeDocument/2006/relationships/notesSlide" Target="/ppt/notesSlides/notesSlide4.xml" Id="R9537f5ce83dd45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4e4aac90e48c7" /><Relationship Type="http://schemas.openxmlformats.org/officeDocument/2006/relationships/notesSlide" Target="/ppt/notesSlides/notesSlide5.xml" Id="Ra3d0a23529254a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2985780ebc4be0" /><Relationship Type="http://schemas.openxmlformats.org/officeDocument/2006/relationships/notesSlide" Target="/ppt/notesSlides/notesSlide6.xml" Id="R62e2a35eeae04f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4fd8a63daa4b49" /><Relationship Type="http://schemas.openxmlformats.org/officeDocument/2006/relationships/notesSlide" Target="/ppt/notesSlides/notesSlide7.xml" Id="Rb0d48d17a5dd4b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e08ceba7d94494" /><Relationship Type="http://schemas.openxmlformats.org/officeDocument/2006/relationships/notesSlide" Target="/ppt/notesSlides/notesSlide8.xml" Id="Rbf5375eb8c9b4b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8d6da0ad964f35" /><Relationship Type="http://schemas.openxmlformats.org/officeDocument/2006/relationships/notesSlide" Target="/ppt/notesSlides/notesSlide9.xml" Id="R3c8bafe35a804d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da5cfeb224f49" /><Relationship Type="http://schemas.openxmlformats.org/officeDocument/2006/relationships/notesSlide" Target="/ppt/notesSlides/notesSlide10.xml" Id="R4ac99f05ff114e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024900a3bf408e" /><Relationship Type="http://schemas.openxmlformats.org/officeDocument/2006/relationships/notesSlide" Target="/ppt/notesSlides/notesSlide11.xml" Id="R4e1af6f4afe644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153b7a812446e3" /><Relationship Type="http://schemas.openxmlformats.org/officeDocument/2006/relationships/notesSlide" Target="/ppt/notesSlides/notesSlide12.xml" Id="R54ad5264455745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node-1">
            <a:extLst xmlns:a="http://schemas.openxmlformats.org/drawingml/2006/main">
              <a:ext uri="{FF2B5EF4-FFF2-40B4-BE49-F238E27FC236}">
                <a16:creationId xmlns:a16="http://schemas.microsoft.com/office/drawing/2014/main" id="{B3A83FE6-CE2D-481A-B9D7-C1F97FF1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9B78036A-4539-44DE-9BD7-80877071010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4A731033-247A-4903-B9F2-5DDEC18A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DBD29D71-16EA-4D92-A74D-42F24C05B28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-layer-1">
            <a:extLst xmlns:a="http://schemas.openxmlformats.org/drawingml/2006/main">
              <a:ext uri="{FF2B5EF4-FFF2-40B4-BE49-F238E27FC236}">
                <a16:creationId xmlns:a16="http://schemas.microsoft.com/office/drawing/2014/main" id="{CAF8B812-3FFF-40E4-A139-DF5F3A89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6" name="!!node-3-layer-2">
            <a:extLst xmlns:a="http://schemas.openxmlformats.org/drawingml/2006/main">
              <a:ext uri="{FF2B5EF4-FFF2-40B4-BE49-F238E27FC236}">
                <a16:creationId xmlns:a16="http://schemas.microsoft.com/office/drawing/2014/main" id="{BAFC2E75-9D1A-468E-AA09-8970D122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7623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7" name="!!node-3-layer-3">
            <a:extLst xmlns:a="http://schemas.openxmlformats.org/drawingml/2006/main">
              <a:ext uri="{FF2B5EF4-FFF2-40B4-BE49-F238E27FC236}">
                <a16:creationId xmlns:a16="http://schemas.microsoft.com/office/drawing/2014/main" id="{8F01603C-878A-44BA-AAA0-DBD6BFF6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8766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8" name="!!node-3-layer-4">
            <a:extLst xmlns:a="http://schemas.openxmlformats.org/drawingml/2006/main">
              <a:ext uri="{FF2B5EF4-FFF2-40B4-BE49-F238E27FC236}">
                <a16:creationId xmlns:a16="http://schemas.microsoft.com/office/drawing/2014/main" id="{54224C88-BAAA-437A-82DB-2CDADCCE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9909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9"/>
          </a:solidFill>
          <a:ln xmlns:a="http://schemas.openxmlformats.org/drawingml/2006/main" w="0">
            <a:noFill/>
          </a:ln>
        </p:spPr>
      </p:sp>
      <p:sp>
        <p:nvSpPr>
          <p:cNvPr id="9" name="!!label-3">
            <a:extLst xmlns:a="http://schemas.openxmlformats.org/drawingml/2006/main">
              <a:ext uri="{FF2B5EF4-FFF2-40B4-BE49-F238E27FC236}">
                <a16:creationId xmlns:a16="http://schemas.microsoft.com/office/drawing/2014/main" id="{0AFB4892-E505-4FC2-AC9C-685EB53AF06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node-4">
            <a:extLst xmlns:a="http://schemas.openxmlformats.org/drawingml/2006/main">
              <a:ext uri="{FF2B5EF4-FFF2-40B4-BE49-F238E27FC236}">
                <a16:creationId xmlns:a16="http://schemas.microsoft.com/office/drawing/2014/main" id="{EFCA5DDD-346C-40B4-978E-81D1F8AA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1" name="!!label-4">
            <a:extLst xmlns:a="http://schemas.openxmlformats.org/drawingml/2006/main">
              <a:ext uri="{FF2B5EF4-FFF2-40B4-BE49-F238E27FC236}">
                <a16:creationId xmlns:a16="http://schemas.microsoft.com/office/drawing/2014/main" id="{F85002A8-508D-4C4D-8972-40D85EF70F2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2" name="!!node-5">
            <a:extLst xmlns:a="http://schemas.openxmlformats.org/drawingml/2006/main">
              <a:ext uri="{FF2B5EF4-FFF2-40B4-BE49-F238E27FC236}">
                <a16:creationId xmlns:a16="http://schemas.microsoft.com/office/drawing/2014/main" id="{EC52830D-A449-4E87-A8D8-F2475007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3" name="!!label-5">
            <a:extLst xmlns:a="http://schemas.openxmlformats.org/drawingml/2006/main">
              <a:ext uri="{FF2B5EF4-FFF2-40B4-BE49-F238E27FC236}">
                <a16:creationId xmlns:a16="http://schemas.microsoft.com/office/drawing/2014/main" id="{A22ACA9C-68A2-4066-B4BE-FF25CAAD247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4" name="!!node-6">
            <a:extLst xmlns:a="http://schemas.openxmlformats.org/drawingml/2006/main">
              <a:ext uri="{FF2B5EF4-FFF2-40B4-BE49-F238E27FC236}">
                <a16:creationId xmlns:a16="http://schemas.microsoft.com/office/drawing/2014/main" id="{6F0860D7-4FEF-4FFF-834E-19DD92AD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5" name="!!label-6">
            <a:extLst xmlns:a="http://schemas.openxmlformats.org/drawingml/2006/main">
              <a:ext uri="{FF2B5EF4-FFF2-40B4-BE49-F238E27FC236}">
                <a16:creationId xmlns:a16="http://schemas.microsoft.com/office/drawing/2014/main" id="{A38835E4-730A-42B4-BE25-722205A73A6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6" name="!!node-7">
            <a:extLst xmlns:a="http://schemas.openxmlformats.org/drawingml/2006/main">
              <a:ext uri="{FF2B5EF4-FFF2-40B4-BE49-F238E27FC236}">
                <a16:creationId xmlns:a16="http://schemas.microsoft.com/office/drawing/2014/main" id="{80FD8E5A-62A8-465D-BB0E-D1701B65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7" name="!!label-7">
            <a:extLst xmlns:a="http://schemas.openxmlformats.org/drawingml/2006/main">
              <a:ext uri="{FF2B5EF4-FFF2-40B4-BE49-F238E27FC236}">
                <a16:creationId xmlns:a16="http://schemas.microsoft.com/office/drawing/2014/main" id="{9AC4A49B-2007-44F4-8031-3A4CBB3EF35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8" name="!!node-8">
            <a:extLst xmlns:a="http://schemas.openxmlformats.org/drawingml/2006/main">
              <a:ext uri="{FF2B5EF4-FFF2-40B4-BE49-F238E27FC236}">
                <a16:creationId xmlns:a16="http://schemas.microsoft.com/office/drawing/2014/main" id="{748DC6D3-EBC4-456E-BD79-3B021D10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9" name="!!label-8">
            <a:extLst xmlns:a="http://schemas.openxmlformats.org/drawingml/2006/main">
              <a:ext uri="{FF2B5EF4-FFF2-40B4-BE49-F238E27FC236}">
                <a16:creationId xmlns:a16="http://schemas.microsoft.com/office/drawing/2014/main" id="{2A6518CE-94D6-491F-9D82-958A403F2CF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20" name="!!node-9">
            <a:extLst xmlns:a="http://schemas.openxmlformats.org/drawingml/2006/main">
              <a:ext uri="{FF2B5EF4-FFF2-40B4-BE49-F238E27FC236}">
                <a16:creationId xmlns:a16="http://schemas.microsoft.com/office/drawing/2014/main" id="{40965CAB-535E-486E-BCA5-B4794D0F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1" name="!!label-9">
            <a:extLst xmlns:a="http://schemas.openxmlformats.org/drawingml/2006/main">
              <a:ext uri="{FF2B5EF4-FFF2-40B4-BE49-F238E27FC236}">
                <a16:creationId xmlns:a16="http://schemas.microsoft.com/office/drawing/2014/main" id="{90763F62-6EA6-4365-8934-DF0CE71373E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22" name="!!node-10">
            <a:extLst xmlns:a="http://schemas.openxmlformats.org/drawingml/2006/main">
              <a:ext uri="{FF2B5EF4-FFF2-40B4-BE49-F238E27FC236}">
                <a16:creationId xmlns:a16="http://schemas.microsoft.com/office/drawing/2014/main" id="{33439D9C-E0E4-4928-BE41-2CDBCE09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3" name="!!label-10">
            <a:extLst xmlns:a="http://schemas.openxmlformats.org/drawingml/2006/main">
              <a:ext uri="{FF2B5EF4-FFF2-40B4-BE49-F238E27FC236}">
                <a16:creationId xmlns:a16="http://schemas.microsoft.com/office/drawing/2014/main" id="{39A0E0F6-C03B-4637-B631-995F11B1C48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24" name="!!node-11">
            <a:extLst xmlns:a="http://schemas.openxmlformats.org/drawingml/2006/main">
              <a:ext uri="{FF2B5EF4-FFF2-40B4-BE49-F238E27FC236}">
                <a16:creationId xmlns:a16="http://schemas.microsoft.com/office/drawing/2014/main" id="{EF72B21E-03ED-4390-85E0-6C3D3152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5" name="!!label-11">
            <a:extLst xmlns:a="http://schemas.openxmlformats.org/drawingml/2006/main">
              <a:ext uri="{FF2B5EF4-FFF2-40B4-BE49-F238E27FC236}">
                <a16:creationId xmlns:a16="http://schemas.microsoft.com/office/drawing/2014/main" id="{17E2FDB4-2B2D-4512-8D68-502AC5D826E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26" name="!!node-12">
            <a:extLst xmlns:a="http://schemas.openxmlformats.org/drawingml/2006/main">
              <a:ext uri="{FF2B5EF4-FFF2-40B4-BE49-F238E27FC236}">
                <a16:creationId xmlns:a16="http://schemas.microsoft.com/office/drawing/2014/main" id="{345F037C-9971-4AEF-B761-404F319D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7" name="!!label-12">
            <a:extLst xmlns:a="http://schemas.openxmlformats.org/drawingml/2006/main">
              <a:ext uri="{FF2B5EF4-FFF2-40B4-BE49-F238E27FC236}">
                <a16:creationId xmlns:a16="http://schemas.microsoft.com/office/drawing/2014/main" id="{FD1ACA66-4839-40A5-A74D-2FF3FA4DB92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28" name="!!core">
            <a:extLst xmlns:a="http://schemas.openxmlformats.org/drawingml/2006/main">
              <a:ext uri="{FF2B5EF4-FFF2-40B4-BE49-F238E27FC236}">
                <a16:creationId xmlns:a16="http://schemas.microsoft.com/office/drawing/2014/main" id="{24F7E220-0497-4DDB-861E-2B012F8C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9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B426F42F-5727-45A3-B444-78C10B097FC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30" name="!!title">
            <a:extLst xmlns:a="http://schemas.openxmlformats.org/drawingml/2006/main">
              <a:ext uri="{FF2B5EF4-FFF2-40B4-BE49-F238E27FC236}">
                <a16:creationId xmlns:a16="http://schemas.microsoft.com/office/drawing/2014/main" id="{34CFB60E-26B0-4C06-A1D5-B024BA2EB95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Cấu trúc một hệ thống</a:t>
            </a:r>
          </a:p>
        </p:txBody>
      </p:sp>
      <p:sp>
        <p:nvSpPr>
          <p:cNvPr id="31" name="!!phase">
            <a:extLst xmlns:a="http://schemas.openxmlformats.org/drawingml/2006/main">
              <a:ext uri="{FF2B5EF4-FFF2-40B4-BE49-F238E27FC236}">
                <a16:creationId xmlns:a16="http://schemas.microsoft.com/office/drawing/2014/main" id="{947B3916-C990-4E03-8D2B-DBCC6BCB955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Lõi hệ thống</a:t>
            </a:r>
          </a:p>
        </p:txBody>
      </p:sp>
    </p:spTree>
    <p:extLst>
      <p:ext uri="{BB962C8B-B14F-4D97-AF65-F5344CB8AC3E}">
        <p14:creationId xmlns:p14="http://schemas.microsoft.com/office/powerpoint/2010/main" val="2069992908"/>
      </p:ext>
    </p:extLst>
  </p:cSld>
</p:sld>
</file>

<file path=ppt/slides/slide2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node-1">
            <a:extLst xmlns:a="http://schemas.openxmlformats.org/drawingml/2006/main">
              <a:ext uri="{FF2B5EF4-FFF2-40B4-BE49-F238E27FC236}">
                <a16:creationId xmlns:a16="http://schemas.microsoft.com/office/drawing/2014/main" id="{CA0DFC85-1B81-426A-93CE-2A751868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15144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091BC419-B8D2-4F87-90DE-215F01E7314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1543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7718A428-0A5F-4250-B7ED-768C1D61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3890CEDE-35A9-45A5-A3E3-F8ED5F7EB26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-layer-1">
            <a:extLst xmlns:a="http://schemas.openxmlformats.org/drawingml/2006/main">
              <a:ext uri="{FF2B5EF4-FFF2-40B4-BE49-F238E27FC236}">
                <a16:creationId xmlns:a16="http://schemas.microsoft.com/office/drawing/2014/main" id="{EBFC8A63-046D-42FF-AEC9-9490EB91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25812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6" name="!!node-3-layer-2">
            <a:extLst xmlns:a="http://schemas.openxmlformats.org/drawingml/2006/main">
              <a:ext uri="{FF2B5EF4-FFF2-40B4-BE49-F238E27FC236}">
                <a16:creationId xmlns:a16="http://schemas.microsoft.com/office/drawing/2014/main" id="{B97E624B-D2D2-4DF0-BCC7-C3BE13FB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26955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7" name="!!node-3-layer-3">
            <a:extLst xmlns:a="http://schemas.openxmlformats.org/drawingml/2006/main">
              <a:ext uri="{FF2B5EF4-FFF2-40B4-BE49-F238E27FC236}">
                <a16:creationId xmlns:a16="http://schemas.microsoft.com/office/drawing/2014/main" id="{3947E11C-57A2-48F5-84AA-7ED29115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28098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8" name="!!node-3-layer-4">
            <a:extLst xmlns:a="http://schemas.openxmlformats.org/drawingml/2006/main">
              <a:ext uri="{FF2B5EF4-FFF2-40B4-BE49-F238E27FC236}">
                <a16:creationId xmlns:a16="http://schemas.microsoft.com/office/drawing/2014/main" id="{B543921C-7804-4A22-850F-60CA7D74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29241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9"/>
          </a:solidFill>
          <a:ln xmlns:a="http://schemas.openxmlformats.org/drawingml/2006/main" w="0">
            <a:noFill/>
          </a:ln>
        </p:spPr>
      </p:sp>
      <p:sp>
        <p:nvSpPr>
          <p:cNvPr id="9" name="!!label-3">
            <a:extLst xmlns:a="http://schemas.openxmlformats.org/drawingml/2006/main">
              <a:ext uri="{FF2B5EF4-FFF2-40B4-BE49-F238E27FC236}">
                <a16:creationId xmlns:a16="http://schemas.microsoft.com/office/drawing/2014/main" id="{F98EB7E3-46EC-45CE-8BB3-FC82A794F2D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node-4">
            <a:extLst xmlns:a="http://schemas.openxmlformats.org/drawingml/2006/main">
              <a:ext uri="{FF2B5EF4-FFF2-40B4-BE49-F238E27FC236}">
                <a16:creationId xmlns:a16="http://schemas.microsoft.com/office/drawing/2014/main" id="{827E88A7-8252-4108-9D69-15834FF8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8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1" name="!!label-4">
            <a:extLst xmlns:a="http://schemas.openxmlformats.org/drawingml/2006/main">
              <a:ext uri="{FF2B5EF4-FFF2-40B4-BE49-F238E27FC236}">
                <a16:creationId xmlns:a16="http://schemas.microsoft.com/office/drawing/2014/main" id="{1EA2E3DE-52BC-4C05-A988-5530D555F80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2" name="!!node-5">
            <a:extLst xmlns:a="http://schemas.openxmlformats.org/drawingml/2006/main">
              <a:ext uri="{FF2B5EF4-FFF2-40B4-BE49-F238E27FC236}">
                <a16:creationId xmlns:a16="http://schemas.microsoft.com/office/drawing/2014/main" id="{175D9CF0-6F2D-46A7-893F-03A3920A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3" name="!!label-5">
            <a:extLst xmlns:a="http://schemas.openxmlformats.org/drawingml/2006/main">
              <a:ext uri="{FF2B5EF4-FFF2-40B4-BE49-F238E27FC236}">
                <a16:creationId xmlns:a16="http://schemas.microsoft.com/office/drawing/2014/main" id="{58BD1C71-CADC-44AF-BA77-7130D4E5002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4" name="!!node-6">
            <a:extLst xmlns:a="http://schemas.openxmlformats.org/drawingml/2006/main">
              <a:ext uri="{FF2B5EF4-FFF2-40B4-BE49-F238E27FC236}">
                <a16:creationId xmlns:a16="http://schemas.microsoft.com/office/drawing/2014/main" id="{68AA9CA0-4DCC-40FF-861B-AEC3A45C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5495827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5" name="!!label-6">
            <a:extLst xmlns:a="http://schemas.openxmlformats.org/drawingml/2006/main">
              <a:ext uri="{FF2B5EF4-FFF2-40B4-BE49-F238E27FC236}">
                <a16:creationId xmlns:a16="http://schemas.microsoft.com/office/drawing/2014/main" id="{57AD0C4E-5CC9-4841-87B6-09EC865637C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6" name="!!node-7">
            <a:extLst xmlns:a="http://schemas.openxmlformats.org/drawingml/2006/main">
              <a:ext uri="{FF2B5EF4-FFF2-40B4-BE49-F238E27FC236}">
                <a16:creationId xmlns:a16="http://schemas.microsoft.com/office/drawing/2014/main" id="{9CB031F2-B4EC-49E5-A7EB-1497A935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57816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7" name="!!label-7">
            <a:extLst xmlns:a="http://schemas.openxmlformats.org/drawingml/2006/main">
              <a:ext uri="{FF2B5EF4-FFF2-40B4-BE49-F238E27FC236}">
                <a16:creationId xmlns:a16="http://schemas.microsoft.com/office/drawing/2014/main" id="{531E80CA-CC6C-4B77-B384-71A5D8DB169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810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8" name="!!node-8">
            <a:extLst xmlns:a="http://schemas.openxmlformats.org/drawingml/2006/main">
              <a:ext uri="{FF2B5EF4-FFF2-40B4-BE49-F238E27FC236}">
                <a16:creationId xmlns:a16="http://schemas.microsoft.com/office/drawing/2014/main" id="{95FFB877-3304-4898-AC0F-8273D578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5495827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9" name="!!label-8">
            <a:extLst xmlns:a="http://schemas.openxmlformats.org/drawingml/2006/main">
              <a:ext uri="{FF2B5EF4-FFF2-40B4-BE49-F238E27FC236}">
                <a16:creationId xmlns:a16="http://schemas.microsoft.com/office/drawing/2014/main" id="{E7C0503F-809F-4510-9342-7CF6F4E1927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20" name="!!node-9">
            <a:extLst xmlns:a="http://schemas.openxmlformats.org/drawingml/2006/main">
              <a:ext uri="{FF2B5EF4-FFF2-40B4-BE49-F238E27FC236}">
                <a16:creationId xmlns:a16="http://schemas.microsoft.com/office/drawing/2014/main" id="{90D6E03E-59EE-4A40-8503-8F415865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1" name="!!label-9">
            <a:extLst xmlns:a="http://schemas.openxmlformats.org/drawingml/2006/main">
              <a:ext uri="{FF2B5EF4-FFF2-40B4-BE49-F238E27FC236}">
                <a16:creationId xmlns:a16="http://schemas.microsoft.com/office/drawing/2014/main" id="{58113F3F-319D-43E7-A2F4-44062992B08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22" name="!!node-10">
            <a:extLst xmlns:a="http://schemas.openxmlformats.org/drawingml/2006/main">
              <a:ext uri="{FF2B5EF4-FFF2-40B4-BE49-F238E27FC236}">
                <a16:creationId xmlns:a16="http://schemas.microsoft.com/office/drawing/2014/main" id="{33460EFF-9FF4-4615-91A0-73A305F1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3" name="!!label-10">
            <a:extLst xmlns:a="http://schemas.openxmlformats.org/drawingml/2006/main">
              <a:ext uri="{FF2B5EF4-FFF2-40B4-BE49-F238E27FC236}">
                <a16:creationId xmlns:a16="http://schemas.microsoft.com/office/drawing/2014/main" id="{55D266F5-7FA5-4DDB-927A-E288BF0D629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24" name="!!node-11">
            <a:extLst xmlns:a="http://schemas.openxmlformats.org/drawingml/2006/main">
              <a:ext uri="{FF2B5EF4-FFF2-40B4-BE49-F238E27FC236}">
                <a16:creationId xmlns:a16="http://schemas.microsoft.com/office/drawing/2014/main" id="{10E14FCD-63D9-4D83-81D7-84E7AD4A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5" name="!!label-11">
            <a:extLst xmlns:a="http://schemas.openxmlformats.org/drawingml/2006/main">
              <a:ext uri="{FF2B5EF4-FFF2-40B4-BE49-F238E27FC236}">
                <a16:creationId xmlns:a16="http://schemas.microsoft.com/office/drawing/2014/main" id="{3B53349B-96FE-4898-AE09-567D9446FE8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26" name="!!node-12">
            <a:extLst xmlns:a="http://schemas.openxmlformats.org/drawingml/2006/main">
              <a:ext uri="{FF2B5EF4-FFF2-40B4-BE49-F238E27FC236}">
                <a16:creationId xmlns:a16="http://schemas.microsoft.com/office/drawing/2014/main" id="{02943338-EED3-4CCC-A99E-CE4446DC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7" name="!!label-12">
            <a:extLst xmlns:a="http://schemas.openxmlformats.org/drawingml/2006/main">
              <a:ext uri="{FF2B5EF4-FFF2-40B4-BE49-F238E27FC236}">
                <a16:creationId xmlns:a16="http://schemas.microsoft.com/office/drawing/2014/main" id="{8C32387D-B62B-4378-BF93-21D1DB0B8CD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28" name="!!core">
            <a:extLst xmlns:a="http://schemas.openxmlformats.org/drawingml/2006/main">
              <a:ext uri="{FF2B5EF4-FFF2-40B4-BE49-F238E27FC236}">
                <a16:creationId xmlns:a16="http://schemas.microsoft.com/office/drawing/2014/main" id="{6FA63743-D09C-4887-844C-A1073B18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9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A27880D0-05A2-449A-A4B3-6C49A1F24C0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30" name="!!title">
            <a:extLst xmlns:a="http://schemas.openxmlformats.org/drawingml/2006/main">
              <a:ext uri="{FF2B5EF4-FFF2-40B4-BE49-F238E27FC236}">
                <a16:creationId xmlns:a16="http://schemas.microsoft.com/office/drawing/2014/main" id="{9C23C1B0-A31A-4EE4-A6F3-DE62D4C2E84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Cấu trúc một hệ thống</a:t>
            </a:r>
          </a:p>
        </p:txBody>
      </p:sp>
      <p:sp>
        <p:nvSpPr>
          <p:cNvPr id="31" name="!!phase">
            <a:extLst xmlns:a="http://schemas.openxmlformats.org/drawingml/2006/main">
              <a:ext uri="{FF2B5EF4-FFF2-40B4-BE49-F238E27FC236}">
                <a16:creationId xmlns:a16="http://schemas.microsoft.com/office/drawing/2014/main" id="{E96EE046-C05F-4C27-B479-3153C7BCF3A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12 nút thành một vòng</a:t>
            </a:r>
          </a:p>
        </p:txBody>
      </p:sp>
    </p:spTree>
    <p:extLst>
      <p:ext uri="{BB962C8B-B14F-4D97-AF65-F5344CB8AC3E}">
        <p14:creationId val="727491320"/>
      </p:ext>
    </p:extLst>
  </p:cSld>
  <mc:AlternateContent>
    <mc:Choice Requires="p159 p14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node-1">
            <a:extLst xmlns:a="http://schemas.openxmlformats.org/drawingml/2006/main">
              <a:ext uri="{FF2B5EF4-FFF2-40B4-BE49-F238E27FC236}">
                <a16:creationId xmlns:a16="http://schemas.microsoft.com/office/drawing/2014/main" id="{DAAAE02D-A118-45EE-9D6A-DE37D33D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441" y="1587176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4F87D587-195C-40BC-8E95-A070D3903A9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6966" y="1615751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D688A76F-E745-4384-B5B4-28811EA5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3908" y="2139392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8BB30C59-F2D0-4FF1-9066-605B50A5973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3433" y="2167967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-layer-1">
            <a:extLst xmlns:a="http://schemas.openxmlformats.org/drawingml/2006/main">
              <a:ext uri="{FF2B5EF4-FFF2-40B4-BE49-F238E27FC236}">
                <a16:creationId xmlns:a16="http://schemas.microsoft.com/office/drawing/2014/main" id="{1BFE942B-3113-46C7-A3E5-2607C12B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3095859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6" name="!!node-3-layer-2">
            <a:extLst xmlns:a="http://schemas.openxmlformats.org/drawingml/2006/main">
              <a:ext uri="{FF2B5EF4-FFF2-40B4-BE49-F238E27FC236}">
                <a16:creationId xmlns:a16="http://schemas.microsoft.com/office/drawing/2014/main" id="{0A04AA5A-1329-45E6-B3BF-9A7D2055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3210159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7" name="!!node-3-layer-3">
            <a:extLst xmlns:a="http://schemas.openxmlformats.org/drawingml/2006/main">
              <a:ext uri="{FF2B5EF4-FFF2-40B4-BE49-F238E27FC236}">
                <a16:creationId xmlns:a16="http://schemas.microsoft.com/office/drawing/2014/main" id="{C29008F9-49E0-485D-B2F0-49E2C8A2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3324459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8" name="!!node-3-layer-4">
            <a:extLst xmlns:a="http://schemas.openxmlformats.org/drawingml/2006/main">
              <a:ext uri="{FF2B5EF4-FFF2-40B4-BE49-F238E27FC236}">
                <a16:creationId xmlns:a16="http://schemas.microsoft.com/office/drawing/2014/main" id="{F6866D46-728C-43D7-AB74-8D58D499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3438759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9"/>
          </a:solidFill>
          <a:ln xmlns:a="http://schemas.openxmlformats.org/drawingml/2006/main" w="0">
            <a:noFill/>
          </a:ln>
        </p:spPr>
      </p:sp>
      <p:sp>
        <p:nvSpPr>
          <p:cNvPr id="9" name="!!label-3">
            <a:extLst xmlns:a="http://schemas.openxmlformats.org/drawingml/2006/main">
              <a:ext uri="{FF2B5EF4-FFF2-40B4-BE49-F238E27FC236}">
                <a16:creationId xmlns:a16="http://schemas.microsoft.com/office/drawing/2014/main" id="{1DBF542B-1028-42B1-AA19-E297C62A6C7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5649" y="3124434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node-4">
            <a:extLst xmlns:a="http://schemas.openxmlformats.org/drawingml/2006/main">
              <a:ext uri="{FF2B5EF4-FFF2-40B4-BE49-F238E27FC236}">
                <a16:creationId xmlns:a16="http://schemas.microsoft.com/office/drawing/2014/main" id="{78E6B99B-D15A-4C6E-A1E0-461727E5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4200291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1" name="!!label-4">
            <a:extLst xmlns:a="http://schemas.openxmlformats.org/drawingml/2006/main">
              <a:ext uri="{FF2B5EF4-FFF2-40B4-BE49-F238E27FC236}">
                <a16:creationId xmlns:a16="http://schemas.microsoft.com/office/drawing/2014/main" id="{97449218-2191-42AB-9FD1-3B0A45CBBCF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5649" y="4228866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2" name="!!node-5">
            <a:extLst xmlns:a="http://schemas.openxmlformats.org/drawingml/2006/main">
              <a:ext uri="{FF2B5EF4-FFF2-40B4-BE49-F238E27FC236}">
                <a16:creationId xmlns:a16="http://schemas.microsoft.com/office/drawing/2014/main" id="{ECA1994A-D086-4445-8634-B993DB68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3908" y="5156758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3" name="!!label-5">
            <a:extLst xmlns:a="http://schemas.openxmlformats.org/drawingml/2006/main">
              <a:ext uri="{FF2B5EF4-FFF2-40B4-BE49-F238E27FC236}">
                <a16:creationId xmlns:a16="http://schemas.microsoft.com/office/drawing/2014/main" id="{4EBEA587-A0C6-4F42-88AA-59367BB0246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3433" y="5185333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4" name="!!node-6">
            <a:extLst xmlns:a="http://schemas.openxmlformats.org/drawingml/2006/main">
              <a:ext uri="{FF2B5EF4-FFF2-40B4-BE49-F238E27FC236}">
                <a16:creationId xmlns:a16="http://schemas.microsoft.com/office/drawing/2014/main" id="{904B5132-2858-4256-AAA5-1BFC2A9E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441" y="5708974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5" name="!!label-6">
            <a:extLst xmlns:a="http://schemas.openxmlformats.org/drawingml/2006/main">
              <a:ext uri="{FF2B5EF4-FFF2-40B4-BE49-F238E27FC236}">
                <a16:creationId xmlns:a16="http://schemas.microsoft.com/office/drawing/2014/main" id="{3AC4785B-E312-4B36-B334-AE2DFDD4A7E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6966" y="5737549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6" name="!!node-7">
            <a:extLst xmlns:a="http://schemas.openxmlformats.org/drawingml/2006/main">
              <a:ext uri="{FF2B5EF4-FFF2-40B4-BE49-F238E27FC236}">
                <a16:creationId xmlns:a16="http://schemas.microsoft.com/office/drawing/2014/main" id="{F66B1311-3D85-45B8-ACA5-4BA13C6C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009" y="5708974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7" name="!!label-7">
            <a:extLst xmlns:a="http://schemas.openxmlformats.org/drawingml/2006/main">
              <a:ext uri="{FF2B5EF4-FFF2-40B4-BE49-F238E27FC236}">
                <a16:creationId xmlns:a16="http://schemas.microsoft.com/office/drawing/2014/main" id="{27B404B5-E8A4-4F9A-A2D1-0444E3AC52E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534" y="5737549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8" name="!!node-8">
            <a:extLst xmlns:a="http://schemas.openxmlformats.org/drawingml/2006/main">
              <a:ext uri="{FF2B5EF4-FFF2-40B4-BE49-F238E27FC236}">
                <a16:creationId xmlns:a16="http://schemas.microsoft.com/office/drawing/2014/main" id="{F0171A4B-56F4-4E7B-9592-C82E70BD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6542" y="5156758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9" name="!!label-8">
            <a:extLst xmlns:a="http://schemas.openxmlformats.org/drawingml/2006/main">
              <a:ext uri="{FF2B5EF4-FFF2-40B4-BE49-F238E27FC236}">
                <a16:creationId xmlns:a16="http://schemas.microsoft.com/office/drawing/2014/main" id="{680460A3-9516-46EB-BBA2-84AA822052E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6067" y="5185333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20" name="!!node-9">
            <a:extLst xmlns:a="http://schemas.openxmlformats.org/drawingml/2006/main">
              <a:ext uri="{FF2B5EF4-FFF2-40B4-BE49-F238E27FC236}">
                <a16:creationId xmlns:a16="http://schemas.microsoft.com/office/drawing/2014/main" id="{AB2FB263-0F4B-4CD4-A1C6-906A7B99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326" y="4200291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1" name="!!label-9">
            <a:extLst xmlns:a="http://schemas.openxmlformats.org/drawingml/2006/main">
              <a:ext uri="{FF2B5EF4-FFF2-40B4-BE49-F238E27FC236}">
                <a16:creationId xmlns:a16="http://schemas.microsoft.com/office/drawing/2014/main" id="{E1075DF9-BE77-4E4B-A936-96A9E1648A1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3851" y="4228866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22" name="!!node-10">
            <a:extLst xmlns:a="http://schemas.openxmlformats.org/drawingml/2006/main">
              <a:ext uri="{FF2B5EF4-FFF2-40B4-BE49-F238E27FC236}">
                <a16:creationId xmlns:a16="http://schemas.microsoft.com/office/drawing/2014/main" id="{01B00AC9-D00F-4047-BAA7-A48BFECD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326" y="3095859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3" name="!!label-10">
            <a:extLst xmlns:a="http://schemas.openxmlformats.org/drawingml/2006/main">
              <a:ext uri="{FF2B5EF4-FFF2-40B4-BE49-F238E27FC236}">
                <a16:creationId xmlns:a16="http://schemas.microsoft.com/office/drawing/2014/main" id="{FF9A30B8-E29E-4012-9D5A-E6F714167D9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3851" y="3124434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24" name="!!node-11">
            <a:extLst xmlns:a="http://schemas.openxmlformats.org/drawingml/2006/main">
              <a:ext uri="{FF2B5EF4-FFF2-40B4-BE49-F238E27FC236}">
                <a16:creationId xmlns:a16="http://schemas.microsoft.com/office/drawing/2014/main" id="{F12EBCDF-47D2-42DC-941E-A18903F9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6542" y="2139392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5" name="!!label-11">
            <a:extLst xmlns:a="http://schemas.openxmlformats.org/drawingml/2006/main">
              <a:ext uri="{FF2B5EF4-FFF2-40B4-BE49-F238E27FC236}">
                <a16:creationId xmlns:a16="http://schemas.microsoft.com/office/drawing/2014/main" id="{D10E41EF-B064-40D7-9C8A-D3DF571C2DE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6067" y="2167967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26" name="!!node-12">
            <a:extLst xmlns:a="http://schemas.openxmlformats.org/drawingml/2006/main">
              <a:ext uri="{FF2B5EF4-FFF2-40B4-BE49-F238E27FC236}">
                <a16:creationId xmlns:a16="http://schemas.microsoft.com/office/drawing/2014/main" id="{C8AA41B1-652E-4A4D-BD3E-2088C8D1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009" y="1587176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7" name="!!label-12">
            <a:extLst xmlns:a="http://schemas.openxmlformats.org/drawingml/2006/main">
              <a:ext uri="{FF2B5EF4-FFF2-40B4-BE49-F238E27FC236}">
                <a16:creationId xmlns:a16="http://schemas.microsoft.com/office/drawing/2014/main" id="{220824BB-66AD-4E20-B287-4A19DCCA986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534" y="1615751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28" name="!!core">
            <a:extLst xmlns:a="http://schemas.openxmlformats.org/drawingml/2006/main">
              <a:ext uri="{FF2B5EF4-FFF2-40B4-BE49-F238E27FC236}">
                <a16:creationId xmlns:a16="http://schemas.microsoft.com/office/drawing/2014/main" id="{FAC3982C-8164-4161-B5F1-C9B5488E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9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06337FC9-F2D8-410F-8F5A-97A611DAD8E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30" name="!!title">
            <a:extLst xmlns:a="http://schemas.openxmlformats.org/drawingml/2006/main">
              <a:ext uri="{FF2B5EF4-FFF2-40B4-BE49-F238E27FC236}">
                <a16:creationId xmlns:a16="http://schemas.microsoft.com/office/drawing/2014/main" id="{81F7398D-B78F-4E1B-BF9E-A02E8601F1E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Cấu trúc một hệ thống</a:t>
            </a:r>
          </a:p>
        </p:txBody>
      </p:sp>
      <p:sp>
        <p:nvSpPr>
          <p:cNvPr id="31" name="!!phase">
            <a:extLst xmlns:a="http://schemas.openxmlformats.org/drawingml/2006/main">
              <a:ext uri="{FF2B5EF4-FFF2-40B4-BE49-F238E27FC236}">
                <a16:creationId xmlns:a16="http://schemas.microsoft.com/office/drawing/2014/main" id="{5E9D61E7-D4A2-40FB-81E2-86B54940940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Xoay thuận chiều kim đồng hồ</a:t>
            </a:r>
          </a:p>
        </p:txBody>
      </p:sp>
    </p:spTree>
    <p:extLst>
      <p:ext uri="{BB962C8B-B14F-4D97-AF65-F5344CB8AC3E}">
        <p14:creationId val="1478971407"/>
      </p:ext>
    </p:extLst>
  </p:cSld>
  <mc:AlternateContent>
    <mc:Choice Requires="p159 p14">
      <p:transition spd="slow" p14:dur="3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node-1">
            <a:extLst xmlns:a="http://schemas.openxmlformats.org/drawingml/2006/main">
              <a:ext uri="{FF2B5EF4-FFF2-40B4-BE49-F238E27FC236}">
                <a16:creationId xmlns:a16="http://schemas.microsoft.com/office/drawing/2014/main" id="{52623BEF-3961-4A0A-8645-08636E90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CD75725C-ADAC-4625-A481-117B5895722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B0FF3B82-1754-4FB3-9BF3-EE670C66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BEF7D737-CBEF-42A0-AA96-46FCAE8676B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-layer-1">
            <a:extLst xmlns:a="http://schemas.openxmlformats.org/drawingml/2006/main">
              <a:ext uri="{FF2B5EF4-FFF2-40B4-BE49-F238E27FC236}">
                <a16:creationId xmlns:a16="http://schemas.microsoft.com/office/drawing/2014/main" id="{4C7C927F-FE46-4A41-B729-AB48DE14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825" y="36480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6" name="!!node-3-layer-2">
            <a:extLst xmlns:a="http://schemas.openxmlformats.org/drawingml/2006/main">
              <a:ext uri="{FF2B5EF4-FFF2-40B4-BE49-F238E27FC236}">
                <a16:creationId xmlns:a16="http://schemas.microsoft.com/office/drawing/2014/main" id="{848CDF47-22FB-4D9D-B950-9FEC35B8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825" y="37623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7" name="!!node-3-layer-3">
            <a:extLst xmlns:a="http://schemas.openxmlformats.org/drawingml/2006/main">
              <a:ext uri="{FF2B5EF4-FFF2-40B4-BE49-F238E27FC236}">
                <a16:creationId xmlns:a16="http://schemas.microsoft.com/office/drawing/2014/main" id="{1FB987BD-01A7-4B6B-AFCB-7D0F1276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825" y="38766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8" name="!!node-3-layer-4">
            <a:extLst xmlns:a="http://schemas.openxmlformats.org/drawingml/2006/main">
              <a:ext uri="{FF2B5EF4-FFF2-40B4-BE49-F238E27FC236}">
                <a16:creationId xmlns:a16="http://schemas.microsoft.com/office/drawing/2014/main" id="{D2A2BD1C-B8B2-4333-B462-ED2625B1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825" y="39909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9"/>
          </a:solidFill>
          <a:ln xmlns:a="http://schemas.openxmlformats.org/drawingml/2006/main" w="0">
            <a:noFill/>
          </a:ln>
        </p:spPr>
      </p:sp>
      <p:sp>
        <p:nvSpPr>
          <p:cNvPr id="9" name="!!label-3">
            <a:extLst xmlns:a="http://schemas.openxmlformats.org/drawingml/2006/main">
              <a:ext uri="{FF2B5EF4-FFF2-40B4-BE49-F238E27FC236}">
                <a16:creationId xmlns:a16="http://schemas.microsoft.com/office/drawing/2014/main" id="{A72258A8-B086-48A4-A112-FA70353FC5E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node-4">
            <a:extLst xmlns:a="http://schemas.openxmlformats.org/drawingml/2006/main">
              <a:ext uri="{FF2B5EF4-FFF2-40B4-BE49-F238E27FC236}">
                <a16:creationId xmlns:a16="http://schemas.microsoft.com/office/drawing/2014/main" id="{A00BB278-5D3B-4A7D-BF61-7CE4624B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1" name="!!label-4">
            <a:extLst xmlns:a="http://schemas.openxmlformats.org/drawingml/2006/main">
              <a:ext uri="{FF2B5EF4-FFF2-40B4-BE49-F238E27FC236}">
                <a16:creationId xmlns:a16="http://schemas.microsoft.com/office/drawing/2014/main" id="{E08C5414-4F5E-4AAD-83ED-8096DC4301D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2" name="!!node-5">
            <a:extLst xmlns:a="http://schemas.openxmlformats.org/drawingml/2006/main">
              <a:ext uri="{FF2B5EF4-FFF2-40B4-BE49-F238E27FC236}">
                <a16:creationId xmlns:a16="http://schemas.microsoft.com/office/drawing/2014/main" id="{BBBD4587-A1EC-4380-A080-DE3A74B2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5495827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3" name="!!label-5">
            <a:extLst xmlns:a="http://schemas.openxmlformats.org/drawingml/2006/main">
              <a:ext uri="{FF2B5EF4-FFF2-40B4-BE49-F238E27FC236}">
                <a16:creationId xmlns:a16="http://schemas.microsoft.com/office/drawing/2014/main" id="{EBE0C12B-3F7A-4E16-BDF0-3CEABE50204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4" name="!!node-6">
            <a:extLst xmlns:a="http://schemas.openxmlformats.org/drawingml/2006/main">
              <a:ext uri="{FF2B5EF4-FFF2-40B4-BE49-F238E27FC236}">
                <a16:creationId xmlns:a16="http://schemas.microsoft.com/office/drawing/2014/main" id="{105F4C6F-22E7-4589-B765-249D179C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57816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5" name="!!label-6">
            <a:extLst xmlns:a="http://schemas.openxmlformats.org/drawingml/2006/main">
              <a:ext uri="{FF2B5EF4-FFF2-40B4-BE49-F238E27FC236}">
                <a16:creationId xmlns:a16="http://schemas.microsoft.com/office/drawing/2014/main" id="{BF840543-BFBA-4FC2-8369-54112A194F2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810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6" name="!!node-7">
            <a:extLst xmlns:a="http://schemas.openxmlformats.org/drawingml/2006/main">
              <a:ext uri="{FF2B5EF4-FFF2-40B4-BE49-F238E27FC236}">
                <a16:creationId xmlns:a16="http://schemas.microsoft.com/office/drawing/2014/main" id="{9809D687-D98A-4357-939A-6FF068CB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5495827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7" name="!!label-7">
            <a:extLst xmlns:a="http://schemas.openxmlformats.org/drawingml/2006/main">
              <a:ext uri="{FF2B5EF4-FFF2-40B4-BE49-F238E27FC236}">
                <a16:creationId xmlns:a16="http://schemas.microsoft.com/office/drawing/2014/main" id="{2699BC50-0330-458F-894E-A56311CC9B1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8" name="!!node-8">
            <a:extLst xmlns:a="http://schemas.openxmlformats.org/drawingml/2006/main">
              <a:ext uri="{FF2B5EF4-FFF2-40B4-BE49-F238E27FC236}">
                <a16:creationId xmlns:a16="http://schemas.microsoft.com/office/drawing/2014/main" id="{5B2CCC01-E172-4652-BC26-1970994F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9" name="!!label-8">
            <a:extLst xmlns:a="http://schemas.openxmlformats.org/drawingml/2006/main">
              <a:ext uri="{FF2B5EF4-FFF2-40B4-BE49-F238E27FC236}">
                <a16:creationId xmlns:a16="http://schemas.microsoft.com/office/drawing/2014/main" id="{0B9C3605-AF9A-498A-9048-B8988DD6C2A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20" name="!!node-9">
            <a:extLst xmlns:a="http://schemas.openxmlformats.org/drawingml/2006/main">
              <a:ext uri="{FF2B5EF4-FFF2-40B4-BE49-F238E27FC236}">
                <a16:creationId xmlns:a16="http://schemas.microsoft.com/office/drawing/2014/main" id="{EACE6D59-18F2-48D6-BBB0-9CFA5C17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1" name="!!label-9">
            <a:extLst xmlns:a="http://schemas.openxmlformats.org/drawingml/2006/main">
              <a:ext uri="{FF2B5EF4-FFF2-40B4-BE49-F238E27FC236}">
                <a16:creationId xmlns:a16="http://schemas.microsoft.com/office/drawing/2014/main" id="{539C78E8-C6EB-4A91-AC68-9A9852A15D3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22" name="!!node-10">
            <a:extLst xmlns:a="http://schemas.openxmlformats.org/drawingml/2006/main">
              <a:ext uri="{FF2B5EF4-FFF2-40B4-BE49-F238E27FC236}">
                <a16:creationId xmlns:a16="http://schemas.microsoft.com/office/drawing/2014/main" id="{2E8EF99F-0F13-4803-865C-BB9888C4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3" name="!!label-10">
            <a:extLst xmlns:a="http://schemas.openxmlformats.org/drawingml/2006/main">
              <a:ext uri="{FF2B5EF4-FFF2-40B4-BE49-F238E27FC236}">
                <a16:creationId xmlns:a16="http://schemas.microsoft.com/office/drawing/2014/main" id="{45A61C66-8393-4EEA-985D-EEDD224A77C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24" name="!!node-11">
            <a:extLst xmlns:a="http://schemas.openxmlformats.org/drawingml/2006/main">
              <a:ext uri="{FF2B5EF4-FFF2-40B4-BE49-F238E27FC236}">
                <a16:creationId xmlns:a16="http://schemas.microsoft.com/office/drawing/2014/main" id="{61C6B711-C8E2-42C7-A004-30BE5DB7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5" name="!!label-11">
            <a:extLst xmlns:a="http://schemas.openxmlformats.org/drawingml/2006/main">
              <a:ext uri="{FF2B5EF4-FFF2-40B4-BE49-F238E27FC236}">
                <a16:creationId xmlns:a16="http://schemas.microsoft.com/office/drawing/2014/main" id="{369CE566-884A-4B6B-8894-A3EFEBD24AF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26" name="!!node-12">
            <a:extLst xmlns:a="http://schemas.openxmlformats.org/drawingml/2006/main">
              <a:ext uri="{FF2B5EF4-FFF2-40B4-BE49-F238E27FC236}">
                <a16:creationId xmlns:a16="http://schemas.microsoft.com/office/drawing/2014/main" id="{4EBCC3CF-4037-4E99-90B7-09B2E7FB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15144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7" name="!!label-12">
            <a:extLst xmlns:a="http://schemas.openxmlformats.org/drawingml/2006/main">
              <a:ext uri="{FF2B5EF4-FFF2-40B4-BE49-F238E27FC236}">
                <a16:creationId xmlns:a16="http://schemas.microsoft.com/office/drawing/2014/main" id="{BF6AE2FA-2FA9-4005-8040-09FE9ED2D1F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1543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28" name="!!core">
            <a:extLst xmlns:a="http://schemas.openxmlformats.org/drawingml/2006/main">
              <a:ext uri="{FF2B5EF4-FFF2-40B4-BE49-F238E27FC236}">
                <a16:creationId xmlns:a16="http://schemas.microsoft.com/office/drawing/2014/main" id="{61F73ADF-1D30-491D-A6CD-9146E94E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9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16A61E67-AC3A-4A1F-8D4D-D6DCB031CD9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30" name="!!title">
            <a:extLst xmlns:a="http://schemas.openxmlformats.org/drawingml/2006/main">
              <a:ext uri="{FF2B5EF4-FFF2-40B4-BE49-F238E27FC236}">
                <a16:creationId xmlns:a16="http://schemas.microsoft.com/office/drawing/2014/main" id="{0B162B52-229C-49D8-BCC3-89073CE5620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Cấu trúc một hệ thống</a:t>
            </a:r>
          </a:p>
        </p:txBody>
      </p:sp>
      <p:sp>
        <p:nvSpPr>
          <p:cNvPr id="31" name="!!phase">
            <a:extLst xmlns:a="http://schemas.openxmlformats.org/drawingml/2006/main">
              <a:ext uri="{FF2B5EF4-FFF2-40B4-BE49-F238E27FC236}">
                <a16:creationId xmlns:a16="http://schemas.microsoft.com/office/drawing/2014/main" id="{14DCC3EF-88EE-4856-98DF-588FD880815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Xoay thuận chiều kim đồng hồ</a:t>
            </a:r>
          </a:p>
        </p:txBody>
      </p:sp>
    </p:spTree>
    <p:extLst>
      <p:ext uri="{BB962C8B-B14F-4D97-AF65-F5344CB8AC3E}">
        <p14:creationId val="1362124611"/>
      </p:ext>
    </p:extLst>
  </p:cSld>
  <mc:AlternateContent>
    <mc:Choice Requires="p159 p14">
      <p:transition spd="slow" p14:dur="3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node-1">
            <a:extLst xmlns:a="http://schemas.openxmlformats.org/drawingml/2006/main">
              <a:ext uri="{FF2B5EF4-FFF2-40B4-BE49-F238E27FC236}">
                <a16:creationId xmlns:a16="http://schemas.microsoft.com/office/drawing/2014/main" id="{9D8772DA-B506-4D3C-8EBF-937B0D4F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3908" y="2139392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BC109428-7784-4EC9-A5E2-A30B85DBE0D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3433" y="2167967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10F5C2B1-6203-4FFD-8462-0BA8A69B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3095859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9EB16776-8A4F-43FB-8EC2-996D94730CA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5649" y="3124434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-layer-1">
            <a:extLst xmlns:a="http://schemas.openxmlformats.org/drawingml/2006/main">
              <a:ext uri="{FF2B5EF4-FFF2-40B4-BE49-F238E27FC236}">
                <a16:creationId xmlns:a16="http://schemas.microsoft.com/office/drawing/2014/main" id="{43E72CDF-A66A-4BC2-A196-4F049FDB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4200291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6" name="!!node-3-layer-2">
            <a:extLst xmlns:a="http://schemas.openxmlformats.org/drawingml/2006/main">
              <a:ext uri="{FF2B5EF4-FFF2-40B4-BE49-F238E27FC236}">
                <a16:creationId xmlns:a16="http://schemas.microsoft.com/office/drawing/2014/main" id="{E5649871-3501-4048-8D38-A532B9BA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4314591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7" name="!!node-3-layer-3">
            <a:extLst xmlns:a="http://schemas.openxmlformats.org/drawingml/2006/main">
              <a:ext uri="{FF2B5EF4-FFF2-40B4-BE49-F238E27FC236}">
                <a16:creationId xmlns:a16="http://schemas.microsoft.com/office/drawing/2014/main" id="{EC7D62C2-9279-451F-94CA-D5F50CDD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4428891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8" name="!!node-3-layer-4">
            <a:extLst xmlns:a="http://schemas.openxmlformats.org/drawingml/2006/main">
              <a:ext uri="{FF2B5EF4-FFF2-40B4-BE49-F238E27FC236}">
                <a16:creationId xmlns:a16="http://schemas.microsoft.com/office/drawing/2014/main" id="{57BD3853-A14F-4476-A4A5-D488BAFC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4543191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9"/>
          </a:solidFill>
          <a:ln xmlns:a="http://schemas.openxmlformats.org/drawingml/2006/main" w="0">
            <a:noFill/>
          </a:ln>
        </p:spPr>
      </p:sp>
      <p:sp>
        <p:nvSpPr>
          <p:cNvPr id="9" name="!!label-3">
            <a:extLst xmlns:a="http://schemas.openxmlformats.org/drawingml/2006/main">
              <a:ext uri="{FF2B5EF4-FFF2-40B4-BE49-F238E27FC236}">
                <a16:creationId xmlns:a16="http://schemas.microsoft.com/office/drawing/2014/main" id="{A1729C58-B2B9-4B75-8B2E-870070992F0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5649" y="4228866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node-4">
            <a:extLst xmlns:a="http://schemas.openxmlformats.org/drawingml/2006/main">
              <a:ext uri="{FF2B5EF4-FFF2-40B4-BE49-F238E27FC236}">
                <a16:creationId xmlns:a16="http://schemas.microsoft.com/office/drawing/2014/main" id="{EBC24323-EEAF-4350-A139-73F192E0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3908" y="5156758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1" name="!!label-4">
            <a:extLst xmlns:a="http://schemas.openxmlformats.org/drawingml/2006/main">
              <a:ext uri="{FF2B5EF4-FFF2-40B4-BE49-F238E27FC236}">
                <a16:creationId xmlns:a16="http://schemas.microsoft.com/office/drawing/2014/main" id="{B7CE0A37-5CE7-49A6-AD62-FCF557FD57A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3433" y="5185333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2" name="!!node-5">
            <a:extLst xmlns:a="http://schemas.openxmlformats.org/drawingml/2006/main">
              <a:ext uri="{FF2B5EF4-FFF2-40B4-BE49-F238E27FC236}">
                <a16:creationId xmlns:a16="http://schemas.microsoft.com/office/drawing/2014/main" id="{7BA7354A-A149-4733-8B1D-3C0571E0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441" y="5708974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3" name="!!label-5">
            <a:extLst xmlns:a="http://schemas.openxmlformats.org/drawingml/2006/main">
              <a:ext uri="{FF2B5EF4-FFF2-40B4-BE49-F238E27FC236}">
                <a16:creationId xmlns:a16="http://schemas.microsoft.com/office/drawing/2014/main" id="{E872FC28-530C-48C2-A712-E1CFE01669F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6966" y="5737549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4" name="!!node-6">
            <a:extLst xmlns:a="http://schemas.openxmlformats.org/drawingml/2006/main">
              <a:ext uri="{FF2B5EF4-FFF2-40B4-BE49-F238E27FC236}">
                <a16:creationId xmlns:a16="http://schemas.microsoft.com/office/drawing/2014/main" id="{AF5865F5-92AD-4E15-9404-ECF8D92D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009" y="5708974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5" name="!!label-6">
            <a:extLst xmlns:a="http://schemas.openxmlformats.org/drawingml/2006/main">
              <a:ext uri="{FF2B5EF4-FFF2-40B4-BE49-F238E27FC236}">
                <a16:creationId xmlns:a16="http://schemas.microsoft.com/office/drawing/2014/main" id="{37A00789-FBBD-4071-8D58-59898A07AA5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534" y="5737549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6" name="!!node-7">
            <a:extLst xmlns:a="http://schemas.openxmlformats.org/drawingml/2006/main">
              <a:ext uri="{FF2B5EF4-FFF2-40B4-BE49-F238E27FC236}">
                <a16:creationId xmlns:a16="http://schemas.microsoft.com/office/drawing/2014/main" id="{32290206-7FB6-4D4E-9C0F-06306D62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6542" y="5156758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7" name="!!label-7">
            <a:extLst xmlns:a="http://schemas.openxmlformats.org/drawingml/2006/main">
              <a:ext uri="{FF2B5EF4-FFF2-40B4-BE49-F238E27FC236}">
                <a16:creationId xmlns:a16="http://schemas.microsoft.com/office/drawing/2014/main" id="{CE3276F4-B44D-42E4-AA9A-53B6B3EF939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6067" y="5185333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8" name="!!node-8">
            <a:extLst xmlns:a="http://schemas.openxmlformats.org/drawingml/2006/main">
              <a:ext uri="{FF2B5EF4-FFF2-40B4-BE49-F238E27FC236}">
                <a16:creationId xmlns:a16="http://schemas.microsoft.com/office/drawing/2014/main" id="{67B746C2-B8EC-4BA6-AA6D-4B7478B7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326" y="4200291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9" name="!!label-8">
            <a:extLst xmlns:a="http://schemas.openxmlformats.org/drawingml/2006/main">
              <a:ext uri="{FF2B5EF4-FFF2-40B4-BE49-F238E27FC236}">
                <a16:creationId xmlns:a16="http://schemas.microsoft.com/office/drawing/2014/main" id="{18C3559D-5D93-46F9-88E7-C0E077D8BA4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3851" y="4228866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20" name="!!node-9">
            <a:extLst xmlns:a="http://schemas.openxmlformats.org/drawingml/2006/main">
              <a:ext uri="{FF2B5EF4-FFF2-40B4-BE49-F238E27FC236}">
                <a16:creationId xmlns:a16="http://schemas.microsoft.com/office/drawing/2014/main" id="{AFE656DE-69B2-4B8A-94A3-220004F0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326" y="3095859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1" name="!!label-9">
            <a:extLst xmlns:a="http://schemas.openxmlformats.org/drawingml/2006/main">
              <a:ext uri="{FF2B5EF4-FFF2-40B4-BE49-F238E27FC236}">
                <a16:creationId xmlns:a16="http://schemas.microsoft.com/office/drawing/2014/main" id="{1B3C6BF2-7437-45F5-8B1D-23F58F3FFF1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3851" y="3124434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22" name="!!node-10">
            <a:extLst xmlns:a="http://schemas.openxmlformats.org/drawingml/2006/main">
              <a:ext uri="{FF2B5EF4-FFF2-40B4-BE49-F238E27FC236}">
                <a16:creationId xmlns:a16="http://schemas.microsoft.com/office/drawing/2014/main" id="{17CAD6CB-E186-425D-A73C-30A7591A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6542" y="2139392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3" name="!!label-10">
            <a:extLst xmlns:a="http://schemas.openxmlformats.org/drawingml/2006/main">
              <a:ext uri="{FF2B5EF4-FFF2-40B4-BE49-F238E27FC236}">
                <a16:creationId xmlns:a16="http://schemas.microsoft.com/office/drawing/2014/main" id="{AD319662-5A33-4D51-B2A3-05F26950171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6067" y="2167967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24" name="!!node-11">
            <a:extLst xmlns:a="http://schemas.openxmlformats.org/drawingml/2006/main">
              <a:ext uri="{FF2B5EF4-FFF2-40B4-BE49-F238E27FC236}">
                <a16:creationId xmlns:a16="http://schemas.microsoft.com/office/drawing/2014/main" id="{E46EE808-1286-43FA-B5DF-79C0C3E8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009" y="1587176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5" name="!!label-11">
            <a:extLst xmlns:a="http://schemas.openxmlformats.org/drawingml/2006/main">
              <a:ext uri="{FF2B5EF4-FFF2-40B4-BE49-F238E27FC236}">
                <a16:creationId xmlns:a16="http://schemas.microsoft.com/office/drawing/2014/main" id="{03E151F8-495A-4049-8515-4B9BAF6FBCB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534" y="1615751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26" name="!!node-12">
            <a:extLst xmlns:a="http://schemas.openxmlformats.org/drawingml/2006/main">
              <a:ext uri="{FF2B5EF4-FFF2-40B4-BE49-F238E27FC236}">
                <a16:creationId xmlns:a16="http://schemas.microsoft.com/office/drawing/2014/main" id="{57975398-B875-4155-AC65-1FA2D4FB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441" y="1587176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7" name="!!label-12">
            <a:extLst xmlns:a="http://schemas.openxmlformats.org/drawingml/2006/main">
              <a:ext uri="{FF2B5EF4-FFF2-40B4-BE49-F238E27FC236}">
                <a16:creationId xmlns:a16="http://schemas.microsoft.com/office/drawing/2014/main" id="{13B2C79D-B45E-46E1-8FAB-D31CEACAD46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6966" y="1615751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28" name="!!core">
            <a:extLst xmlns:a="http://schemas.openxmlformats.org/drawingml/2006/main">
              <a:ext uri="{FF2B5EF4-FFF2-40B4-BE49-F238E27FC236}">
                <a16:creationId xmlns:a16="http://schemas.microsoft.com/office/drawing/2014/main" id="{D7FBD6EB-F0A4-42C6-BFF5-93C88FF0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9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F980C908-25FD-4605-91FF-EBDB652A73C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30" name="!!title">
            <a:extLst xmlns:a="http://schemas.openxmlformats.org/drawingml/2006/main">
              <a:ext uri="{FF2B5EF4-FFF2-40B4-BE49-F238E27FC236}">
                <a16:creationId xmlns:a16="http://schemas.microsoft.com/office/drawing/2014/main" id="{046D7F23-730C-4B54-BF1D-885185BB74A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Cấu trúc một hệ thống</a:t>
            </a:r>
          </a:p>
        </p:txBody>
      </p:sp>
      <p:sp>
        <p:nvSpPr>
          <p:cNvPr id="31" name="!!phase">
            <a:extLst xmlns:a="http://schemas.openxmlformats.org/drawingml/2006/main">
              <a:ext uri="{FF2B5EF4-FFF2-40B4-BE49-F238E27FC236}">
                <a16:creationId xmlns:a16="http://schemas.microsoft.com/office/drawing/2014/main" id="{3FDC3397-C3DA-430B-929B-0F74BB1CA5A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Xoay thuận chiều kim đồng hồ</a:t>
            </a:r>
          </a:p>
        </p:txBody>
      </p:sp>
    </p:spTree>
    <p:extLst>
      <p:ext uri="{BB962C8B-B14F-4D97-AF65-F5344CB8AC3E}">
        <p14:creationId val="1855121870"/>
      </p:ext>
    </p:extLst>
  </p:cSld>
  <mc:AlternateContent>
    <mc:Choice Requires="p159 p14">
      <p:transition spd="slow" p14:dur="3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node-1">
            <a:extLst xmlns:a="http://schemas.openxmlformats.org/drawingml/2006/main">
              <a:ext uri="{FF2B5EF4-FFF2-40B4-BE49-F238E27FC236}">
                <a16:creationId xmlns:a16="http://schemas.microsoft.com/office/drawing/2014/main" id="{E9DC00E7-4D91-4AA4-AF8A-2B726B8F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0F2B6DF0-6451-4F19-AF29-F7468DAC5AE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AC22D672-86A2-48C9-B5CE-6AF5752C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8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0682E73F-356E-4433-A172-6AFE0D455CE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-layer-1">
            <a:extLst xmlns:a="http://schemas.openxmlformats.org/drawingml/2006/main">
              <a:ext uri="{FF2B5EF4-FFF2-40B4-BE49-F238E27FC236}">
                <a16:creationId xmlns:a16="http://schemas.microsoft.com/office/drawing/2014/main" id="{B60D4760-2142-4DEC-B2BD-EE4B23CA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47148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6" name="!!node-3-layer-2">
            <a:extLst xmlns:a="http://schemas.openxmlformats.org/drawingml/2006/main">
              <a:ext uri="{FF2B5EF4-FFF2-40B4-BE49-F238E27FC236}">
                <a16:creationId xmlns:a16="http://schemas.microsoft.com/office/drawing/2014/main" id="{1FC94067-C1FF-4CB5-946D-DB30E899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48291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7" name="!!node-3-layer-3">
            <a:extLst xmlns:a="http://schemas.openxmlformats.org/drawingml/2006/main">
              <a:ext uri="{FF2B5EF4-FFF2-40B4-BE49-F238E27FC236}">
                <a16:creationId xmlns:a16="http://schemas.microsoft.com/office/drawing/2014/main" id="{A770FDC4-F386-497C-9ED9-E47CAA16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49434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8" name="!!node-3-layer-4">
            <a:extLst xmlns:a="http://schemas.openxmlformats.org/drawingml/2006/main">
              <a:ext uri="{FF2B5EF4-FFF2-40B4-BE49-F238E27FC236}">
                <a16:creationId xmlns:a16="http://schemas.microsoft.com/office/drawing/2014/main" id="{F30F3AE8-357E-4FD2-B372-FA2C32AE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50577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9"/>
          </a:solidFill>
          <a:ln xmlns:a="http://schemas.openxmlformats.org/drawingml/2006/main" w="0">
            <a:noFill/>
          </a:ln>
        </p:spPr>
      </p:sp>
      <p:sp>
        <p:nvSpPr>
          <p:cNvPr id="9" name="!!label-3">
            <a:extLst xmlns:a="http://schemas.openxmlformats.org/drawingml/2006/main">
              <a:ext uri="{FF2B5EF4-FFF2-40B4-BE49-F238E27FC236}">
                <a16:creationId xmlns:a16="http://schemas.microsoft.com/office/drawing/2014/main" id="{25E28521-DC97-4E35-A988-BDDAB3917DB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node-4">
            <a:extLst xmlns:a="http://schemas.openxmlformats.org/drawingml/2006/main">
              <a:ext uri="{FF2B5EF4-FFF2-40B4-BE49-F238E27FC236}">
                <a16:creationId xmlns:a16="http://schemas.microsoft.com/office/drawing/2014/main" id="{B11C1249-E23A-4CBC-9D40-283D256C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5495827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1" name="!!label-4">
            <a:extLst xmlns:a="http://schemas.openxmlformats.org/drawingml/2006/main">
              <a:ext uri="{FF2B5EF4-FFF2-40B4-BE49-F238E27FC236}">
                <a16:creationId xmlns:a16="http://schemas.microsoft.com/office/drawing/2014/main" id="{7F9D5A5B-40B6-413A-8106-8137F086D86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2" name="!!node-5">
            <a:extLst xmlns:a="http://schemas.openxmlformats.org/drawingml/2006/main">
              <a:ext uri="{FF2B5EF4-FFF2-40B4-BE49-F238E27FC236}">
                <a16:creationId xmlns:a16="http://schemas.microsoft.com/office/drawing/2014/main" id="{B31C6E25-6CF8-4EDC-AFC3-3382D46E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57816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3" name="!!label-5">
            <a:extLst xmlns:a="http://schemas.openxmlformats.org/drawingml/2006/main">
              <a:ext uri="{FF2B5EF4-FFF2-40B4-BE49-F238E27FC236}">
                <a16:creationId xmlns:a16="http://schemas.microsoft.com/office/drawing/2014/main" id="{7567E5DE-2625-4EA4-982C-02F19233057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810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4" name="!!node-6">
            <a:extLst xmlns:a="http://schemas.openxmlformats.org/drawingml/2006/main">
              <a:ext uri="{FF2B5EF4-FFF2-40B4-BE49-F238E27FC236}">
                <a16:creationId xmlns:a16="http://schemas.microsoft.com/office/drawing/2014/main" id="{419A5C5D-34DF-4F82-A5DC-F9548DD3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5495827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5" name="!!label-6">
            <a:extLst xmlns:a="http://schemas.openxmlformats.org/drawingml/2006/main">
              <a:ext uri="{FF2B5EF4-FFF2-40B4-BE49-F238E27FC236}">
                <a16:creationId xmlns:a16="http://schemas.microsoft.com/office/drawing/2014/main" id="{D7ED3CDC-F363-4FB9-A230-A77C512C97B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6" name="!!node-7">
            <a:extLst xmlns:a="http://schemas.openxmlformats.org/drawingml/2006/main">
              <a:ext uri="{FF2B5EF4-FFF2-40B4-BE49-F238E27FC236}">
                <a16:creationId xmlns:a16="http://schemas.microsoft.com/office/drawing/2014/main" id="{A7780D92-BC56-4716-AE15-6DD9BD9B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7" name="!!label-7">
            <a:extLst xmlns:a="http://schemas.openxmlformats.org/drawingml/2006/main">
              <a:ext uri="{FF2B5EF4-FFF2-40B4-BE49-F238E27FC236}">
                <a16:creationId xmlns:a16="http://schemas.microsoft.com/office/drawing/2014/main" id="{031298AB-9C89-45FF-9134-41276B715A8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8" name="!!node-8">
            <a:extLst xmlns:a="http://schemas.openxmlformats.org/drawingml/2006/main">
              <a:ext uri="{FF2B5EF4-FFF2-40B4-BE49-F238E27FC236}">
                <a16:creationId xmlns:a16="http://schemas.microsoft.com/office/drawing/2014/main" id="{5AB7B04F-C621-4A71-AF00-B3FC6BE4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9" name="!!label-8">
            <a:extLst xmlns:a="http://schemas.openxmlformats.org/drawingml/2006/main">
              <a:ext uri="{FF2B5EF4-FFF2-40B4-BE49-F238E27FC236}">
                <a16:creationId xmlns:a16="http://schemas.microsoft.com/office/drawing/2014/main" id="{4DA63DEB-9F27-4EE1-B3BF-C9B5B542618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20" name="!!node-9">
            <a:extLst xmlns:a="http://schemas.openxmlformats.org/drawingml/2006/main">
              <a:ext uri="{FF2B5EF4-FFF2-40B4-BE49-F238E27FC236}">
                <a16:creationId xmlns:a16="http://schemas.microsoft.com/office/drawing/2014/main" id="{3D55F1C0-F450-45D6-A41B-1B0685CD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1" name="!!label-9">
            <a:extLst xmlns:a="http://schemas.openxmlformats.org/drawingml/2006/main">
              <a:ext uri="{FF2B5EF4-FFF2-40B4-BE49-F238E27FC236}">
                <a16:creationId xmlns:a16="http://schemas.microsoft.com/office/drawing/2014/main" id="{24A171EA-865B-4350-9D1F-923B7185A4E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22" name="!!node-10">
            <a:extLst xmlns:a="http://schemas.openxmlformats.org/drawingml/2006/main">
              <a:ext uri="{FF2B5EF4-FFF2-40B4-BE49-F238E27FC236}">
                <a16:creationId xmlns:a16="http://schemas.microsoft.com/office/drawing/2014/main" id="{91CAD962-6B85-40B8-A77C-B48EA76B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3" name="!!label-10">
            <a:extLst xmlns:a="http://schemas.openxmlformats.org/drawingml/2006/main">
              <a:ext uri="{FF2B5EF4-FFF2-40B4-BE49-F238E27FC236}">
                <a16:creationId xmlns:a16="http://schemas.microsoft.com/office/drawing/2014/main" id="{4A991CF6-49EE-41FB-8933-C6F37D1CFAE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24" name="!!node-11">
            <a:extLst xmlns:a="http://schemas.openxmlformats.org/drawingml/2006/main">
              <a:ext uri="{FF2B5EF4-FFF2-40B4-BE49-F238E27FC236}">
                <a16:creationId xmlns:a16="http://schemas.microsoft.com/office/drawing/2014/main" id="{CC1D4067-8C8A-45A1-B5D3-5AA62057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15144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5" name="!!label-11">
            <a:extLst xmlns:a="http://schemas.openxmlformats.org/drawingml/2006/main">
              <a:ext uri="{FF2B5EF4-FFF2-40B4-BE49-F238E27FC236}">
                <a16:creationId xmlns:a16="http://schemas.microsoft.com/office/drawing/2014/main" id="{5CDEACE1-E7D6-4952-8A43-19804182D38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1543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26" name="!!node-12">
            <a:extLst xmlns:a="http://schemas.openxmlformats.org/drawingml/2006/main">
              <a:ext uri="{FF2B5EF4-FFF2-40B4-BE49-F238E27FC236}">
                <a16:creationId xmlns:a16="http://schemas.microsoft.com/office/drawing/2014/main" id="{DEE7BF08-C9D7-4A15-9DC1-99CDBD43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7" name="!!label-12">
            <a:extLst xmlns:a="http://schemas.openxmlformats.org/drawingml/2006/main">
              <a:ext uri="{FF2B5EF4-FFF2-40B4-BE49-F238E27FC236}">
                <a16:creationId xmlns:a16="http://schemas.microsoft.com/office/drawing/2014/main" id="{1B9EF266-31DB-4937-9497-A35B9730D26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28" name="!!core">
            <a:extLst xmlns:a="http://schemas.openxmlformats.org/drawingml/2006/main">
              <a:ext uri="{FF2B5EF4-FFF2-40B4-BE49-F238E27FC236}">
                <a16:creationId xmlns:a16="http://schemas.microsoft.com/office/drawing/2014/main" id="{0CDCB90B-BEB5-4AB6-8EE3-7469DC55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9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1FB7E12A-A8BD-4046-AF5F-EBA53B9FB1E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30" name="!!title">
            <a:extLst xmlns:a="http://schemas.openxmlformats.org/drawingml/2006/main">
              <a:ext uri="{FF2B5EF4-FFF2-40B4-BE49-F238E27FC236}">
                <a16:creationId xmlns:a16="http://schemas.microsoft.com/office/drawing/2014/main" id="{5DE280E9-F08F-4EFD-8AA4-CA8AC85E666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Cấu trúc một hệ thống</a:t>
            </a:r>
          </a:p>
        </p:txBody>
      </p:sp>
      <p:sp>
        <p:nvSpPr>
          <p:cNvPr id="31" name="!!phase">
            <a:extLst xmlns:a="http://schemas.openxmlformats.org/drawingml/2006/main">
              <a:ext uri="{FF2B5EF4-FFF2-40B4-BE49-F238E27FC236}">
                <a16:creationId xmlns:a16="http://schemas.microsoft.com/office/drawing/2014/main" id="{03BD0A13-8E4C-4879-8235-59BCA2A9AC8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Xoay thuận chiều kim đồng hồ</a:t>
            </a:r>
          </a:p>
        </p:txBody>
      </p:sp>
    </p:spTree>
    <p:extLst>
      <p:ext uri="{BB962C8B-B14F-4D97-AF65-F5344CB8AC3E}">
        <p14:creationId val="796004897"/>
      </p:ext>
    </p:extLst>
  </p:cSld>
  <mc:AlternateContent>
    <mc:Choice Requires="p159 p14">
      <p:transition spd="slow" p14:dur="3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node-1">
            <a:extLst xmlns:a="http://schemas.openxmlformats.org/drawingml/2006/main">
              <a:ext uri="{FF2B5EF4-FFF2-40B4-BE49-F238E27FC236}">
                <a16:creationId xmlns:a16="http://schemas.microsoft.com/office/drawing/2014/main" id="{F52A735A-6DB1-4A2F-B4A2-A46F1AA0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3095859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6D8443A8-2960-4C77-A845-E21BFF4E5A1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5649" y="3124434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5078C281-AD3A-42F9-AB87-2CBF1B2C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6124" y="4200291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DE604EC9-2431-4940-9B87-D92A93C2AFD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5649" y="4228866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-layer-1">
            <a:extLst xmlns:a="http://schemas.openxmlformats.org/drawingml/2006/main">
              <a:ext uri="{FF2B5EF4-FFF2-40B4-BE49-F238E27FC236}">
                <a16:creationId xmlns:a16="http://schemas.microsoft.com/office/drawing/2014/main" id="{F5A42E1F-C92A-4057-AE06-8650B2A9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3908" y="5156758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6" name="!!node-3-layer-2">
            <a:extLst xmlns:a="http://schemas.openxmlformats.org/drawingml/2006/main">
              <a:ext uri="{FF2B5EF4-FFF2-40B4-BE49-F238E27FC236}">
                <a16:creationId xmlns:a16="http://schemas.microsoft.com/office/drawing/2014/main" id="{DFE85390-9B42-4361-997C-5745B8EF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3908" y="5271058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7" name="!!node-3-layer-3">
            <a:extLst xmlns:a="http://schemas.openxmlformats.org/drawingml/2006/main">
              <a:ext uri="{FF2B5EF4-FFF2-40B4-BE49-F238E27FC236}">
                <a16:creationId xmlns:a16="http://schemas.microsoft.com/office/drawing/2014/main" id="{36F30E68-B19B-4CDF-A0BB-978DA1ED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3908" y="5385358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8" name="!!node-3-layer-4">
            <a:extLst xmlns:a="http://schemas.openxmlformats.org/drawingml/2006/main">
              <a:ext uri="{FF2B5EF4-FFF2-40B4-BE49-F238E27FC236}">
                <a16:creationId xmlns:a16="http://schemas.microsoft.com/office/drawing/2014/main" id="{CB40150B-4332-49A4-85F3-D2772B1C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3908" y="5499658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9"/>
          </a:solidFill>
          <a:ln xmlns:a="http://schemas.openxmlformats.org/drawingml/2006/main" w="0">
            <a:noFill/>
          </a:ln>
        </p:spPr>
      </p:sp>
      <p:sp>
        <p:nvSpPr>
          <p:cNvPr id="9" name="!!label-3">
            <a:extLst xmlns:a="http://schemas.openxmlformats.org/drawingml/2006/main">
              <a:ext uri="{FF2B5EF4-FFF2-40B4-BE49-F238E27FC236}">
                <a16:creationId xmlns:a16="http://schemas.microsoft.com/office/drawing/2014/main" id="{6E9143EE-9399-449D-A990-D43117D1E13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3433" y="5185333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node-4">
            <a:extLst xmlns:a="http://schemas.openxmlformats.org/drawingml/2006/main">
              <a:ext uri="{FF2B5EF4-FFF2-40B4-BE49-F238E27FC236}">
                <a16:creationId xmlns:a16="http://schemas.microsoft.com/office/drawing/2014/main" id="{0E7703DE-670C-4C01-AC18-7A217AC3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441" y="5708974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1" name="!!label-4">
            <a:extLst xmlns:a="http://schemas.openxmlformats.org/drawingml/2006/main">
              <a:ext uri="{FF2B5EF4-FFF2-40B4-BE49-F238E27FC236}">
                <a16:creationId xmlns:a16="http://schemas.microsoft.com/office/drawing/2014/main" id="{896160E1-44AE-48F0-9408-6945C4CA33B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6966" y="5737549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2" name="!!node-5">
            <a:extLst xmlns:a="http://schemas.openxmlformats.org/drawingml/2006/main">
              <a:ext uri="{FF2B5EF4-FFF2-40B4-BE49-F238E27FC236}">
                <a16:creationId xmlns:a16="http://schemas.microsoft.com/office/drawing/2014/main" id="{A11652A3-B741-489B-961B-CC70D655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009" y="5708974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3" name="!!label-5">
            <a:extLst xmlns:a="http://schemas.openxmlformats.org/drawingml/2006/main">
              <a:ext uri="{FF2B5EF4-FFF2-40B4-BE49-F238E27FC236}">
                <a16:creationId xmlns:a16="http://schemas.microsoft.com/office/drawing/2014/main" id="{DAB34F5A-7F42-4DEF-9CF3-62575E3FB1A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534" y="5737549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4" name="!!node-6">
            <a:extLst xmlns:a="http://schemas.openxmlformats.org/drawingml/2006/main">
              <a:ext uri="{FF2B5EF4-FFF2-40B4-BE49-F238E27FC236}">
                <a16:creationId xmlns:a16="http://schemas.microsoft.com/office/drawing/2014/main" id="{874DA755-ED73-4AA3-B75F-D06826C0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6542" y="5156758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5" name="!!label-6">
            <a:extLst xmlns:a="http://schemas.openxmlformats.org/drawingml/2006/main">
              <a:ext uri="{FF2B5EF4-FFF2-40B4-BE49-F238E27FC236}">
                <a16:creationId xmlns:a16="http://schemas.microsoft.com/office/drawing/2014/main" id="{B96661FD-9579-49C7-B85C-7ED8C4EA4EA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6067" y="5185333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6" name="!!node-7">
            <a:extLst xmlns:a="http://schemas.openxmlformats.org/drawingml/2006/main">
              <a:ext uri="{FF2B5EF4-FFF2-40B4-BE49-F238E27FC236}">
                <a16:creationId xmlns:a16="http://schemas.microsoft.com/office/drawing/2014/main" id="{98120F08-F553-4D41-B935-3297DFC1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326" y="4200291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7" name="!!label-7">
            <a:extLst xmlns:a="http://schemas.openxmlformats.org/drawingml/2006/main">
              <a:ext uri="{FF2B5EF4-FFF2-40B4-BE49-F238E27FC236}">
                <a16:creationId xmlns:a16="http://schemas.microsoft.com/office/drawing/2014/main" id="{95B220FB-26B9-45AA-80AA-026EA1350CA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3851" y="4228866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8" name="!!node-8">
            <a:extLst xmlns:a="http://schemas.openxmlformats.org/drawingml/2006/main">
              <a:ext uri="{FF2B5EF4-FFF2-40B4-BE49-F238E27FC236}">
                <a16:creationId xmlns:a16="http://schemas.microsoft.com/office/drawing/2014/main" id="{5B77F901-AEF5-45D1-B778-75F9EB72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4326" y="3095859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9" name="!!label-8">
            <a:extLst xmlns:a="http://schemas.openxmlformats.org/drawingml/2006/main">
              <a:ext uri="{FF2B5EF4-FFF2-40B4-BE49-F238E27FC236}">
                <a16:creationId xmlns:a16="http://schemas.microsoft.com/office/drawing/2014/main" id="{2B58F9C9-03D8-404E-B622-D2FE40B3C7B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3851" y="3124434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20" name="!!node-9">
            <a:extLst xmlns:a="http://schemas.openxmlformats.org/drawingml/2006/main">
              <a:ext uri="{FF2B5EF4-FFF2-40B4-BE49-F238E27FC236}">
                <a16:creationId xmlns:a16="http://schemas.microsoft.com/office/drawing/2014/main" id="{20FC5733-039D-43E5-948B-CD9FCA56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6542" y="2139392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1" name="!!label-9">
            <a:extLst xmlns:a="http://schemas.openxmlformats.org/drawingml/2006/main">
              <a:ext uri="{FF2B5EF4-FFF2-40B4-BE49-F238E27FC236}">
                <a16:creationId xmlns:a16="http://schemas.microsoft.com/office/drawing/2014/main" id="{CB2BB089-9B52-48C6-87D2-DF17A1ECF3A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6067" y="2167967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22" name="!!node-10">
            <a:extLst xmlns:a="http://schemas.openxmlformats.org/drawingml/2006/main">
              <a:ext uri="{FF2B5EF4-FFF2-40B4-BE49-F238E27FC236}">
                <a16:creationId xmlns:a16="http://schemas.microsoft.com/office/drawing/2014/main" id="{1116D809-850D-4FD5-A04F-0FB6F3DE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009" y="1587176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3" name="!!label-10">
            <a:extLst xmlns:a="http://schemas.openxmlformats.org/drawingml/2006/main">
              <a:ext uri="{FF2B5EF4-FFF2-40B4-BE49-F238E27FC236}">
                <a16:creationId xmlns:a16="http://schemas.microsoft.com/office/drawing/2014/main" id="{5BAC55BA-ED4B-4BE5-B34C-B73A9DD5376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534" y="1615751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24" name="!!node-11">
            <a:extLst xmlns:a="http://schemas.openxmlformats.org/drawingml/2006/main">
              <a:ext uri="{FF2B5EF4-FFF2-40B4-BE49-F238E27FC236}">
                <a16:creationId xmlns:a16="http://schemas.microsoft.com/office/drawing/2014/main" id="{7F835452-FC97-4267-8A4B-D76F8D59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441" y="1587176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5" name="!!label-11">
            <a:extLst xmlns:a="http://schemas.openxmlformats.org/drawingml/2006/main">
              <a:ext uri="{FF2B5EF4-FFF2-40B4-BE49-F238E27FC236}">
                <a16:creationId xmlns:a16="http://schemas.microsoft.com/office/drawing/2014/main" id="{7AE305D3-3939-4739-B6A2-2C1AE7AAF1E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6966" y="1615751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26" name="!!node-12">
            <a:extLst xmlns:a="http://schemas.openxmlformats.org/drawingml/2006/main">
              <a:ext uri="{FF2B5EF4-FFF2-40B4-BE49-F238E27FC236}">
                <a16:creationId xmlns:a16="http://schemas.microsoft.com/office/drawing/2014/main" id="{06A3785C-81CB-4D36-BE74-99DEAD84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3908" y="2139392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7" name="!!label-12">
            <a:extLst xmlns:a="http://schemas.openxmlformats.org/drawingml/2006/main">
              <a:ext uri="{FF2B5EF4-FFF2-40B4-BE49-F238E27FC236}">
                <a16:creationId xmlns:a16="http://schemas.microsoft.com/office/drawing/2014/main" id="{F2B80DEB-3AD4-46CF-9637-6CC69A69AAB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3433" y="2167967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28" name="!!core">
            <a:extLst xmlns:a="http://schemas.openxmlformats.org/drawingml/2006/main">
              <a:ext uri="{FF2B5EF4-FFF2-40B4-BE49-F238E27FC236}">
                <a16:creationId xmlns:a16="http://schemas.microsoft.com/office/drawing/2014/main" id="{1C4A79E9-50F1-4B47-92A4-2D701D6C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9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93788BD7-3731-4FE2-B2EA-DD6A2E08EEF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30" name="!!title">
            <a:extLst xmlns:a="http://schemas.openxmlformats.org/drawingml/2006/main">
              <a:ext uri="{FF2B5EF4-FFF2-40B4-BE49-F238E27FC236}">
                <a16:creationId xmlns:a16="http://schemas.microsoft.com/office/drawing/2014/main" id="{8AE4449C-0281-467E-8B12-A382D4D431C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Cấu trúc một hệ thống</a:t>
            </a:r>
          </a:p>
        </p:txBody>
      </p:sp>
      <p:sp>
        <p:nvSpPr>
          <p:cNvPr id="31" name="!!phase">
            <a:extLst xmlns:a="http://schemas.openxmlformats.org/drawingml/2006/main">
              <a:ext uri="{FF2B5EF4-FFF2-40B4-BE49-F238E27FC236}">
                <a16:creationId xmlns:a16="http://schemas.microsoft.com/office/drawing/2014/main" id="{42699A42-F6D0-45AE-8288-BF585B0FBE4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Xoay thuận chiều kim đồng hồ</a:t>
            </a:r>
          </a:p>
        </p:txBody>
      </p:sp>
    </p:spTree>
    <p:extLst>
      <p:ext uri="{BB962C8B-B14F-4D97-AF65-F5344CB8AC3E}">
        <p14:creationId val="2018936178"/>
      </p:ext>
    </p:extLst>
  </p:cSld>
  <mc:AlternateContent>
    <mc:Choice Requires="p159 p14">
      <p:transition spd="slow" p14:dur="35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node-1">
            <a:extLst xmlns:a="http://schemas.openxmlformats.org/drawingml/2006/main">
              <a:ext uri="{FF2B5EF4-FFF2-40B4-BE49-F238E27FC236}">
                <a16:creationId xmlns:a16="http://schemas.microsoft.com/office/drawing/2014/main" id="{C8A9A689-0EF4-4B90-B426-C1B68C9A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8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69F489BF-488F-4A94-BFEF-932E3523FDC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66190A12-B24C-438C-99A8-D847D8C3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7653CC32-3CCE-43B0-AFCD-0994968C152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-layer-1">
            <a:extLst xmlns:a="http://schemas.openxmlformats.org/drawingml/2006/main">
              <a:ext uri="{FF2B5EF4-FFF2-40B4-BE49-F238E27FC236}">
                <a16:creationId xmlns:a16="http://schemas.microsoft.com/office/drawing/2014/main" id="{7FBAB0E9-B15C-4223-A776-4BB8369E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5495827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6" name="!!node-3-layer-2">
            <a:extLst xmlns:a="http://schemas.openxmlformats.org/drawingml/2006/main">
              <a:ext uri="{FF2B5EF4-FFF2-40B4-BE49-F238E27FC236}">
                <a16:creationId xmlns:a16="http://schemas.microsoft.com/office/drawing/2014/main" id="{06D95E96-5203-462E-9CB1-A58AE160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5610127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7" name="!!node-3-layer-3">
            <a:extLst xmlns:a="http://schemas.openxmlformats.org/drawingml/2006/main">
              <a:ext uri="{FF2B5EF4-FFF2-40B4-BE49-F238E27FC236}">
                <a16:creationId xmlns:a16="http://schemas.microsoft.com/office/drawing/2014/main" id="{40A8DD96-71C3-45AE-AECC-8599CDF3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5724427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8" name="!!node-3-layer-4">
            <a:extLst xmlns:a="http://schemas.openxmlformats.org/drawingml/2006/main">
              <a:ext uri="{FF2B5EF4-FFF2-40B4-BE49-F238E27FC236}">
                <a16:creationId xmlns:a16="http://schemas.microsoft.com/office/drawing/2014/main" id="{08610F83-57D5-4527-8C98-97766442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5838727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9"/>
          </a:solidFill>
          <a:ln xmlns:a="http://schemas.openxmlformats.org/drawingml/2006/main" w="0">
            <a:noFill/>
          </a:ln>
        </p:spPr>
      </p:sp>
      <p:sp>
        <p:nvSpPr>
          <p:cNvPr id="9" name="!!label-3">
            <a:extLst xmlns:a="http://schemas.openxmlformats.org/drawingml/2006/main">
              <a:ext uri="{FF2B5EF4-FFF2-40B4-BE49-F238E27FC236}">
                <a16:creationId xmlns:a16="http://schemas.microsoft.com/office/drawing/2014/main" id="{32A54DD2-25DF-477C-AA73-26D71710A43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node-4">
            <a:extLst xmlns:a="http://schemas.openxmlformats.org/drawingml/2006/main">
              <a:ext uri="{FF2B5EF4-FFF2-40B4-BE49-F238E27FC236}">
                <a16:creationId xmlns:a16="http://schemas.microsoft.com/office/drawing/2014/main" id="{16009C8F-235B-4ACC-8290-AF157629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57816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1" name="!!label-4">
            <a:extLst xmlns:a="http://schemas.openxmlformats.org/drawingml/2006/main">
              <a:ext uri="{FF2B5EF4-FFF2-40B4-BE49-F238E27FC236}">
                <a16:creationId xmlns:a16="http://schemas.microsoft.com/office/drawing/2014/main" id="{8F304249-12E7-4EAF-9FDB-89CF75A4188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810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2" name="!!node-5">
            <a:extLst xmlns:a="http://schemas.openxmlformats.org/drawingml/2006/main">
              <a:ext uri="{FF2B5EF4-FFF2-40B4-BE49-F238E27FC236}">
                <a16:creationId xmlns:a16="http://schemas.microsoft.com/office/drawing/2014/main" id="{A63384CD-2939-421F-81E2-7C849389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5495827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3" name="!!label-5">
            <a:extLst xmlns:a="http://schemas.openxmlformats.org/drawingml/2006/main">
              <a:ext uri="{FF2B5EF4-FFF2-40B4-BE49-F238E27FC236}">
                <a16:creationId xmlns:a16="http://schemas.microsoft.com/office/drawing/2014/main" id="{AA0DC256-285A-4D56-BEAF-95AE3504878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4" name="!!node-6">
            <a:extLst xmlns:a="http://schemas.openxmlformats.org/drawingml/2006/main">
              <a:ext uri="{FF2B5EF4-FFF2-40B4-BE49-F238E27FC236}">
                <a16:creationId xmlns:a16="http://schemas.microsoft.com/office/drawing/2014/main" id="{9AFA71E3-90E5-4DFF-8781-94F6B931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5" name="!!label-6">
            <a:extLst xmlns:a="http://schemas.openxmlformats.org/drawingml/2006/main">
              <a:ext uri="{FF2B5EF4-FFF2-40B4-BE49-F238E27FC236}">
                <a16:creationId xmlns:a16="http://schemas.microsoft.com/office/drawing/2014/main" id="{727867B4-9004-4EFC-BA7D-5E697977B2D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6" name="!!node-7">
            <a:extLst xmlns:a="http://schemas.openxmlformats.org/drawingml/2006/main">
              <a:ext uri="{FF2B5EF4-FFF2-40B4-BE49-F238E27FC236}">
                <a16:creationId xmlns:a16="http://schemas.microsoft.com/office/drawing/2014/main" id="{8D4A3348-7665-4687-978F-C7428DE4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7" name="!!label-7">
            <a:extLst xmlns:a="http://schemas.openxmlformats.org/drawingml/2006/main">
              <a:ext uri="{FF2B5EF4-FFF2-40B4-BE49-F238E27FC236}">
                <a16:creationId xmlns:a16="http://schemas.microsoft.com/office/drawing/2014/main" id="{F155B7C5-6AEC-4FF8-9AEB-509AA954313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8" name="!!node-8">
            <a:extLst xmlns:a="http://schemas.openxmlformats.org/drawingml/2006/main">
              <a:ext uri="{FF2B5EF4-FFF2-40B4-BE49-F238E27FC236}">
                <a16:creationId xmlns:a16="http://schemas.microsoft.com/office/drawing/2014/main" id="{2D1AE1DC-644E-46A9-9BE6-5E329462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9" name="!!label-8">
            <a:extLst xmlns:a="http://schemas.openxmlformats.org/drawingml/2006/main">
              <a:ext uri="{FF2B5EF4-FFF2-40B4-BE49-F238E27FC236}">
                <a16:creationId xmlns:a16="http://schemas.microsoft.com/office/drawing/2014/main" id="{F2AC5400-FF69-426C-9A56-3BFF802791E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20" name="!!node-9">
            <a:extLst xmlns:a="http://schemas.openxmlformats.org/drawingml/2006/main">
              <a:ext uri="{FF2B5EF4-FFF2-40B4-BE49-F238E27FC236}">
                <a16:creationId xmlns:a16="http://schemas.microsoft.com/office/drawing/2014/main" id="{FDB5A5D9-E97B-4A99-81AB-45C0B721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1" name="!!label-9">
            <a:extLst xmlns:a="http://schemas.openxmlformats.org/drawingml/2006/main">
              <a:ext uri="{FF2B5EF4-FFF2-40B4-BE49-F238E27FC236}">
                <a16:creationId xmlns:a16="http://schemas.microsoft.com/office/drawing/2014/main" id="{7682827A-CC79-496E-9545-07AF564BDCB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22" name="!!node-10">
            <a:extLst xmlns:a="http://schemas.openxmlformats.org/drawingml/2006/main">
              <a:ext uri="{FF2B5EF4-FFF2-40B4-BE49-F238E27FC236}">
                <a16:creationId xmlns:a16="http://schemas.microsoft.com/office/drawing/2014/main" id="{66A32484-0C94-4A22-8C1D-D75C26BC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15144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3" name="!!label-10">
            <a:extLst xmlns:a="http://schemas.openxmlformats.org/drawingml/2006/main">
              <a:ext uri="{FF2B5EF4-FFF2-40B4-BE49-F238E27FC236}">
                <a16:creationId xmlns:a16="http://schemas.microsoft.com/office/drawing/2014/main" id="{123BEC56-E2E3-463C-ADBB-FC7D02D81D1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1543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24" name="!!node-11">
            <a:extLst xmlns:a="http://schemas.openxmlformats.org/drawingml/2006/main">
              <a:ext uri="{FF2B5EF4-FFF2-40B4-BE49-F238E27FC236}">
                <a16:creationId xmlns:a16="http://schemas.microsoft.com/office/drawing/2014/main" id="{814BE658-2055-41C1-912F-FAE035B3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5" name="!!label-11">
            <a:extLst xmlns:a="http://schemas.openxmlformats.org/drawingml/2006/main">
              <a:ext uri="{FF2B5EF4-FFF2-40B4-BE49-F238E27FC236}">
                <a16:creationId xmlns:a16="http://schemas.microsoft.com/office/drawing/2014/main" id="{D6662AFD-394F-49C6-8655-DA0F5FAF232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26" name="!!node-12">
            <a:extLst xmlns:a="http://schemas.openxmlformats.org/drawingml/2006/main">
              <a:ext uri="{FF2B5EF4-FFF2-40B4-BE49-F238E27FC236}">
                <a16:creationId xmlns:a16="http://schemas.microsoft.com/office/drawing/2014/main" id="{164E8F1B-4EAA-49D0-B109-EA80A8BA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7" name="!!label-12">
            <a:extLst xmlns:a="http://schemas.openxmlformats.org/drawingml/2006/main">
              <a:ext uri="{FF2B5EF4-FFF2-40B4-BE49-F238E27FC236}">
                <a16:creationId xmlns:a16="http://schemas.microsoft.com/office/drawing/2014/main" id="{E04197D5-D792-41CE-900E-09134E52E06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28" name="!!core">
            <a:extLst xmlns:a="http://schemas.openxmlformats.org/drawingml/2006/main">
              <a:ext uri="{FF2B5EF4-FFF2-40B4-BE49-F238E27FC236}">
                <a16:creationId xmlns:a16="http://schemas.microsoft.com/office/drawing/2014/main" id="{C99D3896-1620-4001-9839-D5486983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9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DCF15D0F-D2DC-4345-901D-497B1C034DA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30" name="!!title">
            <a:extLst xmlns:a="http://schemas.openxmlformats.org/drawingml/2006/main">
              <a:ext uri="{FF2B5EF4-FFF2-40B4-BE49-F238E27FC236}">
                <a16:creationId xmlns:a16="http://schemas.microsoft.com/office/drawing/2014/main" id="{A3B85C0A-E6AA-4CF3-A6A0-51A5BA20D0C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Cấu trúc một hệ thống</a:t>
            </a:r>
          </a:p>
        </p:txBody>
      </p:sp>
      <p:sp>
        <p:nvSpPr>
          <p:cNvPr id="31" name="!!phase">
            <a:extLst xmlns:a="http://schemas.openxmlformats.org/drawingml/2006/main">
              <a:ext uri="{FF2B5EF4-FFF2-40B4-BE49-F238E27FC236}">
                <a16:creationId xmlns:a16="http://schemas.microsoft.com/office/drawing/2014/main" id="{7562B512-5AF1-4746-97E5-6B56F473741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Xoay thuận chiều kim đồng hồ</a:t>
            </a:r>
          </a:p>
        </p:txBody>
      </p:sp>
    </p:spTree>
    <p:extLst>
      <p:ext uri="{BB962C8B-B14F-4D97-AF65-F5344CB8AC3E}">
        <p14:creationId val="1020051159"/>
      </p:ext>
    </p:extLst>
  </p:cSld>
  <mc:AlternateContent>
    <mc:Choice Requires="p159 p14">
      <p:transition spd="slow" p14:dur="3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node-1">
            <a:extLst xmlns:a="http://schemas.openxmlformats.org/drawingml/2006/main">
              <a:ext uri="{FF2B5EF4-FFF2-40B4-BE49-F238E27FC236}">
                <a16:creationId xmlns:a16="http://schemas.microsoft.com/office/drawing/2014/main" id="{16D0C9FE-6C2B-4959-91AA-32862FAD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8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B24B6700-0030-496E-AEB2-BF003462F0F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DF669402-CAE5-412C-A346-81478095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C21F75F5-25F0-4301-B614-5FE14AF7DA9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-layer-1">
            <a:extLst xmlns:a="http://schemas.openxmlformats.org/drawingml/2006/main">
              <a:ext uri="{FF2B5EF4-FFF2-40B4-BE49-F238E27FC236}">
                <a16:creationId xmlns:a16="http://schemas.microsoft.com/office/drawing/2014/main" id="{2E6262F7-CDE7-4F26-BEAA-1541289D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2962275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6" name="!!node-3-layer-2">
            <a:extLst xmlns:a="http://schemas.openxmlformats.org/drawingml/2006/main">
              <a:ext uri="{FF2B5EF4-FFF2-40B4-BE49-F238E27FC236}">
                <a16:creationId xmlns:a16="http://schemas.microsoft.com/office/drawing/2014/main" id="{6A09EB21-B455-4853-8117-F6F39F13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3419475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7" name="!!node-3-layer-3">
            <a:extLst xmlns:a="http://schemas.openxmlformats.org/drawingml/2006/main">
              <a:ext uri="{FF2B5EF4-FFF2-40B4-BE49-F238E27FC236}">
                <a16:creationId xmlns:a16="http://schemas.microsoft.com/office/drawing/2014/main" id="{7F8C68A5-8738-4CDA-965D-7F6B2DC8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3876675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8" name="!!node-3-layer-4">
            <a:extLst xmlns:a="http://schemas.openxmlformats.org/drawingml/2006/main">
              <a:ext uri="{FF2B5EF4-FFF2-40B4-BE49-F238E27FC236}">
                <a16:creationId xmlns:a16="http://schemas.microsoft.com/office/drawing/2014/main" id="{D778C043-2DBE-4E53-96F2-9DE9D923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4333875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9"/>
          </a:solidFill>
          <a:ln xmlns:a="http://schemas.openxmlformats.org/drawingml/2006/main" w="0">
            <a:noFill/>
          </a:ln>
        </p:spPr>
      </p:sp>
      <p:sp>
        <p:nvSpPr>
          <p:cNvPr id="9" name="!!label-3">
            <a:extLst xmlns:a="http://schemas.openxmlformats.org/drawingml/2006/main">
              <a:ext uri="{FF2B5EF4-FFF2-40B4-BE49-F238E27FC236}">
                <a16:creationId xmlns:a16="http://schemas.microsoft.com/office/drawing/2014/main" id="{10D3D7BA-A9C0-4348-B2FB-0A05CF999DF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node-4">
            <a:extLst xmlns:a="http://schemas.openxmlformats.org/drawingml/2006/main">
              <a:ext uri="{FF2B5EF4-FFF2-40B4-BE49-F238E27FC236}">
                <a16:creationId xmlns:a16="http://schemas.microsoft.com/office/drawing/2014/main" id="{AF80F114-C6C3-4C66-B839-576BD1EF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57816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1" name="!!label-4">
            <a:extLst xmlns:a="http://schemas.openxmlformats.org/drawingml/2006/main">
              <a:ext uri="{FF2B5EF4-FFF2-40B4-BE49-F238E27FC236}">
                <a16:creationId xmlns:a16="http://schemas.microsoft.com/office/drawing/2014/main" id="{21358E77-6BD6-451A-8CF0-09016DE407E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810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2" name="!!node-5">
            <a:extLst xmlns:a="http://schemas.openxmlformats.org/drawingml/2006/main">
              <a:ext uri="{FF2B5EF4-FFF2-40B4-BE49-F238E27FC236}">
                <a16:creationId xmlns:a16="http://schemas.microsoft.com/office/drawing/2014/main" id="{915D258D-D882-4643-A674-BA6CB1F9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5495827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3" name="!!label-5">
            <a:extLst xmlns:a="http://schemas.openxmlformats.org/drawingml/2006/main">
              <a:ext uri="{FF2B5EF4-FFF2-40B4-BE49-F238E27FC236}">
                <a16:creationId xmlns:a16="http://schemas.microsoft.com/office/drawing/2014/main" id="{5E4F4A4B-EABF-4704-9977-C10088A0532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4" name="!!node-6">
            <a:extLst xmlns:a="http://schemas.openxmlformats.org/drawingml/2006/main">
              <a:ext uri="{FF2B5EF4-FFF2-40B4-BE49-F238E27FC236}">
                <a16:creationId xmlns:a16="http://schemas.microsoft.com/office/drawing/2014/main" id="{70574FA5-0A48-4F1D-A86F-69C7C432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5" name="!!label-6">
            <a:extLst xmlns:a="http://schemas.openxmlformats.org/drawingml/2006/main">
              <a:ext uri="{FF2B5EF4-FFF2-40B4-BE49-F238E27FC236}">
                <a16:creationId xmlns:a16="http://schemas.microsoft.com/office/drawing/2014/main" id="{18267580-A81D-4FC5-92AC-90F56C44619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6" name="!!node-7">
            <a:extLst xmlns:a="http://schemas.openxmlformats.org/drawingml/2006/main">
              <a:ext uri="{FF2B5EF4-FFF2-40B4-BE49-F238E27FC236}">
                <a16:creationId xmlns:a16="http://schemas.microsoft.com/office/drawing/2014/main" id="{F34A0818-8B99-466A-8426-A532C9CF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7" name="!!label-7">
            <a:extLst xmlns:a="http://schemas.openxmlformats.org/drawingml/2006/main">
              <a:ext uri="{FF2B5EF4-FFF2-40B4-BE49-F238E27FC236}">
                <a16:creationId xmlns:a16="http://schemas.microsoft.com/office/drawing/2014/main" id="{F2322B61-CBD3-459F-B7C2-4AB85A70680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8" name="!!node-8">
            <a:extLst xmlns:a="http://schemas.openxmlformats.org/drawingml/2006/main">
              <a:ext uri="{FF2B5EF4-FFF2-40B4-BE49-F238E27FC236}">
                <a16:creationId xmlns:a16="http://schemas.microsoft.com/office/drawing/2014/main" id="{028556BA-60EE-4610-8B75-22F4BD1A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9" name="!!label-8">
            <a:extLst xmlns:a="http://schemas.openxmlformats.org/drawingml/2006/main">
              <a:ext uri="{FF2B5EF4-FFF2-40B4-BE49-F238E27FC236}">
                <a16:creationId xmlns:a16="http://schemas.microsoft.com/office/drawing/2014/main" id="{C6AEFD3A-F2B4-44CD-B313-FDD7F6DF05D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20" name="!!node-9">
            <a:extLst xmlns:a="http://schemas.openxmlformats.org/drawingml/2006/main">
              <a:ext uri="{FF2B5EF4-FFF2-40B4-BE49-F238E27FC236}">
                <a16:creationId xmlns:a16="http://schemas.microsoft.com/office/drawing/2014/main" id="{62C97589-4A98-4AC7-BE27-38937FE6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1" name="!!label-9">
            <a:extLst xmlns:a="http://schemas.openxmlformats.org/drawingml/2006/main">
              <a:ext uri="{FF2B5EF4-FFF2-40B4-BE49-F238E27FC236}">
                <a16:creationId xmlns:a16="http://schemas.microsoft.com/office/drawing/2014/main" id="{1CD97BC2-B5C2-4D46-8522-E869B1D5799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22" name="!!node-10">
            <a:extLst xmlns:a="http://schemas.openxmlformats.org/drawingml/2006/main">
              <a:ext uri="{FF2B5EF4-FFF2-40B4-BE49-F238E27FC236}">
                <a16:creationId xmlns:a16="http://schemas.microsoft.com/office/drawing/2014/main" id="{BB092008-906D-4A42-8251-691946B9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15144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3" name="!!label-10">
            <a:extLst xmlns:a="http://schemas.openxmlformats.org/drawingml/2006/main">
              <a:ext uri="{FF2B5EF4-FFF2-40B4-BE49-F238E27FC236}">
                <a16:creationId xmlns:a16="http://schemas.microsoft.com/office/drawing/2014/main" id="{D1F980A5-6656-4671-A5C2-05185684117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1543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24" name="!!node-11">
            <a:extLst xmlns:a="http://schemas.openxmlformats.org/drawingml/2006/main">
              <a:ext uri="{FF2B5EF4-FFF2-40B4-BE49-F238E27FC236}">
                <a16:creationId xmlns:a16="http://schemas.microsoft.com/office/drawing/2014/main" id="{7E98E35D-66AC-42FB-A8A6-A6C65B09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5" name="!!label-11">
            <a:extLst xmlns:a="http://schemas.openxmlformats.org/drawingml/2006/main">
              <a:ext uri="{FF2B5EF4-FFF2-40B4-BE49-F238E27FC236}">
                <a16:creationId xmlns:a16="http://schemas.microsoft.com/office/drawing/2014/main" id="{26A4D036-C929-4105-AA19-2ACE3DDDD47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26" name="!!node-12">
            <a:extLst xmlns:a="http://schemas.openxmlformats.org/drawingml/2006/main">
              <a:ext uri="{FF2B5EF4-FFF2-40B4-BE49-F238E27FC236}">
                <a16:creationId xmlns:a16="http://schemas.microsoft.com/office/drawing/2014/main" id="{A8D2175C-61ED-462B-97ED-686CC714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7" name="!!label-12">
            <a:extLst xmlns:a="http://schemas.openxmlformats.org/drawingml/2006/main">
              <a:ext uri="{FF2B5EF4-FFF2-40B4-BE49-F238E27FC236}">
                <a16:creationId xmlns:a16="http://schemas.microsoft.com/office/drawing/2014/main" id="{03CE9353-4D8B-4644-BEBE-94F07D18B0C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28" name="!!core">
            <a:extLst xmlns:a="http://schemas.openxmlformats.org/drawingml/2006/main">
              <a:ext uri="{FF2B5EF4-FFF2-40B4-BE49-F238E27FC236}">
                <a16:creationId xmlns:a16="http://schemas.microsoft.com/office/drawing/2014/main" id="{133935D9-1E4F-48C5-AE85-863739CC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9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4881110A-F156-499E-8D1A-B78F9DDD1FA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30" name="!!title">
            <a:extLst xmlns:a="http://schemas.openxmlformats.org/drawingml/2006/main">
              <a:ext uri="{FF2B5EF4-FFF2-40B4-BE49-F238E27FC236}">
                <a16:creationId xmlns:a16="http://schemas.microsoft.com/office/drawing/2014/main" id="{52E70B71-C2D2-4561-BA25-DF46C6D4217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Cấu trúc một hệ thống</a:t>
            </a:r>
          </a:p>
        </p:txBody>
      </p:sp>
      <p:sp>
        <p:nvSpPr>
          <p:cNvPr id="31" name="!!phase">
            <a:extLst xmlns:a="http://schemas.openxmlformats.org/drawingml/2006/main">
              <a:ext uri="{FF2B5EF4-FFF2-40B4-BE49-F238E27FC236}">
                <a16:creationId xmlns:a16="http://schemas.microsoft.com/office/drawing/2014/main" id="{4CB52556-7B8D-4117-805C-7694ADA95E2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Phóng nút 03</a:t>
            </a:r>
          </a:p>
        </p:txBody>
      </p:sp>
    </p:spTree>
    <p:extLst>
      <p:ext uri="{BB962C8B-B14F-4D97-AF65-F5344CB8AC3E}">
        <p14:creationId val="1029352435"/>
      </p:ext>
    </p:extLst>
  </p:cSld>
  <mc:AlternateContent>
    <mc:Choice Requires="p159 p14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node-1">
            <a:extLst xmlns:a="http://schemas.openxmlformats.org/drawingml/2006/main">
              <a:ext uri="{FF2B5EF4-FFF2-40B4-BE49-F238E27FC236}">
                <a16:creationId xmlns:a16="http://schemas.microsoft.com/office/drawing/2014/main" id="{D94BABAF-AC98-42E6-991A-B4836A58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8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8D646BB6-2C54-46BE-BA58-F8B0B629BC5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EF09F2CC-A38F-46BE-8737-2712C37A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6FE9561E-B2DF-40A3-9C3D-929C593F3BB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-layer-1">
            <a:extLst xmlns:a="http://schemas.openxmlformats.org/drawingml/2006/main">
              <a:ext uri="{FF2B5EF4-FFF2-40B4-BE49-F238E27FC236}">
                <a16:creationId xmlns:a16="http://schemas.microsoft.com/office/drawing/2014/main" id="{2AEF6916-4EB7-4A9D-8DFD-307AAD14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2647950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6" name="!!node-3-layer-2">
            <a:extLst xmlns:a="http://schemas.openxmlformats.org/drawingml/2006/main">
              <a:ext uri="{FF2B5EF4-FFF2-40B4-BE49-F238E27FC236}">
                <a16:creationId xmlns:a16="http://schemas.microsoft.com/office/drawing/2014/main" id="{FAF38BB5-E8B1-42B4-A025-206A4C82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3314700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7" name="!!node-3-layer-3">
            <a:extLst xmlns:a="http://schemas.openxmlformats.org/drawingml/2006/main">
              <a:ext uri="{FF2B5EF4-FFF2-40B4-BE49-F238E27FC236}">
                <a16:creationId xmlns:a16="http://schemas.microsoft.com/office/drawing/2014/main" id="{2595E181-D9BF-47E3-9924-AC0D3B64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3981450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8" name="!!node-3-layer-4">
            <a:extLst xmlns:a="http://schemas.openxmlformats.org/drawingml/2006/main">
              <a:ext uri="{FF2B5EF4-FFF2-40B4-BE49-F238E27FC236}">
                <a16:creationId xmlns:a16="http://schemas.microsoft.com/office/drawing/2014/main" id="{1F6F0C9B-042F-4AA7-B11E-A44F4B6A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4648200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9"/>
          </a:solidFill>
          <a:ln xmlns:a="http://schemas.openxmlformats.org/drawingml/2006/main" w="0">
            <a:noFill/>
          </a:ln>
        </p:spPr>
      </p:sp>
      <p:sp>
        <p:nvSpPr>
          <p:cNvPr id="9" name="!!label-3">
            <a:extLst xmlns:a="http://schemas.openxmlformats.org/drawingml/2006/main">
              <a:ext uri="{FF2B5EF4-FFF2-40B4-BE49-F238E27FC236}">
                <a16:creationId xmlns:a16="http://schemas.microsoft.com/office/drawing/2014/main" id="{8BB480CE-C04F-4936-936A-B951115A3A8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21621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node-4">
            <a:extLst xmlns:a="http://schemas.openxmlformats.org/drawingml/2006/main">
              <a:ext uri="{FF2B5EF4-FFF2-40B4-BE49-F238E27FC236}">
                <a16:creationId xmlns:a16="http://schemas.microsoft.com/office/drawing/2014/main" id="{026A0523-298C-4AD0-A9FD-E85A3220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57816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1" name="!!label-4">
            <a:extLst xmlns:a="http://schemas.openxmlformats.org/drawingml/2006/main">
              <a:ext uri="{FF2B5EF4-FFF2-40B4-BE49-F238E27FC236}">
                <a16:creationId xmlns:a16="http://schemas.microsoft.com/office/drawing/2014/main" id="{E5FEB7A9-89F4-4198-8B6F-DC0379EFC23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810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2" name="!!node-5">
            <a:extLst xmlns:a="http://schemas.openxmlformats.org/drawingml/2006/main">
              <a:ext uri="{FF2B5EF4-FFF2-40B4-BE49-F238E27FC236}">
                <a16:creationId xmlns:a16="http://schemas.microsoft.com/office/drawing/2014/main" id="{DD6CAA11-C502-4D51-A728-74511922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5495827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3" name="!!label-5">
            <a:extLst xmlns:a="http://schemas.openxmlformats.org/drawingml/2006/main">
              <a:ext uri="{FF2B5EF4-FFF2-40B4-BE49-F238E27FC236}">
                <a16:creationId xmlns:a16="http://schemas.microsoft.com/office/drawing/2014/main" id="{3ED03B75-9C1D-44EC-A6F7-6B23556F08B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4" name="!!node-6">
            <a:extLst xmlns:a="http://schemas.openxmlformats.org/drawingml/2006/main">
              <a:ext uri="{FF2B5EF4-FFF2-40B4-BE49-F238E27FC236}">
                <a16:creationId xmlns:a16="http://schemas.microsoft.com/office/drawing/2014/main" id="{96DA6311-2EB3-44D6-856F-7EB3B8D0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5" name="!!label-6">
            <a:extLst xmlns:a="http://schemas.openxmlformats.org/drawingml/2006/main">
              <a:ext uri="{FF2B5EF4-FFF2-40B4-BE49-F238E27FC236}">
                <a16:creationId xmlns:a16="http://schemas.microsoft.com/office/drawing/2014/main" id="{35153F78-1A0B-4790-8951-4FDCACAEDCA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6" name="!!node-7">
            <a:extLst xmlns:a="http://schemas.openxmlformats.org/drawingml/2006/main">
              <a:ext uri="{FF2B5EF4-FFF2-40B4-BE49-F238E27FC236}">
                <a16:creationId xmlns:a16="http://schemas.microsoft.com/office/drawing/2014/main" id="{7D6F35D6-B022-4BAA-A523-F624B0A4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7" name="!!label-7">
            <a:extLst xmlns:a="http://schemas.openxmlformats.org/drawingml/2006/main">
              <a:ext uri="{FF2B5EF4-FFF2-40B4-BE49-F238E27FC236}">
                <a16:creationId xmlns:a16="http://schemas.microsoft.com/office/drawing/2014/main" id="{1E4CE406-20B7-4045-B357-0C6086B45F3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8" name="!!node-8">
            <a:extLst xmlns:a="http://schemas.openxmlformats.org/drawingml/2006/main">
              <a:ext uri="{FF2B5EF4-FFF2-40B4-BE49-F238E27FC236}">
                <a16:creationId xmlns:a16="http://schemas.microsoft.com/office/drawing/2014/main" id="{EDF56932-3A1A-444A-BF57-6B62D832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9" name="!!label-8">
            <a:extLst xmlns:a="http://schemas.openxmlformats.org/drawingml/2006/main">
              <a:ext uri="{FF2B5EF4-FFF2-40B4-BE49-F238E27FC236}">
                <a16:creationId xmlns:a16="http://schemas.microsoft.com/office/drawing/2014/main" id="{F501A969-065E-4D72-8F00-DC36AA319A6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20" name="!!node-9">
            <a:extLst xmlns:a="http://schemas.openxmlformats.org/drawingml/2006/main">
              <a:ext uri="{FF2B5EF4-FFF2-40B4-BE49-F238E27FC236}">
                <a16:creationId xmlns:a16="http://schemas.microsoft.com/office/drawing/2014/main" id="{D7D7353A-E5BA-43AC-BB00-7A3C29CF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1" name="!!label-9">
            <a:extLst xmlns:a="http://schemas.openxmlformats.org/drawingml/2006/main">
              <a:ext uri="{FF2B5EF4-FFF2-40B4-BE49-F238E27FC236}">
                <a16:creationId xmlns:a16="http://schemas.microsoft.com/office/drawing/2014/main" id="{2171D222-9083-4FE4-9D4A-C33BDA005C4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22" name="!!node-10">
            <a:extLst xmlns:a="http://schemas.openxmlformats.org/drawingml/2006/main">
              <a:ext uri="{FF2B5EF4-FFF2-40B4-BE49-F238E27FC236}">
                <a16:creationId xmlns:a16="http://schemas.microsoft.com/office/drawing/2014/main" id="{DA8BC492-76C5-47A3-B61B-CF8913B0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15144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3" name="!!label-10">
            <a:extLst xmlns:a="http://schemas.openxmlformats.org/drawingml/2006/main">
              <a:ext uri="{FF2B5EF4-FFF2-40B4-BE49-F238E27FC236}">
                <a16:creationId xmlns:a16="http://schemas.microsoft.com/office/drawing/2014/main" id="{2963C3B3-8A34-47B7-980E-26D06F27D50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1543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24" name="!!node-11">
            <a:extLst xmlns:a="http://schemas.openxmlformats.org/drawingml/2006/main">
              <a:ext uri="{FF2B5EF4-FFF2-40B4-BE49-F238E27FC236}">
                <a16:creationId xmlns:a16="http://schemas.microsoft.com/office/drawing/2014/main" id="{E7D6E5F1-D1B0-4A2E-A5BB-E235FAD1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5" name="!!label-11">
            <a:extLst xmlns:a="http://schemas.openxmlformats.org/drawingml/2006/main">
              <a:ext uri="{FF2B5EF4-FFF2-40B4-BE49-F238E27FC236}">
                <a16:creationId xmlns:a16="http://schemas.microsoft.com/office/drawing/2014/main" id="{26D9A5AA-EF8C-46B4-8A52-EEDDC9EED9C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26" name="!!node-12">
            <a:extLst xmlns:a="http://schemas.openxmlformats.org/drawingml/2006/main">
              <a:ext uri="{FF2B5EF4-FFF2-40B4-BE49-F238E27FC236}">
                <a16:creationId xmlns:a16="http://schemas.microsoft.com/office/drawing/2014/main" id="{BDC0FC9D-CC94-4397-8EE1-0A27E0B0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7" name="!!label-12">
            <a:extLst xmlns:a="http://schemas.openxmlformats.org/drawingml/2006/main">
              <a:ext uri="{FF2B5EF4-FFF2-40B4-BE49-F238E27FC236}">
                <a16:creationId xmlns:a16="http://schemas.microsoft.com/office/drawing/2014/main" id="{9BCF7FD0-4C4F-4723-B8A8-A2DCC1D9B52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28" name="!!core">
            <a:extLst xmlns:a="http://schemas.openxmlformats.org/drawingml/2006/main">
              <a:ext uri="{FF2B5EF4-FFF2-40B4-BE49-F238E27FC236}">
                <a16:creationId xmlns:a16="http://schemas.microsoft.com/office/drawing/2014/main" id="{B209CB83-0EDE-4AC8-A597-821FD76E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9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1BB1CEA8-7A56-43AF-BC4D-3FC221E52B0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30" name="!!title">
            <a:extLst xmlns:a="http://schemas.openxmlformats.org/drawingml/2006/main">
              <a:ext uri="{FF2B5EF4-FFF2-40B4-BE49-F238E27FC236}">
                <a16:creationId xmlns:a16="http://schemas.microsoft.com/office/drawing/2014/main" id="{992193F8-09F0-44DA-B756-B995F704042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Cấu trúc một hệ thống</a:t>
            </a:r>
          </a:p>
        </p:txBody>
      </p:sp>
      <p:sp>
        <p:nvSpPr>
          <p:cNvPr id="31" name="!!phase">
            <a:extLst xmlns:a="http://schemas.openxmlformats.org/drawingml/2006/main">
              <a:ext uri="{FF2B5EF4-FFF2-40B4-BE49-F238E27FC236}">
                <a16:creationId xmlns:a16="http://schemas.microsoft.com/office/drawing/2014/main" id="{785904F7-87F9-46E0-AA70-7AECC037A70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4 lớp bên trong nút 03</a:t>
            </a:r>
          </a:p>
        </p:txBody>
      </p:sp>
    </p:spTree>
    <p:extLst>
      <p:ext uri="{BB962C8B-B14F-4D97-AF65-F5344CB8AC3E}">
        <p14:creationId val="1092995200"/>
      </p:ext>
    </p:extLst>
  </p:cSld>
  <mc:AlternateContent>
    <mc:Choice Requires="p159 p14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node-1">
            <a:extLst xmlns:a="http://schemas.openxmlformats.org/drawingml/2006/main">
              <a:ext uri="{FF2B5EF4-FFF2-40B4-BE49-F238E27FC236}">
                <a16:creationId xmlns:a16="http://schemas.microsoft.com/office/drawing/2014/main" id="{7D6F0973-1C85-40A3-B458-B05EC1C1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8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8520BAF3-297F-4D74-A88B-5091367F6F4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F2D72ABD-D6DF-4EF3-B4FA-AC92CEA8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07CF8635-8D48-4089-8FFE-F323361B210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-layer-1">
            <a:extLst xmlns:a="http://schemas.openxmlformats.org/drawingml/2006/main">
              <a:ext uri="{FF2B5EF4-FFF2-40B4-BE49-F238E27FC236}">
                <a16:creationId xmlns:a16="http://schemas.microsoft.com/office/drawing/2014/main" id="{196EE020-B85F-42A9-9398-D45B6AE6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2962275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6" name="!!node-3-layer-2">
            <a:extLst xmlns:a="http://schemas.openxmlformats.org/drawingml/2006/main">
              <a:ext uri="{FF2B5EF4-FFF2-40B4-BE49-F238E27FC236}">
                <a16:creationId xmlns:a16="http://schemas.microsoft.com/office/drawing/2014/main" id="{CC21AE3F-84B8-43E3-A2B4-2609C893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3419475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7" name="!!node-3-layer-3">
            <a:extLst xmlns:a="http://schemas.openxmlformats.org/drawingml/2006/main">
              <a:ext uri="{FF2B5EF4-FFF2-40B4-BE49-F238E27FC236}">
                <a16:creationId xmlns:a16="http://schemas.microsoft.com/office/drawing/2014/main" id="{A86C3B5D-4467-4240-98F3-3F1B0DA9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3876675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8" name="!!node-3-layer-4">
            <a:extLst xmlns:a="http://schemas.openxmlformats.org/drawingml/2006/main">
              <a:ext uri="{FF2B5EF4-FFF2-40B4-BE49-F238E27FC236}">
                <a16:creationId xmlns:a16="http://schemas.microsoft.com/office/drawing/2014/main" id="{1CAD94EE-2D59-49B3-86ED-B9C00687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4333875"/>
            <a:ext cx="2362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9"/>
          </a:solidFill>
          <a:ln xmlns:a="http://schemas.openxmlformats.org/drawingml/2006/main" w="0">
            <a:noFill/>
          </a:ln>
        </p:spPr>
      </p:sp>
      <p:sp>
        <p:nvSpPr>
          <p:cNvPr id="9" name="!!label-3">
            <a:extLst xmlns:a="http://schemas.openxmlformats.org/drawingml/2006/main">
              <a:ext uri="{FF2B5EF4-FFF2-40B4-BE49-F238E27FC236}">
                <a16:creationId xmlns:a16="http://schemas.microsoft.com/office/drawing/2014/main" id="{DB95E7B3-67C7-47FD-A76B-E462B099207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node-4">
            <a:extLst xmlns:a="http://schemas.openxmlformats.org/drawingml/2006/main">
              <a:ext uri="{FF2B5EF4-FFF2-40B4-BE49-F238E27FC236}">
                <a16:creationId xmlns:a16="http://schemas.microsoft.com/office/drawing/2014/main" id="{D570E555-1861-447E-BCA2-90ECAD89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57816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1" name="!!label-4">
            <a:extLst xmlns:a="http://schemas.openxmlformats.org/drawingml/2006/main">
              <a:ext uri="{FF2B5EF4-FFF2-40B4-BE49-F238E27FC236}">
                <a16:creationId xmlns:a16="http://schemas.microsoft.com/office/drawing/2014/main" id="{FD1DC91E-0274-4FCA-A56D-26AFAE729C4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810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2" name="!!node-5">
            <a:extLst xmlns:a="http://schemas.openxmlformats.org/drawingml/2006/main">
              <a:ext uri="{FF2B5EF4-FFF2-40B4-BE49-F238E27FC236}">
                <a16:creationId xmlns:a16="http://schemas.microsoft.com/office/drawing/2014/main" id="{B675A774-49FF-46BE-9C21-82ED63E7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5495827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3" name="!!label-5">
            <a:extLst xmlns:a="http://schemas.openxmlformats.org/drawingml/2006/main">
              <a:ext uri="{FF2B5EF4-FFF2-40B4-BE49-F238E27FC236}">
                <a16:creationId xmlns:a16="http://schemas.microsoft.com/office/drawing/2014/main" id="{9D0A294E-9D77-4439-8B89-40BDA5988AC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4" name="!!node-6">
            <a:extLst xmlns:a="http://schemas.openxmlformats.org/drawingml/2006/main">
              <a:ext uri="{FF2B5EF4-FFF2-40B4-BE49-F238E27FC236}">
                <a16:creationId xmlns:a16="http://schemas.microsoft.com/office/drawing/2014/main" id="{F929A07F-D93C-406C-8949-AC90163D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5" name="!!label-6">
            <a:extLst xmlns:a="http://schemas.openxmlformats.org/drawingml/2006/main">
              <a:ext uri="{FF2B5EF4-FFF2-40B4-BE49-F238E27FC236}">
                <a16:creationId xmlns:a16="http://schemas.microsoft.com/office/drawing/2014/main" id="{5DE4BC39-37EE-4B56-A2AA-CB5A7323F6C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6" name="!!node-7">
            <a:extLst xmlns:a="http://schemas.openxmlformats.org/drawingml/2006/main">
              <a:ext uri="{FF2B5EF4-FFF2-40B4-BE49-F238E27FC236}">
                <a16:creationId xmlns:a16="http://schemas.microsoft.com/office/drawing/2014/main" id="{E751C247-5759-4461-B038-0585A8D6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7" name="!!label-7">
            <a:extLst xmlns:a="http://schemas.openxmlformats.org/drawingml/2006/main">
              <a:ext uri="{FF2B5EF4-FFF2-40B4-BE49-F238E27FC236}">
                <a16:creationId xmlns:a16="http://schemas.microsoft.com/office/drawing/2014/main" id="{1F72559B-E5E2-46C5-8E79-86A274F9F49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8" name="!!node-8">
            <a:extLst xmlns:a="http://schemas.openxmlformats.org/drawingml/2006/main">
              <a:ext uri="{FF2B5EF4-FFF2-40B4-BE49-F238E27FC236}">
                <a16:creationId xmlns:a16="http://schemas.microsoft.com/office/drawing/2014/main" id="{F9B6FD90-B9AD-4CE1-BFDE-3E92F3FD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9" name="!!label-8">
            <a:extLst xmlns:a="http://schemas.openxmlformats.org/drawingml/2006/main">
              <a:ext uri="{FF2B5EF4-FFF2-40B4-BE49-F238E27FC236}">
                <a16:creationId xmlns:a16="http://schemas.microsoft.com/office/drawing/2014/main" id="{C53EF0E0-DE67-491B-B267-0CB4E91A93B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20" name="!!node-9">
            <a:extLst xmlns:a="http://schemas.openxmlformats.org/drawingml/2006/main">
              <a:ext uri="{FF2B5EF4-FFF2-40B4-BE49-F238E27FC236}">
                <a16:creationId xmlns:a16="http://schemas.microsoft.com/office/drawing/2014/main" id="{3BE69DB3-ED0E-4CDC-B0C1-E0176A4C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1" name="!!label-9">
            <a:extLst xmlns:a="http://schemas.openxmlformats.org/drawingml/2006/main">
              <a:ext uri="{FF2B5EF4-FFF2-40B4-BE49-F238E27FC236}">
                <a16:creationId xmlns:a16="http://schemas.microsoft.com/office/drawing/2014/main" id="{B1E6240B-2AC4-4CEC-ABE9-2813F9D4475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22" name="!!node-10">
            <a:extLst xmlns:a="http://schemas.openxmlformats.org/drawingml/2006/main">
              <a:ext uri="{FF2B5EF4-FFF2-40B4-BE49-F238E27FC236}">
                <a16:creationId xmlns:a16="http://schemas.microsoft.com/office/drawing/2014/main" id="{29C37C40-EF83-4684-B419-6A03409E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15144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3" name="!!label-10">
            <a:extLst xmlns:a="http://schemas.openxmlformats.org/drawingml/2006/main">
              <a:ext uri="{FF2B5EF4-FFF2-40B4-BE49-F238E27FC236}">
                <a16:creationId xmlns:a16="http://schemas.microsoft.com/office/drawing/2014/main" id="{14398688-0E8B-4271-94DD-128BD16628B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1543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24" name="!!node-11">
            <a:extLst xmlns:a="http://schemas.openxmlformats.org/drawingml/2006/main">
              <a:ext uri="{FF2B5EF4-FFF2-40B4-BE49-F238E27FC236}">
                <a16:creationId xmlns:a16="http://schemas.microsoft.com/office/drawing/2014/main" id="{E782190D-157C-429A-A58D-D913D5E1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5" name="!!label-11">
            <a:extLst xmlns:a="http://schemas.openxmlformats.org/drawingml/2006/main">
              <a:ext uri="{FF2B5EF4-FFF2-40B4-BE49-F238E27FC236}">
                <a16:creationId xmlns:a16="http://schemas.microsoft.com/office/drawing/2014/main" id="{2601B7CB-D151-40CC-A244-F34DA79DE99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26" name="!!node-12">
            <a:extLst xmlns:a="http://schemas.openxmlformats.org/drawingml/2006/main">
              <a:ext uri="{FF2B5EF4-FFF2-40B4-BE49-F238E27FC236}">
                <a16:creationId xmlns:a16="http://schemas.microsoft.com/office/drawing/2014/main" id="{96DF1C66-1AAC-40FD-9335-58556B3B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7" name="!!label-12">
            <a:extLst xmlns:a="http://schemas.openxmlformats.org/drawingml/2006/main">
              <a:ext uri="{FF2B5EF4-FFF2-40B4-BE49-F238E27FC236}">
                <a16:creationId xmlns:a16="http://schemas.microsoft.com/office/drawing/2014/main" id="{A5668025-D465-4EA0-B35C-FBA6EA245E7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28" name="!!core">
            <a:extLst xmlns:a="http://schemas.openxmlformats.org/drawingml/2006/main">
              <a:ext uri="{FF2B5EF4-FFF2-40B4-BE49-F238E27FC236}">
                <a16:creationId xmlns:a16="http://schemas.microsoft.com/office/drawing/2014/main" id="{F8DF67D0-1A30-4130-B084-7AAA9987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9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BEBAEE24-66F8-457E-BBC5-93102FBB6CC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30" name="!!title">
            <a:extLst xmlns:a="http://schemas.openxmlformats.org/drawingml/2006/main">
              <a:ext uri="{FF2B5EF4-FFF2-40B4-BE49-F238E27FC236}">
                <a16:creationId xmlns:a16="http://schemas.microsoft.com/office/drawing/2014/main" id="{9CDBF282-FB48-4972-A8C5-4D0FD186FAB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Cấu trúc một hệ thống</a:t>
            </a:r>
          </a:p>
        </p:txBody>
      </p:sp>
      <p:sp>
        <p:nvSpPr>
          <p:cNvPr id="31" name="!!phase">
            <a:extLst xmlns:a="http://schemas.openxmlformats.org/drawingml/2006/main">
              <a:ext uri="{FF2B5EF4-FFF2-40B4-BE49-F238E27FC236}">
                <a16:creationId xmlns:a16="http://schemas.microsoft.com/office/drawing/2014/main" id="{2B8F5D75-5C0C-4FCA-851E-185B87F3BC1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Ghép lại nút 03</a:t>
            </a:r>
          </a:p>
        </p:txBody>
      </p:sp>
    </p:spTree>
    <p:extLst>
      <p:ext uri="{BB962C8B-B14F-4D97-AF65-F5344CB8AC3E}">
        <p14:creationId val="1090370680"/>
      </p:ext>
    </p:extLst>
  </p:cSld>
  <mc:AlternateContent>
    <mc:Choice Requires="p159 p14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node-1">
            <a:extLst xmlns:a="http://schemas.openxmlformats.org/drawingml/2006/main">
              <a:ext uri="{FF2B5EF4-FFF2-40B4-BE49-F238E27FC236}">
                <a16:creationId xmlns:a16="http://schemas.microsoft.com/office/drawing/2014/main" id="{2BDA7CCB-7176-405F-A827-77AC4675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8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424A369F-718E-4258-A41D-64FA8EC4CC3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83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7743FF7D-F34F-4AB3-8A08-4AD20B04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3E22D55B-6ECC-46A9-A9DC-FA6EC408A46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-layer-1">
            <a:extLst xmlns:a="http://schemas.openxmlformats.org/drawingml/2006/main">
              <a:ext uri="{FF2B5EF4-FFF2-40B4-BE49-F238E27FC236}">
                <a16:creationId xmlns:a16="http://schemas.microsoft.com/office/drawing/2014/main" id="{AD037694-433F-4AD9-9A58-AB5E6598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5495827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6" name="!!node-3-layer-2">
            <a:extLst xmlns:a="http://schemas.openxmlformats.org/drawingml/2006/main">
              <a:ext uri="{FF2B5EF4-FFF2-40B4-BE49-F238E27FC236}">
                <a16:creationId xmlns:a16="http://schemas.microsoft.com/office/drawing/2014/main" id="{F535FF74-6255-49D7-B793-A2497A20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5610127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7" name="!!node-3-layer-3">
            <a:extLst xmlns:a="http://schemas.openxmlformats.org/drawingml/2006/main">
              <a:ext uri="{FF2B5EF4-FFF2-40B4-BE49-F238E27FC236}">
                <a16:creationId xmlns:a16="http://schemas.microsoft.com/office/drawing/2014/main" id="{BBA70513-361C-4363-87B1-6A444999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5724427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8" name="!!node-3-layer-4">
            <a:extLst xmlns:a="http://schemas.openxmlformats.org/drawingml/2006/main">
              <a:ext uri="{FF2B5EF4-FFF2-40B4-BE49-F238E27FC236}">
                <a16:creationId xmlns:a16="http://schemas.microsoft.com/office/drawing/2014/main" id="{14E54801-233C-45F0-AA71-CBCEA423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5838727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9"/>
          </a:solidFill>
          <a:ln xmlns:a="http://schemas.openxmlformats.org/drawingml/2006/main" w="0">
            <a:noFill/>
          </a:ln>
        </p:spPr>
      </p:sp>
      <p:sp>
        <p:nvSpPr>
          <p:cNvPr id="9" name="!!label-3">
            <a:extLst xmlns:a="http://schemas.openxmlformats.org/drawingml/2006/main">
              <a:ext uri="{FF2B5EF4-FFF2-40B4-BE49-F238E27FC236}">
                <a16:creationId xmlns:a16="http://schemas.microsoft.com/office/drawing/2014/main" id="{C706880E-CCAA-45AC-BCE3-3EC34EEECF6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node-4">
            <a:extLst xmlns:a="http://schemas.openxmlformats.org/drawingml/2006/main">
              <a:ext uri="{FF2B5EF4-FFF2-40B4-BE49-F238E27FC236}">
                <a16:creationId xmlns:a16="http://schemas.microsoft.com/office/drawing/2014/main" id="{AFA098B3-F0A7-4E20-8EB6-FE305993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57816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1" name="!!label-4">
            <a:extLst xmlns:a="http://schemas.openxmlformats.org/drawingml/2006/main">
              <a:ext uri="{FF2B5EF4-FFF2-40B4-BE49-F238E27FC236}">
                <a16:creationId xmlns:a16="http://schemas.microsoft.com/office/drawing/2014/main" id="{4EE95344-8F78-4AC2-9EA9-CE651B93683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810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2" name="!!node-5">
            <a:extLst xmlns:a="http://schemas.openxmlformats.org/drawingml/2006/main">
              <a:ext uri="{FF2B5EF4-FFF2-40B4-BE49-F238E27FC236}">
                <a16:creationId xmlns:a16="http://schemas.microsoft.com/office/drawing/2014/main" id="{1230AE0C-D3B0-43C9-8EEA-C88BDDD3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5495827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3" name="!!label-5">
            <a:extLst xmlns:a="http://schemas.openxmlformats.org/drawingml/2006/main">
              <a:ext uri="{FF2B5EF4-FFF2-40B4-BE49-F238E27FC236}">
                <a16:creationId xmlns:a16="http://schemas.microsoft.com/office/drawing/2014/main" id="{790D3F71-F5BD-401D-899B-6E2D108D525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5524402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4" name="!!node-6">
            <a:extLst xmlns:a="http://schemas.openxmlformats.org/drawingml/2006/main">
              <a:ext uri="{FF2B5EF4-FFF2-40B4-BE49-F238E27FC236}">
                <a16:creationId xmlns:a16="http://schemas.microsoft.com/office/drawing/2014/main" id="{A1635283-BCF4-4C5B-BC59-648114F4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47148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5" name="!!label-6">
            <a:extLst xmlns:a="http://schemas.openxmlformats.org/drawingml/2006/main">
              <a:ext uri="{FF2B5EF4-FFF2-40B4-BE49-F238E27FC236}">
                <a16:creationId xmlns:a16="http://schemas.microsoft.com/office/drawing/2014/main" id="{1471E872-FFD0-4ECF-AB4A-AB57FA59E6B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6" name="!!node-7">
            <a:extLst xmlns:a="http://schemas.openxmlformats.org/drawingml/2006/main">
              <a:ext uri="{FF2B5EF4-FFF2-40B4-BE49-F238E27FC236}">
                <a16:creationId xmlns:a16="http://schemas.microsoft.com/office/drawing/2014/main" id="{349C1C95-85AD-4A30-9234-D81A023A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7" name="!!label-7">
            <a:extLst xmlns:a="http://schemas.openxmlformats.org/drawingml/2006/main">
              <a:ext uri="{FF2B5EF4-FFF2-40B4-BE49-F238E27FC236}">
                <a16:creationId xmlns:a16="http://schemas.microsoft.com/office/drawing/2014/main" id="{688834CE-6C7A-4344-A8A9-AED46C29688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8" name="!!node-8">
            <a:extLst xmlns:a="http://schemas.openxmlformats.org/drawingml/2006/main">
              <a:ext uri="{FF2B5EF4-FFF2-40B4-BE49-F238E27FC236}">
                <a16:creationId xmlns:a16="http://schemas.microsoft.com/office/drawing/2014/main" id="{7724E5BF-8AC2-467B-9CEC-8BC85FCB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473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9" name="!!label-8">
            <a:extLst xmlns:a="http://schemas.openxmlformats.org/drawingml/2006/main">
              <a:ext uri="{FF2B5EF4-FFF2-40B4-BE49-F238E27FC236}">
                <a16:creationId xmlns:a16="http://schemas.microsoft.com/office/drawing/2014/main" id="{073D33CA-5326-4DAD-88A2-30D371C5982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98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20" name="!!node-9">
            <a:extLst xmlns:a="http://schemas.openxmlformats.org/drawingml/2006/main">
              <a:ext uri="{FF2B5EF4-FFF2-40B4-BE49-F238E27FC236}">
                <a16:creationId xmlns:a16="http://schemas.microsoft.com/office/drawing/2014/main" id="{E7F0E3C3-3913-4A7B-A491-871C99C6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1" name="!!label-9">
            <a:extLst xmlns:a="http://schemas.openxmlformats.org/drawingml/2006/main">
              <a:ext uri="{FF2B5EF4-FFF2-40B4-BE49-F238E27FC236}">
                <a16:creationId xmlns:a16="http://schemas.microsoft.com/office/drawing/2014/main" id="{D592BBAD-D681-45E4-AAED-FFFF44976EF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22" name="!!node-10">
            <a:extLst xmlns:a="http://schemas.openxmlformats.org/drawingml/2006/main">
              <a:ext uri="{FF2B5EF4-FFF2-40B4-BE49-F238E27FC236}">
                <a16:creationId xmlns:a16="http://schemas.microsoft.com/office/drawing/2014/main" id="{913CDA6A-D8DC-462F-B272-315DFEEC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15144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3" name="!!label-10">
            <a:extLst xmlns:a="http://schemas.openxmlformats.org/drawingml/2006/main">
              <a:ext uri="{FF2B5EF4-FFF2-40B4-BE49-F238E27FC236}">
                <a16:creationId xmlns:a16="http://schemas.microsoft.com/office/drawing/2014/main" id="{8FE17BE6-114E-40F7-BEF7-22E419D060D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1543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24" name="!!node-11">
            <a:extLst xmlns:a="http://schemas.openxmlformats.org/drawingml/2006/main">
              <a:ext uri="{FF2B5EF4-FFF2-40B4-BE49-F238E27FC236}">
                <a16:creationId xmlns:a16="http://schemas.microsoft.com/office/drawing/2014/main" id="{313458E8-8E19-4EFD-9071-ED072714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025" y="1800323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5" name="!!label-11">
            <a:extLst xmlns:a="http://schemas.openxmlformats.org/drawingml/2006/main">
              <a:ext uri="{FF2B5EF4-FFF2-40B4-BE49-F238E27FC236}">
                <a16:creationId xmlns:a16="http://schemas.microsoft.com/office/drawing/2014/main" id="{3792B827-43D4-46BC-B9BB-67DB15295E8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1828898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26" name="!!node-12">
            <a:extLst xmlns:a="http://schemas.openxmlformats.org/drawingml/2006/main">
              <a:ext uri="{FF2B5EF4-FFF2-40B4-BE49-F238E27FC236}">
                <a16:creationId xmlns:a16="http://schemas.microsoft.com/office/drawing/2014/main" id="{29F74440-7E98-48FE-A95A-052854B4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2977" y="25812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7" name="!!label-12">
            <a:extLst xmlns:a="http://schemas.openxmlformats.org/drawingml/2006/main">
              <a:ext uri="{FF2B5EF4-FFF2-40B4-BE49-F238E27FC236}">
                <a16:creationId xmlns:a16="http://schemas.microsoft.com/office/drawing/2014/main" id="{ACFB7E7D-A798-4008-8A23-E2B6B61EE40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502" y="2609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28" name="!!core">
            <a:extLst xmlns:a="http://schemas.openxmlformats.org/drawingml/2006/main">
              <a:ext uri="{FF2B5EF4-FFF2-40B4-BE49-F238E27FC236}">
                <a16:creationId xmlns:a16="http://schemas.microsoft.com/office/drawing/2014/main" id="{99E5A6D6-6C99-41E8-8826-57917748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9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4259CFF2-C3CC-4B3D-A0DC-BE43ADE806F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30" name="!!title">
            <a:extLst xmlns:a="http://schemas.openxmlformats.org/drawingml/2006/main">
              <a:ext uri="{FF2B5EF4-FFF2-40B4-BE49-F238E27FC236}">
                <a16:creationId xmlns:a16="http://schemas.microsoft.com/office/drawing/2014/main" id="{682F952C-30FD-4436-8A45-96D506DD58F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Cấu trúc một hệ thống</a:t>
            </a:r>
          </a:p>
        </p:txBody>
      </p:sp>
      <p:sp>
        <p:nvSpPr>
          <p:cNvPr id="31" name="!!phase">
            <a:extLst xmlns:a="http://schemas.openxmlformats.org/drawingml/2006/main">
              <a:ext uri="{FF2B5EF4-FFF2-40B4-BE49-F238E27FC236}">
                <a16:creationId xmlns:a16="http://schemas.microsoft.com/office/drawing/2014/main" id="{7D361D6D-F238-44F0-9AA0-66B74CD0091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Trở về hệ thống</a:t>
            </a:r>
          </a:p>
        </p:txBody>
      </p:sp>
    </p:spTree>
    <p:extLst>
      <p:ext uri="{BB962C8B-B14F-4D97-AF65-F5344CB8AC3E}">
        <p14:creationId val="1781415639"/>
      </p:ext>
    </p:extLst>
  </p:cSld>
  <mc:AlternateContent>
    <mc:Choice Requires="p159 p14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2026-10-04T14:25:40.5990000Z</dcterms:created>
  <dcterms:modified xsi:type="dcterms:W3CDTF">2026-10-04T14:25:40.5990000Z</dcterms:modified>
</coreProperties>
</file>