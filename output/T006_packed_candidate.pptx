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08282f668446a" /><Relationship Type="http://schemas.openxmlformats.org/officeDocument/2006/relationships/extended-properties" Target="/docProps/app.xml" Id="Rd51ec8fc6d774b4e" /><Relationship Type="http://schemas.openxmlformats.org/officeDocument/2006/relationships/officeDocument" Target="/ppt/presentation.xml" Id="Rd056863d2824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439fe71f748b9"/>
  </p:sldMasterIdLst>
  <p:notesMasterIdLst>
    <p:notesMasterId xmlns:r="http://schemas.openxmlformats.org/officeDocument/2006/relationships" r:id="R55303c5e44934da5"/>
  </p:notesMasterIdLst>
  <p:sldIdLst>
    <p:sldId xmlns:r="http://schemas.openxmlformats.org/officeDocument/2006/relationships" id="256" r:id="Rb1449e98175945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0800b8d57451c" /><Relationship Type="http://schemas.openxmlformats.org/officeDocument/2006/relationships/slideMaster" Target="/ppt/slideMasters/slideMaster1.xml" Id="R72b439fe71f748b9" /><Relationship Type="http://schemas.openxmlformats.org/officeDocument/2006/relationships/notesMaster" Target="/ppt/notesMasters/notesMaster1.xml" Id="R55303c5e44934da5" /><Relationship Type="http://schemas.openxmlformats.org/officeDocument/2006/relationships/presProps" Target="/ppt/presProps.xml" Id="R0e639baa7ef54319" /><Relationship Type="http://schemas.openxmlformats.org/officeDocument/2006/relationships/tableStyles" Target="/ppt/tableStyles.xml" Id="R6cbf3e3f8fd94097" /><Relationship Type="http://schemas.openxmlformats.org/officeDocument/2006/relationships/slide" Target="/ppt/slides/slide1.xml" Id="Rb1449e98175945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82be848b3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797ea8d0f49a2" /><Relationship Type="http://schemas.openxmlformats.org/officeDocument/2006/relationships/notesMaster" Target="/ppt/notesMasters/notesMaster1.xml" Id="R820d66c199a3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Packed radial drill-down sequence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ba6de6afa4b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fa8fc1e5b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081e15de41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d1f6351ee4c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1118d487343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c295916ad4a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39657B6-AEEF-4E22-8F6F-D9F72AFC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58435A-0353-4607-995D-46075D1A6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5D3F09F-B7D7-4EA2-AFC2-755DA43371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C8BD55-FD7D-48C9-8F14-CEE3A2B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100E64-56DE-42AD-B8E0-C266D50AED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F052308-3932-4990-8F27-2E75E242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80840C-C7FF-48E6-840C-86F08C429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60105C2-ACDA-4B68-8873-259F4852C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58E76B-40D0-4D84-8F6B-3D1C56C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4CFA2B-3213-4805-A114-95E5426C5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D693DC-1C8B-42C4-8FC1-E7EA77087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184B74-C656-4574-861D-A3963916A9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37ECE2-112D-45F3-82FA-07D77CB6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114A84-C37C-4C74-A362-0B8DD2DE5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D445B3-F320-468C-8223-9B837941B2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3bfecc06ee403f" /><Relationship Type="http://schemas.openxmlformats.org/officeDocument/2006/relationships/slideLayout" Target="/ppt/slideLayouts/slideLayout1.xml" Id="Raad487b97857433e" /><Relationship Type="http://schemas.openxmlformats.org/officeDocument/2006/relationships/slideLayout" Target="/ppt/slideLayouts/slideLayout2.xml" Id="Rf48a405c922d4dde" /><Relationship Type="http://schemas.openxmlformats.org/officeDocument/2006/relationships/slideLayout" Target="/ppt/slideLayouts/slideLayout3.xml" Id="R5578e2908dbe4ad2" /><Relationship Type="http://schemas.openxmlformats.org/officeDocument/2006/relationships/slideLayout" Target="/ppt/slideLayouts/slideLayout4.xml" Id="R0170e63308b540c7" /><Relationship Type="http://schemas.openxmlformats.org/officeDocument/2006/relationships/slideLayout" Target="/ppt/slideLayouts/slideLayout5.xml" Id="Rcbdf732be96a481e" /><Relationship Type="http://schemas.openxmlformats.org/officeDocument/2006/relationships/slideLayout" Target="/ppt/slideLayouts/slideLayout6.xml" Id="Rd0e1b945dd5245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487b97857433e"/>
    <p:sldLayoutId xmlns:r="http://schemas.openxmlformats.org/officeDocument/2006/relationships" id="2147483650" r:id="Rf48a405c922d4dde"/>
    <p:sldLayoutId xmlns:r="http://schemas.openxmlformats.org/officeDocument/2006/relationships" id="2147483651" r:id="R5578e2908dbe4ad2"/>
    <p:sldLayoutId xmlns:r="http://schemas.openxmlformats.org/officeDocument/2006/relationships" id="2147483652" r:id="R0170e63308b540c7"/>
    <p:sldLayoutId xmlns:r="http://schemas.openxmlformats.org/officeDocument/2006/relationships" id="2147483653" r:id="Rcbdf732be96a481e"/>
    <p:sldLayoutId xmlns:r="http://schemas.openxmlformats.org/officeDocument/2006/relationships" id="2147483654" r:id="Rd0e1b945dd5245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08f36570440ea" /><Relationship Type="http://schemas.openxmlformats.org/officeDocument/2006/relationships/notesSlide" Target="/ppt/notesSlides/notesSlide1.xml" Id="R9a3f69797eca41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C733FA04-DC07-4977-8B7A-ED67260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33544557-E23B-4BF7-9BB1-727683BC5B7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37897190-845A-4F38-82FE-884F366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8A9A8AE3-5270-4663-AD01-C4A6A66FEE4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30FA1085-4AA2-4F0C-9D0F-8BA4B87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C6C2377D-6181-456E-948A-2737760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7623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0134B0C1-CF72-4A23-AC58-C017CCB5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8766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B1E7EBF7-1ECF-4044-8C0E-7892FBE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9909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B2BF54B4-64BF-4344-B1B4-A37224CEDC6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34A56986-D717-4263-AFEC-AEE4D71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E1D0BFFA-6A93-4C8E-B93A-CD1E048E25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AE39AE5D-B655-45C5-A204-CD9E28F4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38DFC211-6820-4568-A6FA-87BAC7A90B2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4A90EC2C-0C44-4AB1-B685-980A140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2592B706-CBFA-4ED8-A3C7-ADEE9B23F33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396A73D8-AED2-4779-A3E9-CF750EB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10AAC4F6-DE9F-4352-988A-4BE0BDF142B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48496CEC-26CF-4A53-B24E-4364C0A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6FF9A444-50E3-464F-9925-39FF2D32BEE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09B1588C-3E89-4576-9C48-93587734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30E26E13-F0E3-4A42-98B5-BAA40143261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94FEDAC7-D4F0-417E-A3B4-BC95ECC6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ED20A463-4AB5-4034-937F-4F3868B5CD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DB9CAB11-435D-4BC7-BD37-FC9CDD2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B062C13F-2E6A-46FC-9235-F1577680BDD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8EA7B926-B563-4FEB-9114-75BA04B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B2BACD70-3C42-4866-B4E3-A1CF18108BF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1D85CFA8-2E86-48E7-9117-8BCB43D6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ACA097F0-31F5-4A2D-B54A-AF446B11EA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0A6326FB-B391-45E8-A3A1-4B9654B29CE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FCC14106-29F6-41FF-9B75-37D7E3C4831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Lõi hệ thống</a:t>
            </a:r>
          </a:p>
        </p:txBody>
      </p:sp>
    </p:spTree>
    <p:extLst>
      <p:ext uri="{BB962C8B-B14F-4D97-AF65-F5344CB8AC3E}">
        <p14:creationId xmlns:p14="http://schemas.microsoft.com/office/powerpoint/2010/main" val="2356468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dur="7100" fill="hold" nodeType="clickEffect" grpId="4">
                            <p:stCondLst>
                              <p:cond delay="0"/>
                            </p:stCondLst>
                            <p:childTnLst>
                              <p:animMotion origin="layout" path="M 0 0 L 0.000000 -0.311111 E" pathEditMode="relative">
                                <p:cBhvr>
                                  <p:cTn id="10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</p:cBhvr>
                              </p:animMotion>
                              <p:animMotion origin="layout" path="M 0 0 L 0.000000 -0.311111 E" pathEditMode="relative">
                                <p:cBhvr>
                                  <p:cTn id="11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Motion>
                              <p:animMotion origin="layout" path="M 0 0 L 0.087500 -0.269430 E" pathEditMode="relative">
                                <p:cBhvr>
                                  <p:cTn id="12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Motion>
                              <p:animMotion origin="layout" path="M 0 0 L 0.087500 -0.269430 E" pathEditMode="relative">
                                <p:cBhvr>
                                  <p:cTn id="13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Motion>
                              <p:animMotion origin="layout" path="M 0 0 L 0.151554 -0.155556 E" pathEditMode="relative">
                                <p:cBhvr>
                                  <p:cTn id="14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Motion origin="layout" path="M 0 0 L 0.151554 -0.155556 E" pathEditMode="relative">
                                <p:cBhvr>
                                  <p:cTn id="15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Motion origin="layout" path="M 0 0 L 0.151554 -0.155556 E" pathEditMode="relative">
                                <p:cBhvr>
                                  <p:cTn id="16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Motion origin="layout" path="M 0 0 L 0.151554 -0.155556 E" pathEditMode="relative">
                                <p:cBhvr>
                                  <p:cTn id="17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Motion origin="layout" path="M 0 0 L 0.151554 -0.155556 E" pathEditMode="relative">
                                <p:cBhvr>
                                  <p:cTn id="18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0.175000 0.000000 E" pathEditMode="relative">
                                <p:cBhvr>
                                  <p:cTn id="19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Motion>
                              <p:animMotion origin="layout" path="M 0 0 L 0.175000 0.000000 E" pathEditMode="relative">
                                <p:cBhvr>
                                  <p:cTn id="20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Motion>
                              <p:animMotion origin="layout" path="M 0 0 L 0.151554 0.155556 E" pathEditMode="relative">
                                <p:cBhvr>
                                  <p:cTn id="21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Motion>
                              <p:animMotion origin="layout" path="M 0 0 L 0.151554 0.155556 E" pathEditMode="relative">
                                <p:cBhvr>
                                  <p:cTn id="22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</p:animMotion>
                              <p:animMotion origin="layout" path="M 0 0 L 0.087500 0.269430 E" pathEditMode="relative">
                                <p:cBhvr>
                                  <p:cTn id="23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</p:animMotion>
                              <p:animMotion origin="layout" path="M 0 0 L 0.087500 0.269430 E" pathEditMode="relative">
                                <p:cBhvr>
                                  <p:cTn id="24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</p:animMotion>
                              <p:animMotion origin="layout" path="M 0 0 L 0.000000 0.311111 E" pathEditMode="relative">
                                <p:cBhvr>
                                  <p:cTn id="25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</p:animMotion>
                              <p:animMotion origin="layout" path="M 0 0 L 0.000000 0.311111 E" pathEditMode="relative">
                                <p:cBhvr>
                                  <p:cTn id="26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</p:cBhvr>
                              </p:animMotion>
                              <p:animMotion origin="layout" path="M 0 0 L -0.087500 0.269430 E" pathEditMode="relative">
                                <p:cBhvr>
                                  <p:cTn id="27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</p:cBhvr>
                              </p:animMotion>
                              <p:animMotion origin="layout" path="M 0 0 L -0.087500 0.269430 E" pathEditMode="relative">
                                <p:cBhvr>
                                  <p:cTn id="28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</p:animMotion>
                              <p:animMotion origin="layout" path="M 0 0 L -0.151554 0.155556 E" pathEditMode="relative">
                                <p:cBhvr>
                                  <p:cTn id="29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</p:animMotion>
                              <p:animMotion origin="layout" path="M 0 0 L -0.151554 0.155556 E" pathEditMode="relative">
                                <p:cBhvr>
                                  <p:cTn id="30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</p:animMotion>
                              <p:animMotion origin="layout" path="M 0 0 L -0.175000 0.000000 E" pathEditMode="relative">
                                <p:cBhvr>
                                  <p:cTn id="31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</p:cBhvr>
                              </p:animMotion>
                              <p:animMotion origin="layout" path="M 0 0 L -0.175000 0.000000 E" pathEditMode="relative">
                                <p:cBhvr>
                                  <p:cTn id="32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Motion>
                              <p:animMotion origin="layout" path="M 0 0 L -0.151554 -0.155556 E" pathEditMode="relative">
                                <p:cBhvr>
                                  <p:cTn id="33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Motion>
                              <p:animMotion origin="layout" path="M 0 0 L -0.151554 -0.155556 E" pathEditMode="relative">
                                <p:cBhvr>
                                  <p:cTn id="34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Motion>
                              <p:animMotion origin="layout" path="M 0 0 L -0.087500 -0.269430 E" pathEditMode="relative">
                                <p:cBhvr>
                                  <p:cTn id="35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</p:animMotion>
                              <p:animMotion origin="layout" path="M 0 0 L -0.087500 -0.269430 E" pathEditMode="relative">
                                <p:cBhvr>
                                  <p:cTn id="36" dur="10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</p:animMotion>
                              <p:animMotion origin="layout" path="M 0 0 L 0.045293 0.010601 L 0.087500 0.041681 L 0.123744 0.091122 L 0.151554 0.155556 L 0.169037 0.230590 L 0.175000 0.311111 E" pathEditMode="relative">
                                <p:cBhvr>
                                  <p:cTn id="37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2"/>
                                  </p:tgtEl>
                                </p:cBhvr>
                              </p:animMotion>
                              <p:animMotion origin="layout" path="M 0 0 L 0.045293 0.010601 L 0.087500 0.041681 L 0.123744 0.091122 L 0.151554 0.155556 L 0.169037 0.230590 L 0.175000 0.311111 E" pathEditMode="relative">
                                <p:cBhvr>
                                  <p:cTn id="38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Motion>
                              <p:animMotion origin="layout" path="M 0 0 L 0.036244 0.049441 L 0.064054 0.113875 L 0.081537 0.188909 L 0.087500 0.269430 L 0.081537 0.349952 L 0.064054 0.424986 E" pathEditMode="relative">
                                <p:cBhvr>
                                  <p:cTn id="39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Motion>
                              <p:animMotion origin="layout" path="M 0 0 L 0.036244 0.049441 L 0.064054 0.113875 L 0.081537 0.188909 L 0.087500 0.269430 L 0.081537 0.349952 L 0.064054 0.424986 E" pathEditMode="relative">
                                <p:cBhvr>
                                  <p:cTn id="40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Motion>
                              <p:animMotion origin="layout" path="M 0 0 L 0.017483 0.075034 L 0.023446 0.155556 L 0.017483 0.236077 L 0.000000 0.311111 L -0.027811 0.375544 L -0.064054 0.424986 E" pathEditMode="relative">
                                <p:cBhvr>
                                  <p:cTn id="41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Motion origin="layout" path="M 0 0 L 0.017483 0.075034 L 0.023446 0.155556 L 0.017483 0.236077 L 0.000000 0.311111 L -0.027811 0.375544 L -0.064054 0.424986 E" pathEditMode="relative">
                                <p:cBhvr>
                                  <p:cTn id="42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Motion origin="layout" path="M 0 0 L 0.017483 0.075034 L 0.023446 0.155556 L 0.017483 0.236077 L 0.000000 0.311111 L -0.027811 0.375544 L -0.064054 0.424986 E" pathEditMode="relative">
                                <p:cBhvr>
                                  <p:cTn id="43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Motion origin="layout" path="M 0 0 L 0.017483 0.075034 L 0.023446 0.155556 L 0.017483 0.236077 L 0.000000 0.311111 L -0.027811 0.375544 L -0.064054 0.424986 E" pathEditMode="relative">
                                <p:cBhvr>
                                  <p:cTn id="44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Motion origin="layout" path="M 0 0 L 0.017483 0.075034 L 0.023446 0.155556 L 0.017483 0.236077 L 0.000000 0.311111 L -0.027811 0.375544 L -0.064054 0.424986 E" pathEditMode="relative">
                                <p:cBhvr>
                                  <p:cTn id="45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-0.005963 0.080521 L -0.023446 0.155556 L -0.051256 0.219989 L -0.087500 0.269430 L -0.129707 0.300510 L -0.175000 0.311111 E" pathEditMode="relative">
                                <p:cBhvr>
                                  <p:cTn id="46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Motion>
                              <p:animMotion origin="layout" path="M 0 0 L -0.005963 0.080521 L -0.023446 0.155556 L -0.051256 0.219989 L -0.087500 0.269430 L -0.129707 0.300510 L -0.175000 0.311111 E" pathEditMode="relative">
                                <p:cBhvr>
                                  <p:cTn id="47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Motion>
                              <p:animMotion origin="layout" path="M 0 0 L -0.027811 0.064433 L -0.064054 0.113875 L -0.106261 0.144955 L -0.151554 0.155556 L -0.196848 0.144955 L -0.239054 0.113875 E" pathEditMode="relative">
                                <p:cBhvr>
                                  <p:cTn id="48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Motion>
                              <p:animMotion origin="layout" path="M 0 0 L -0.027811 0.064433 L -0.064054 0.113875 L -0.106261 0.144955 L -0.151554 0.155556 L -0.196848 0.144955 L -0.239054 0.113875 E" pathEditMode="relative">
                                <p:cBhvr>
                                  <p:cTn id="49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</p:animMotion>
                              <p:animMotion origin="layout" path="M 0 0 L -0.042207 0.031080 L -0.087500 0.041681 L -0.132793 0.031080 L -0.175000 0.000000 L -0.211244 -0.049441 L -0.239054 -0.113875 E" pathEditMode="relative">
                                <p:cBhvr>
                                  <p:cTn id="50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</p:animMotion>
                              <p:animMotion origin="layout" path="M 0 0 L -0.042207 0.031080 L -0.087500 0.041681 L -0.132793 0.031080 L -0.175000 0.000000 L -0.211244 -0.049441 L -0.239054 -0.113875 E" pathEditMode="relative">
                                <p:cBhvr>
                                  <p:cTn id="51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</p:animMotion>
                              <p:animMotion origin="layout" path="M 0 0 L -0.045293 -0.010601 L -0.087500 -0.041681 L -0.123744 -0.091122 L -0.151554 -0.155556 L -0.169037 -0.230590 L -0.175000 -0.311111 E" pathEditMode="relative">
                                <p:cBhvr>
                                  <p:cTn id="52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</p:animMotion>
                              <p:animMotion origin="layout" path="M 0 0 L -0.045293 -0.010601 L -0.087500 -0.041681 L -0.123744 -0.091122 L -0.151554 -0.155556 L -0.169037 -0.230590 L -0.175000 -0.311111 E" pathEditMode="relative">
                                <p:cBhvr>
                                  <p:cTn id="53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7"/>
                                  </p:tgtEl>
                                </p:cBhvr>
                              </p:animMotion>
                              <p:animMotion origin="layout" path="M 0 0 L -0.036244 -0.049441 L -0.064054 -0.113875 L -0.081537 -0.188909 L -0.087500 -0.269430 L -0.081537 -0.349952 L -0.064054 -0.424986 E" pathEditMode="relative">
                                <p:cBhvr>
                                  <p:cTn id="54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8"/>
                                  </p:tgtEl>
                                </p:cBhvr>
                              </p:animMotion>
                              <p:animMotion origin="layout" path="M 0 0 L -0.036244 -0.049441 L -0.064054 -0.113875 L -0.081537 -0.188909 L -0.087500 -0.269430 L -0.081537 -0.349952 L -0.064054 -0.424986 E" pathEditMode="relative">
                                <p:cBhvr>
                                  <p:cTn id="55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</p:animMotion>
                              <p:animMotion origin="layout" path="M 0 0 L -0.017483 -0.075034 L -0.023446 -0.155556 L -0.017483 -0.236077 L 0.000000 -0.311111 L 0.027811 -0.375544 L 0.064054 -0.424986 E" pathEditMode="relative">
                                <p:cBhvr>
                                  <p:cTn id="56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</p:animMotion>
                              <p:animMotion origin="layout" path="M 0 0 L -0.017483 -0.075034 L -0.023446 -0.155556 L -0.017483 -0.236077 L 0.000000 -0.311111 L 0.027811 -0.375544 L 0.064054 -0.424986 E" pathEditMode="relative">
                                <p:cBhvr>
                                  <p:cTn id="57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</p:animMotion>
                              <p:animMotion origin="layout" path="M 0 0 L 0.005963 -0.080521 L 0.023446 -0.155556 L 0.051256 -0.219989 L 0.087500 -0.269430 L 0.129707 -0.300510 L 0.175000 -0.311111 E" pathEditMode="relative">
                                <p:cBhvr>
                                  <p:cTn id="58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2"/>
                                  </p:tgtEl>
                                </p:cBhvr>
                              </p:animMotion>
                              <p:animMotion origin="layout" path="M 0 0 L 0.005963 -0.080521 L 0.023446 -0.155556 L 0.051256 -0.219989 L 0.087500 -0.269430 L 0.129707 -0.300510 L 0.175000 -0.311111 E" pathEditMode="relative">
                                <p:cBhvr>
                                  <p:cTn id="59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Motion>
                              <p:animMotion origin="layout" path="M 0 0 L 0.027811 -0.064433 L 0.064054 -0.113875 L 0.106261 -0.144955 L 0.151554 -0.155556 L 0.196848 -0.144955 L 0.239054 -0.113875 E" pathEditMode="relative">
                                <p:cBhvr>
                                  <p:cTn id="60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Motion>
                              <p:animMotion origin="layout" path="M 0 0 L 0.027811 -0.064433 L 0.064054 -0.113875 L 0.106261 -0.144955 L 0.151554 -0.155556 L 0.196848 -0.144955 L 0.239054 -0.113875 E" pathEditMode="relative">
                                <p:cBhvr>
                                  <p:cTn id="61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Motion>
                              <p:animMotion origin="layout" path="M 0 0 L 0.042207 -0.031080 L 0.087500 -0.041681 L 0.132793 -0.031080 L 0.175000 -0.000000 L 0.211244 0.049441 L 0.239054 0.113875 E" pathEditMode="relative">
                                <p:cBhvr>
                                  <p:cTn id="62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</p:animMotion>
                              <p:animMotion origin="layout" path="M 0 0 L 0.042207 -0.031080 L 0.087500 -0.041681 L 0.132793 -0.031080 L 0.175000 -0.000000 L 0.211244 0.049441 L 0.239054 0.113875 E" pathEditMode="relative">
                                <p:cBhvr>
                                  <p:cTn id="63" dur="2100" fill="remove" nodeType="withEffect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</p:animMotion>
                              <p:animMotion origin="layout" path="M 0 0 L 0.318750 -0.344430 E" pathEditMode="relative">
                                <p:cBhvr>
                                  <p:cTn id="64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Scale>
                                <p:cBhvr>
                                  <p:cTn id="65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from x="100000" y="100000"/>
                                <p:to x="400000" y="400000"/>
                              </p:animScale>
                              <p:animMotion origin="layout" path="M 0 0 L 0.318750 -0.294430 E" pathEditMode="relative">
                                <p:cBhvr>
                                  <p:cTn id="66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Scale>
                                <p:cBhvr>
                                  <p:cTn id="67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from x="100000" y="100000"/>
                                <p:to x="400000" y="400000"/>
                              </p:animScale>
                              <p:animMotion origin="layout" path="M 0 0 L 0.318750 -0.244430 E" pathEditMode="relative">
                                <p:cBhvr>
                                  <p:cTn id="68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Scale>
                                <p:cBhvr>
                                  <p:cTn id="69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from x="100000" y="100000"/>
                                <p:to x="400000" y="400000"/>
                              </p:animScale>
                              <p:animMotion origin="layout" path="M 0 0 L 0.318750 -0.194430 E" pathEditMode="relative">
                                <p:cBhvr>
                                  <p:cTn id="70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Scale>
                                <p:cBhvr>
                                  <p:cTn id="71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  <p:from x="100000" y="100000"/>
                                <p:to x="400000" y="400000"/>
                              </p:animScale>
                              <p:animMotion origin="layout" path="M 0 0 L 0.318750 -0.269430 E" pathEditMode="relative">
                                <p:cBhvr>
                                  <p:cTn id="72" dur="1000" fill="remove" nodeType="withEffect">
                                    <p:stCondLst>
                                      <p:cond delay="31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0.000000 -0.045833 E" pathEditMode="relative">
                                <p:cBhvr>
                                  <p:cTn id="73" dur="1000" fill="remove" nodeType="withEffect">
                                    <p:stCondLst>
                                      <p:cond delay="4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Motion origin="layout" path="M 0 0 L 0.000000 -0.015278 E" pathEditMode="relative">
                                <p:cBhvr>
                                  <p:cTn id="74" dur="1000" fill="remove" nodeType="withEffect">
                                    <p:stCondLst>
                                      <p:cond delay="4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Motion origin="layout" path="M 0 0 L 0.000000 0.015278 E" pathEditMode="relative">
                                <p:cBhvr>
                                  <p:cTn id="75" dur="1000" fill="remove" nodeType="withEffect">
                                    <p:stCondLst>
                                      <p:cond delay="4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Motion origin="layout" path="M 0 0 L 0.000000 0.045833 E" pathEditMode="relative">
                                <p:cBhvr>
                                  <p:cTn id="76" dur="1000" fill="remove" nodeType="withEffect">
                                    <p:stCondLst>
                                      <p:cond delay="4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Motion origin="layout" path="M 0 0 L 0.000000 -0.220833 E" pathEditMode="relative">
                                <p:cBhvr>
                                  <p:cTn id="77" dur="1000" fill="remove" nodeType="withEffect">
                                    <p:stCondLst>
                                      <p:cond delay="41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0.000000 0.045833 E" pathEditMode="relative">
                                <p:cBhvr>
                                  <p:cTn id="78" dur="1000" fill="remove" nodeType="withEffect">
                                    <p:stCondLst>
                                      <p:cond delay="5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Motion origin="layout" path="M 0 0 L 0.000000 0.015278 E" pathEditMode="relative">
                                <p:cBhvr>
                                  <p:cTn id="79" dur="1000" fill="remove" nodeType="withEffect">
                                    <p:stCondLst>
                                      <p:cond delay="5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Motion origin="layout" path="M 0 0 L 0.000000 -0.015278 E" pathEditMode="relative">
                                <p:cBhvr>
                                  <p:cTn id="80" dur="1000" fill="remove" nodeType="withEffect">
                                    <p:stCondLst>
                                      <p:cond delay="5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Motion origin="layout" path="M 0 0 L 0.000000 -0.045833 E" pathEditMode="relative">
                                <p:cBhvr>
                                  <p:cTn id="81" dur="1000" fill="remove" nodeType="withEffect">
                                    <p:stCondLst>
                                      <p:cond delay="5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Motion origin="layout" path="M 0 0 L 0.000000 0.220833 E" pathEditMode="relative">
                                <p:cBhvr>
                                  <p:cTn id="82" dur="1000" fill="remove" nodeType="withEffect">
                                    <p:stCondLst>
                                      <p:cond delay="51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-0.318750 0.344430 E" pathEditMode="relative">
                                <p:cBhvr>
                                  <p:cTn id="83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Motion>
                              <p:animScale>
                                <p:cBhvr>
                                  <p:cTn id="84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from x="400000" y="400000"/>
                                <p:to x="100000" y="100000"/>
                              </p:animScale>
                              <p:animMotion origin="layout" path="M 0 0 L -0.318750 0.294430 E" pathEditMode="relative">
                                <p:cBhvr>
                                  <p:cTn id="85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Motion>
                              <p:animScale>
                                <p:cBhvr>
                                  <p:cTn id="86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from x="400000" y="400000"/>
                                <p:to x="100000" y="100000"/>
                              </p:animScale>
                              <p:animMotion origin="layout" path="M 0 0 L -0.318750 0.244430 E" pathEditMode="relative">
                                <p:cBhvr>
                                  <p:cTn id="87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Motion>
                              <p:animScale>
                                <p:cBhvr>
                                  <p:cTn id="88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from x="400000" y="400000"/>
                                <p:to x="100000" y="100000"/>
                              </p:animScale>
                              <p:animMotion origin="layout" path="M 0 0 L -0.318750 0.194430 E" pathEditMode="relative">
                                <p:cBhvr>
                                  <p:cTn id="89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Motion>
                              <p:animScale>
                                <p:cBhvr>
                                  <p:cTn id="90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  <p:from x="400000" y="400000"/>
                                <p:to x="100000" y="100000"/>
                              </p:animScale>
                              <p:animMotion origin="layout" path="M 0 0 L -0.318750 0.269430 E" pathEditMode="relative">
                                <p:cBhvr>
                                  <p:cTn id="91" dur="1000" fill="remove" nodeType="withEffect">
                                    <p:stCondLst>
                                      <p:cond delay="61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4" animBg="1"/>
      <p:bldP spid="23" grpId="0" animBg="1"/>
      <p:bldP spid="23" grpId="4" animBg="1"/>
      <p:bldP spid="25" grpId="0" animBg="1"/>
      <p:bldP spid="25" grpId="4" animBg="1"/>
      <p:bldP spid="27" grpId="0" animBg="1"/>
      <p:bldP spid="27" grpId="4" animBg="1"/>
      <p:bldP spid="4" grpId="0" animBg="1"/>
      <p:bldP spid="4" grpId="4" animBg="1"/>
      <p:bldP spid="9" grpId="0" animBg="1"/>
      <p:bldP spid="9" grpId="4" animBg="1"/>
      <p:bldP spid="11" grpId="0" animBg="1"/>
      <p:bldP spid="11" grpId="4" animBg="1"/>
      <p:bldP spid="13" grpId="0" animBg="1"/>
      <p:bldP spid="13" grpId="4" animBg="1"/>
      <p:bldP spid="15" grpId="0" animBg="1"/>
      <p:bldP spid="15" grpId="4" animBg="1"/>
      <p:bldP spid="17" grpId="0" animBg="1"/>
      <p:bldP spid="17" grpId="4" animBg="1"/>
      <p:bldP spid="19" grpId="0" animBg="1"/>
      <p:bldP spid="19" grpId="4" animBg="1"/>
      <p:bldP spid="21" grpId="0" animBg="1"/>
      <p:bldP spid="21" grpId="4" animBg="1"/>
      <p:bldP spid="32" grpId="0" animBg="1"/>
      <p:bldP spid="32" grpId="4" animBg="1"/>
      <p:bldP spid="22" grpId="0" animBg="1"/>
      <p:bldP spid="22" grpId="4" animBg="1"/>
      <p:bldP spid="24" grpId="0" animBg="1"/>
      <p:bldP spid="24" grpId="4" animBg="1"/>
      <p:bldP spid="26" grpId="0" animBg="1"/>
      <p:bldP spid="26" grpId="4" animBg="1"/>
      <p:bldP spid="3" grpId="0" animBg="1"/>
      <p:bldP spid="3" grpId="4" animBg="1"/>
      <p:bldP spid="5" grpId="0" animBg="1"/>
      <p:bldP spid="5" grpId="4" animBg="1"/>
      <p:bldP spid="6" grpId="0" animBg="1"/>
      <p:bldP spid="6" grpId="4" animBg="1"/>
      <p:bldP spid="7" grpId="0" animBg="1"/>
      <p:bldP spid="7" grpId="4" animBg="1"/>
      <p:bldP spid="8" grpId="0" animBg="1"/>
      <p:bldP spid="8" grpId="4" animBg="1"/>
      <p:bldP spid="10" grpId="0" animBg="1"/>
      <p:bldP spid="10" grpId="4" animBg="1"/>
      <p:bldP spid="12" grpId="0" animBg="1"/>
      <p:bldP spid="12" grpId="4" animBg="1"/>
      <p:bldP spid="14" grpId="0" animBg="1"/>
      <p:bldP spid="14" grpId="4" animBg="1"/>
      <p:bldP spid="16" grpId="0" animBg="1"/>
      <p:bldP spid="16" grpId="4" animBg="1"/>
      <p:bldP spid="18" grpId="0" animBg="1"/>
      <p:bldP spid="18" grpId="4" animBg="1"/>
      <p:bldP spid="20" grpId="0" animBg="1"/>
      <p:bldP spid="20" grpId="4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2026-10-04T19:12:11.5200000Z</dcterms:created>
  <dcterms:modified xsi:type="dcterms:W3CDTF">2026-10-04T19:12:11.5200000Z</dcterms:modified>
</coreProperties>
</file>