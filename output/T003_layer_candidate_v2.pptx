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200f5c01c4a38" /><Relationship Type="http://schemas.openxmlformats.org/officeDocument/2006/relationships/extended-properties" Target="/docProps/app.xml" Id="Rc684efa09b7847a4" /><Relationship Type="http://schemas.openxmlformats.org/officeDocument/2006/relationships/officeDocument" Target="/ppt/presentation.xml" Id="R064fa713a06749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40d79f495940e6"/>
  </p:sldMasterIdLst>
  <p:notesMasterIdLst>
    <p:notesMasterId xmlns:r="http://schemas.openxmlformats.org/officeDocument/2006/relationships" r:id="Ree0305ea49f9448b"/>
  </p:notesMasterIdLst>
  <p:sldIdLst>
    <p:sldId xmlns:r="http://schemas.openxmlformats.org/officeDocument/2006/relationships" id="256" r:id="R4916a7a7c3994403"/>
    <p:sldId xmlns:r="http://schemas.openxmlformats.org/officeDocument/2006/relationships" id="257" r:id="R81db43c43dd540bb"/>
    <p:sldId xmlns:r="http://schemas.openxmlformats.org/officeDocument/2006/relationships" id="258" r:id="Rd70ace88179842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8ac933a15402b" /><Relationship Type="http://schemas.openxmlformats.org/officeDocument/2006/relationships/slideMaster" Target="/ppt/slideMasters/slideMaster1.xml" Id="Ree40d79f495940e6" /><Relationship Type="http://schemas.openxmlformats.org/officeDocument/2006/relationships/notesMaster" Target="/ppt/notesMasters/notesMaster1.xml" Id="Ree0305ea49f9448b" /><Relationship Type="http://schemas.openxmlformats.org/officeDocument/2006/relationships/presProps" Target="/ppt/presProps.xml" Id="R36e2981bf1924d98" /><Relationship Type="http://schemas.openxmlformats.org/officeDocument/2006/relationships/tableStyles" Target="/ppt/tableStyles.xml" Id="Red9742ee3e4e4bab" /><Relationship Type="http://schemas.openxmlformats.org/officeDocument/2006/relationships/slide" Target="/ppt/slides/slide1.xml" Id="R4916a7a7c3994403" /><Relationship Type="http://schemas.openxmlformats.org/officeDocument/2006/relationships/slide" Target="/ppt/slides/slide2.xml" Id="R81db43c43dd540bb" /><Relationship Type="http://schemas.openxmlformats.org/officeDocument/2006/relationships/slide" Target="/ppt/slides/slide3.xml" Id="Rd70ace88179842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b7338cea5d40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87c9c4bcb4890" /><Relationship Type="http://schemas.openxmlformats.org/officeDocument/2006/relationships/notesMaster" Target="/ppt/notesMasters/notesMaster1.xml" Id="R5614af7d434e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8df07067e44f10" /><Relationship Type="http://schemas.openxmlformats.org/officeDocument/2006/relationships/notesMaster" Target="/ppt/notesMasters/notesMaster1.xml" Id="R87c1fd75b41f49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3077cad6e84b12" /><Relationship Type="http://schemas.openxmlformats.org/officeDocument/2006/relationships/notesMaster" Target="/ppt/notesMasters/notesMaster1.xml" Id="Rb92a3b1323da40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 / TỔNG THỂ.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 / TÁCH LỚP.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 / GHÉP LẠI. Giới thiệu mô-đun QUANTA bằng hiệu ứng tách 5 lớp rồi ghép lại; nhìn rõ mỗi lớp làm gì.</a:t>
            </a:r>
          </a:p>
          <a:p xmlns:a="http://schemas.openxmlformats.org/drawingml/2006/main">
            <a:r>
              <a:t>Reference: https://support.microsoft.com/en-us/powerpoint/morph-transition-tips-and-tricks</a:t>
            </a:r>
          </a:p>
          <a:p xmlns:a="http://schemas.openxmlformats.org/drawingml/2006/main">
            <a:r>
              <a:t>Reference: https://www.presentation-process.com/layer-diagram.html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df628e47249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11c45350aa45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8b4ddead9746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f499832a5a4a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4505f431841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3cfcfb11a4f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24F880-E434-478A-ABBD-91674DAE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F24A889-F5A3-4708-9475-D1954BB07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FCB4D00-EB55-48E6-89D3-175B44C83F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54A58C3-A88E-4119-A5DF-AA6D09C5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5CF762A-58B3-4186-BBC7-FED4DD356D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3E35742-8E2C-4666-90CB-3A7999A1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E80FC7B-F036-47F5-85DE-06FF87E2A7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9C04E45-B84A-4B4F-A292-72922A230B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92077DB-15C3-440E-9944-478C7ADC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D3559C8-8BB3-4DDA-8763-F25888B75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74CDB1-0367-4A10-BB57-EEBE1018BF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6E2C12-DA77-46E3-940C-0C233A0E8E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F2BB8CC-EA47-48DE-9B52-A98D7E76E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9B8C08-DFEF-4753-BF4F-99A72805CA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FB61CC-B1BF-4B8D-837D-DE312FF55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bab3706f4c4cd2" /><Relationship Type="http://schemas.openxmlformats.org/officeDocument/2006/relationships/slideLayout" Target="/ppt/slideLayouts/slideLayout1.xml" Id="R80bf09d9c3394604" /><Relationship Type="http://schemas.openxmlformats.org/officeDocument/2006/relationships/slideLayout" Target="/ppt/slideLayouts/slideLayout2.xml" Id="R89ef70c9cf7a41aa" /><Relationship Type="http://schemas.openxmlformats.org/officeDocument/2006/relationships/slideLayout" Target="/ppt/slideLayouts/slideLayout3.xml" Id="R49dc932e584049cb" /><Relationship Type="http://schemas.openxmlformats.org/officeDocument/2006/relationships/slideLayout" Target="/ppt/slideLayouts/slideLayout4.xml" Id="Rc55e36976cd34b44" /><Relationship Type="http://schemas.openxmlformats.org/officeDocument/2006/relationships/slideLayout" Target="/ppt/slideLayouts/slideLayout5.xml" Id="Rdffe43144a03437c" /><Relationship Type="http://schemas.openxmlformats.org/officeDocument/2006/relationships/slideLayout" Target="/ppt/slideLayouts/slideLayout6.xml" Id="R3931405b7082412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bf09d9c3394604"/>
    <p:sldLayoutId xmlns:r="http://schemas.openxmlformats.org/officeDocument/2006/relationships" id="2147483650" r:id="R89ef70c9cf7a41aa"/>
    <p:sldLayoutId xmlns:r="http://schemas.openxmlformats.org/officeDocument/2006/relationships" id="2147483651" r:id="R49dc932e584049cb"/>
    <p:sldLayoutId xmlns:r="http://schemas.openxmlformats.org/officeDocument/2006/relationships" id="2147483652" r:id="Rc55e36976cd34b44"/>
    <p:sldLayoutId xmlns:r="http://schemas.openxmlformats.org/officeDocument/2006/relationships" id="2147483653" r:id="Rdffe43144a03437c"/>
    <p:sldLayoutId xmlns:r="http://schemas.openxmlformats.org/officeDocument/2006/relationships" id="2147483654" r:id="R3931405b7082412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678b0de09f4325" /><Relationship Type="http://schemas.openxmlformats.org/officeDocument/2006/relationships/notesSlide" Target="/ppt/notesSlides/notesSlide1.xml" Id="Reff874d0dd1543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78197724ad4b5e" /><Relationship Type="http://schemas.openxmlformats.org/officeDocument/2006/relationships/notesSlide" Target="/ppt/notesSlides/notesSlide2.xml" Id="R99b5b64d68894c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32e3c91655494e" /><Relationship Type="http://schemas.openxmlformats.org/officeDocument/2006/relationships/notesSlide" Target="/ppt/notesSlides/notesSlide3.xml" Id="R2fdd54dc2e72425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33496823-80C3-4B16-B47E-DD73AE33CE4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6B5D1FB8-78F6-4BAE-BC78-95AB075EFC9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5D1A6F0F-7A35-4D00-B4C2-07EB68D7A55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264FDA8D-C668-4B17-9CDA-E0D4DEE5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5CCA55D9-771D-4AA9-B40F-0D830C3021E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01 / TỔNG THỂ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712654D7-65A4-4A23-872E-753386B079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42D771AA-9C47-4F96-B488-400A8EC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85F4B82B-EA30-46ED-837E-C808BA444D8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5DF5D8B4-6674-47AE-B822-2F9F7292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182F30EA-3738-409A-A86B-49B45FF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711C8F5E-1572-474B-AC39-0C22E95E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517FCCE7-3E11-459D-B519-907BBBDFC7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34C735F6-5850-4C5A-AFE0-7385800BD5B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AED61E98-E624-4543-BC1B-4EF047935FF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4D4A9A8A-335D-420B-B651-82CF412F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1D142295-9E10-4A8E-9BA5-05E12B93427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A5CD5423-4AFB-4997-9BB4-2638EDB9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EF4F825A-AC4E-47B4-B624-5FEEAEA2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EFB9FED5-5377-4002-9C0C-2B79B284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AE90DB34-BFB5-4CF3-AD4F-7082C5E55A5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A67FDBE7-BEAE-4862-A562-8E1B1EC8E83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CF70FC5E-EB44-4726-84A7-AC07BC3AD2B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597477A7-CA24-4D3E-A01D-E719A0A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3DF2AB45-18CE-4E73-A30D-FD4E3177141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5504D67E-E24C-4694-847B-8571D9EB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6250633A-0464-4D8F-B705-A36A551C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C05773AD-0ECC-4AE0-B4BF-66CFDBC7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C3EB7DFE-B825-4F79-8768-0151C7693C0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E05175CB-2AED-4A92-85EE-C87AE007857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3985EFA6-119D-4345-BD52-D59E07BF951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E1C48AAD-105D-401F-A022-95798EB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ADB86B8D-C016-418B-9208-78A9C8A441D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C7FD261E-541E-4F0F-8DBD-33A5549F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0AF7C768-A231-4B11-AADF-1D91F12F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19404A40-75A9-43E9-B397-6B63B8EE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AD217DF7-656C-46B6-883E-51E83B7ECD6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38244F14-207C-45C4-B958-1BC993F7AC2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0C84CC13-D524-4095-B05D-1C344D4516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2E40F440-96F0-4939-B5F8-310AA859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385F2178-49CB-487E-9845-742E96BF37A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78A04E16-19D0-4CEF-8FAB-9A3CCE66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96161D0A-02DF-4A41-B297-0F67EDCC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FAE1BC88-C309-45CD-9A5E-EC52EC6D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59B269A7-53F6-4A8A-9195-551676E0B3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D9E2935E-8E7C-4DDF-8D1E-F63B6F2731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749AD60F-D9B5-4358-BCDA-5C3835D08530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xmlns:p14="http://schemas.microsoft.com/office/powerpoint/2010/main" val="2063514142"/>
      </p:ext>
    </p:extLst>
  </p:cSld>
</p:sld>
</file>

<file path=ppt/slides/slide2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781FC662-FFA8-4687-BF98-FA844BA7492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928C3B19-7208-41BA-8929-46CF145935E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981481AD-AE79-4388-B53F-5B1EE9CB915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D4BE6D4E-BA2F-405F-9F9B-D0016CE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9E534EE4-54BD-43FE-B087-50263CDB517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02 / TÁCH LỚP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604415F3-37F3-4D59-9DB9-B2BC668DDD1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446683B9-48E4-4466-9077-DD7A60FF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1790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EC41F701-68AD-4265-BFEE-32B6464522B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1885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CC1DC9C1-D9C2-41FC-BA35-740712BD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028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2CA2C001-96DC-4250-B44A-66E39FE3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1943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249164E4-B477-4188-9FE5-6CC08137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1924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E15CD608-7EB9-4E98-AAA0-505EC630BA1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70D7036B-EF02-41C3-9E49-E256F8A057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B20744D4-D53C-46EE-A65E-4D0E91D683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DBC0C33B-080E-4296-A2AD-7E7CEB2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628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3C2F4580-9C6C-47F7-969F-743B164C3F3E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724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9E0E7BA8-5E97-41E7-8CDE-E6AA69B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2867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1E74489C-00C2-4F50-86D6-4D7121B1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2781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B5A2D64A-6D2B-4711-B96E-78433C55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2762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9EBA5B62-52D0-41BA-B321-C11CA7CA27F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C9D4EA7C-8D1B-4165-87B8-FEDEDA9D4EB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34632B82-2271-416B-A60F-218B2B3133F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CD676920-8530-47CF-A5A4-4D2FD1C6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69E622CE-FFB7-43BB-96C8-3664C49D322C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58A23CD7-CD82-4689-8280-BE3603C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0B3D4F80-FFF7-40E6-8195-32ED2FD9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AEB8AAAD-F910-4689-A524-13C6E4B1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DB379487-A00C-4A30-A924-F91001473FC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C71DA6AA-FB88-4116-A574-A54AB5C5A0B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B9A6523D-BEE9-444D-BC71-9E6A0FEBC8A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C04F21A0-8606-4583-AFB1-11600F6B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305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41BF646B-363B-45D3-948A-230F45C3A12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400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C3B29973-7213-4529-94BB-FD62115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543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99D0510E-22AA-4F4F-9305-1DF1442BD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457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18CC08D4-19B1-466C-B423-1D5872D6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438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7AB5FCD7-1467-4D34-B202-C5974E1B1EA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091C7993-A60B-413C-91CE-3E3704AC899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9BE38400-53B7-4BF6-9656-A9D2AE4D6FB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10CB0174-51A4-4426-8596-BB6D3449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5143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82474666-85F0-47DE-A76C-3281F908C4F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5238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D2DA715E-3539-4DDF-8900-C2623D8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5381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74B98AC9-91B4-4A83-AF5F-6239F829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5295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30C1EB54-2441-4732-B753-727FBC90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5276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1239E3CD-5F30-4CCC-AD02-BB6F015B985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580E16B2-9C7E-477C-A325-FBA6BE1FED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CC3F49D8-AFD2-482F-8433-E655AE65D1E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1593612538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614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!!eyebrow">
            <a:extLst xmlns:a="http://schemas.openxmlformats.org/drawingml/2006/main">
              <a:ext uri="{FF2B5EF4-FFF2-40B4-BE49-F238E27FC236}">
                <a16:creationId xmlns:a16="http://schemas.microsoft.com/office/drawing/2014/main" id="{83800B29-7ABC-43C7-9455-814DD7AA98D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667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PPTX MOTION LAB  /  LAYER STUDY</a:t>
            </a:r>
          </a:p>
        </p:txBody>
      </p:sp>
      <p:sp>
        <p:nvSpPr>
          <p:cNvPr id="2" name="!!title">
            <a:extLst xmlns:a="http://schemas.openxmlformats.org/drawingml/2006/main">
              <a:ext uri="{FF2B5EF4-FFF2-40B4-BE49-F238E27FC236}">
                <a16:creationId xmlns:a16="http://schemas.microsoft.com/office/drawing/2014/main" id="{DF921388-74D8-40FF-8C4B-C6EA2B43A724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28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900" b="1">
                <a:solidFill>
                  <a:srgbClr val="F7F4FA"/>
                </a:solidFill>
                <a:latin typeface="Bitstream Charter"/>
                <a:ea typeface="Bitstream Charter"/>
                <a:cs typeface="Bitstream Charter"/>
              </a:rPr>
              <a:t>QUANTA</a:t>
            </a:r>
          </a:p>
        </p:txBody>
      </p:sp>
      <p:sp>
        <p:nvSpPr>
          <p:cNvPr id="3" name="!!subtitle">
            <a:extLst xmlns:a="http://schemas.openxmlformats.org/drawingml/2006/main">
              <a:ext uri="{FF2B5EF4-FFF2-40B4-BE49-F238E27FC236}">
                <a16:creationId xmlns:a16="http://schemas.microsoft.com/office/drawing/2014/main" id="{38723C03-C33D-4CB4-A257-1438033BEDFD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2858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C9C1D4"/>
                </a:solidFill>
                <a:latin typeface="Bitstream Charter"/>
                <a:ea typeface="Bitstream Charter"/>
                <a:cs typeface="Bitstream Charter"/>
              </a:rPr>
              <a:t>Một cấu trúc · năm vai trò</a:t>
            </a:r>
          </a:p>
        </p:txBody>
      </p:sp>
      <p:sp>
        <p:nvSpPr>
          <p:cNvPr id="4" name="!!divider">
            <a:extLst xmlns:a="http://schemas.openxmlformats.org/drawingml/2006/main">
              <a:ext uri="{FF2B5EF4-FFF2-40B4-BE49-F238E27FC236}">
                <a16:creationId xmlns:a16="http://schemas.microsoft.com/office/drawing/2014/main" id="{AB087554-45C4-4E5D-9BC7-C7C7C5DB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1924050"/>
            <a:ext cx="19050" cy="386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3240"/>
          </a:solidFill>
          <a:ln xmlns:a="http://schemas.openxmlformats.org/drawingml/2006/main" w="0">
            <a:noFill/>
          </a:ln>
        </p:spPr>
      </p:sp>
      <p:sp>
        <p:nvSpPr>
          <p:cNvPr id="5" name="!!scene">
            <a:extLst xmlns:a="http://schemas.openxmlformats.org/drawingml/2006/main">
              <a:ext uri="{FF2B5EF4-FFF2-40B4-BE49-F238E27FC236}">
                <a16:creationId xmlns:a16="http://schemas.microsoft.com/office/drawing/2014/main" id="{6F4BEFCA-A013-4B6C-A64D-0A6A746D08C1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972175"/>
            <a:ext cx="5476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E9E3F0"/>
                </a:solidFill>
                <a:latin typeface="Bitstream Charter"/>
                <a:ea typeface="Bitstream Charter"/>
                <a:cs typeface="Bitstream Charter"/>
              </a:rPr>
              <a:t>03 / GHÉP LẠI</a:t>
            </a:r>
          </a:p>
        </p:txBody>
      </p:sp>
      <p:sp>
        <p:nvSpPr>
          <p:cNvPr id="6" name="!!footer">
            <a:extLst xmlns:a="http://schemas.openxmlformats.org/drawingml/2006/main">
              <a:ext uri="{FF2B5EF4-FFF2-40B4-BE49-F238E27FC236}">
                <a16:creationId xmlns:a16="http://schemas.microsoft.com/office/drawing/2014/main" id="{C803038D-E47C-4E0B-91F3-4AFA299C01C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601980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A2B8"/>
                </a:solidFill>
                <a:latin typeface="Bitstream Charter"/>
                <a:ea typeface="Bitstream Charter"/>
                <a:cs typeface="Bitstream Charter"/>
              </a:rPr>
              <a:t>Sơ đồ minh họa • dữ liệu giả định</a:t>
            </a:r>
          </a:p>
        </p:txBody>
      </p:sp>
      <p:sp>
        <p:nvSpPr>
          <p:cNvPr id="7" name="!!layer-cover">
            <a:extLst xmlns:a="http://schemas.openxmlformats.org/drawingml/2006/main">
              <a:ext uri="{FF2B5EF4-FFF2-40B4-BE49-F238E27FC236}">
                <a16:creationId xmlns:a16="http://schemas.microsoft.com/office/drawing/2014/main" id="{4A1F6372-31D5-4276-88DD-CBD3367C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" y="24003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54E7FF"/>
            </a:solidFill>
          </a:ln>
        </p:spPr>
      </p:sp>
      <p:sp>
        <p:nvSpPr>
          <p:cNvPr id="8" name="!!cover-number">
            <a:extLst xmlns:a="http://schemas.openxmlformats.org/drawingml/2006/main">
              <a:ext uri="{FF2B5EF4-FFF2-40B4-BE49-F238E27FC236}">
                <a16:creationId xmlns:a16="http://schemas.microsoft.com/office/drawing/2014/main" id="{5F89BC27-57D7-4F26-8ED1-98DE7B5C5B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4955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9" name="!!cover-trace">
            <a:extLst xmlns:a="http://schemas.openxmlformats.org/drawingml/2006/main">
              <a:ext uri="{FF2B5EF4-FFF2-40B4-BE49-F238E27FC236}">
                <a16:creationId xmlns:a16="http://schemas.microsoft.com/office/drawing/2014/main" id="{3722817F-B1BB-44B7-B13E-59ABCDA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6384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0" name="!!cover-node">
            <a:extLst xmlns:a="http://schemas.openxmlformats.org/drawingml/2006/main">
              <a:ext uri="{FF2B5EF4-FFF2-40B4-BE49-F238E27FC236}">
                <a16:creationId xmlns:a16="http://schemas.microsoft.com/office/drawing/2014/main" id="{CC33A1DC-2361-4559-B6A2-ABE7C172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9650" y="2552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1" name="!!cover-end">
            <a:extLst xmlns:a="http://schemas.openxmlformats.org/drawingml/2006/main">
              <a:ext uri="{FF2B5EF4-FFF2-40B4-BE49-F238E27FC236}">
                <a16:creationId xmlns:a16="http://schemas.microsoft.com/office/drawing/2014/main" id="{A66B14CC-EC44-4A50-8DCF-21D453D4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25336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E7FF"/>
          </a:solidFill>
          <a:ln xmlns:a="http://schemas.openxmlformats.org/drawingml/2006/main" w="0">
            <a:noFill/>
          </a:ln>
        </p:spPr>
      </p:sp>
      <p:sp>
        <p:nvSpPr>
          <p:cNvPr id="12" name="!!rail-cover-number">
            <a:extLst xmlns:a="http://schemas.openxmlformats.org/drawingml/2006/main">
              <a:ext uri="{FF2B5EF4-FFF2-40B4-BE49-F238E27FC236}">
                <a16:creationId xmlns:a16="http://schemas.microsoft.com/office/drawing/2014/main" id="{2B31F559-B8AE-4A1E-B529-6ADDC1DBF0C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18669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13" name="!!rail-cover-label">
            <a:extLst xmlns:a="http://schemas.openxmlformats.org/drawingml/2006/main">
              <a:ext uri="{FF2B5EF4-FFF2-40B4-BE49-F238E27FC236}">
                <a16:creationId xmlns:a16="http://schemas.microsoft.com/office/drawing/2014/main" id="{8C149737-CE75-46A9-BFA0-DCEAA3321582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17811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54E7FF"/>
                </a:solidFill>
                <a:latin typeface="Bitstream Charter"/>
                <a:ea typeface="Bitstream Charter"/>
                <a:cs typeface="Bitstream Charter"/>
              </a:rPr>
              <a:t>Vỏ bảo vệ</a:t>
            </a:r>
          </a:p>
        </p:txBody>
      </p:sp>
      <p:sp>
        <p:nvSpPr>
          <p:cNvPr id="14" name="!!rail-cover-role">
            <a:extLst xmlns:a="http://schemas.openxmlformats.org/drawingml/2006/main">
              <a:ext uri="{FF2B5EF4-FFF2-40B4-BE49-F238E27FC236}">
                <a16:creationId xmlns:a16="http://schemas.microsoft.com/office/drawing/2014/main" id="{F0A101E9-E858-464C-8EF1-23FF9E7DBC1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1145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Che chắn các thành phần bên trong</a:t>
            </a:r>
          </a:p>
        </p:txBody>
      </p:sp>
      <p:sp>
        <p:nvSpPr>
          <p:cNvPr id="15" name="!!layer-sense">
            <a:extLst xmlns:a="http://schemas.openxmlformats.org/drawingml/2006/main">
              <a:ext uri="{FF2B5EF4-FFF2-40B4-BE49-F238E27FC236}">
                <a16:creationId xmlns:a16="http://schemas.microsoft.com/office/drawing/2014/main" id="{1038807D-FDFF-47D8-BDC1-B37D12E0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" y="29337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BAFA64"/>
            </a:solidFill>
          </a:ln>
        </p:spPr>
      </p:sp>
      <p:sp>
        <p:nvSpPr>
          <p:cNvPr id="16" name="!!sense-number">
            <a:extLst xmlns:a="http://schemas.openxmlformats.org/drawingml/2006/main">
              <a:ext uri="{FF2B5EF4-FFF2-40B4-BE49-F238E27FC236}">
                <a16:creationId xmlns:a16="http://schemas.microsoft.com/office/drawing/2014/main" id="{52F72310-B3C1-4A95-A833-AB276ED75EE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0289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17" name="!!sense-trace">
            <a:extLst xmlns:a="http://schemas.openxmlformats.org/drawingml/2006/main">
              <a:ext uri="{FF2B5EF4-FFF2-40B4-BE49-F238E27FC236}">
                <a16:creationId xmlns:a16="http://schemas.microsoft.com/office/drawing/2014/main" id="{725E152B-4097-433A-BCB8-B06AC75F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90725" y="31718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8" name="!!sense-node">
            <a:extLst xmlns:a="http://schemas.openxmlformats.org/drawingml/2006/main">
              <a:ext uri="{FF2B5EF4-FFF2-40B4-BE49-F238E27FC236}">
                <a16:creationId xmlns:a16="http://schemas.microsoft.com/office/drawing/2014/main" id="{1A3BB1A7-4F98-4AB5-A883-83025081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6325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19" name="!!sense-end">
            <a:extLst xmlns:a="http://schemas.openxmlformats.org/drawingml/2006/main">
              <a:ext uri="{FF2B5EF4-FFF2-40B4-BE49-F238E27FC236}">
                <a16:creationId xmlns:a16="http://schemas.microsoft.com/office/drawing/2014/main" id="{077EAC72-B22A-49F4-AFD1-DC25C8E0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30670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FA64"/>
          </a:solidFill>
          <a:ln xmlns:a="http://schemas.openxmlformats.org/drawingml/2006/main" w="0">
            <a:noFill/>
          </a:ln>
        </p:spPr>
      </p:sp>
      <p:sp>
        <p:nvSpPr>
          <p:cNvPr id="20" name="!!rail-sense-number">
            <a:extLst xmlns:a="http://schemas.openxmlformats.org/drawingml/2006/main">
              <a:ext uri="{FF2B5EF4-FFF2-40B4-BE49-F238E27FC236}">
                <a16:creationId xmlns:a16="http://schemas.microsoft.com/office/drawing/2014/main" id="{BB72B27C-0823-4DA3-BBC5-6422103531C9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7051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1" name="!!rail-sense-label">
            <a:extLst xmlns:a="http://schemas.openxmlformats.org/drawingml/2006/main">
              <a:ext uri="{FF2B5EF4-FFF2-40B4-BE49-F238E27FC236}">
                <a16:creationId xmlns:a16="http://schemas.microsoft.com/office/drawing/2014/main" id="{4C5ABD50-A4D7-4C1D-A68B-49B3DC09ED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619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BAFA64"/>
                </a:solidFill>
                <a:latin typeface="Bitstream Charter"/>
                <a:ea typeface="Bitstream Charter"/>
                <a:cs typeface="Bitstream Charter"/>
              </a:rPr>
              <a:t>Cảm nhận</a:t>
            </a:r>
          </a:p>
        </p:txBody>
      </p:sp>
      <p:sp>
        <p:nvSpPr>
          <p:cNvPr id="22" name="!!rail-sense-role">
            <a:extLst xmlns:a="http://schemas.openxmlformats.org/drawingml/2006/main">
              <a:ext uri="{FF2B5EF4-FFF2-40B4-BE49-F238E27FC236}">
                <a16:creationId xmlns:a16="http://schemas.microsoft.com/office/drawing/2014/main" id="{D2D45B3B-06CB-49C9-917F-AFF46DD6240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29527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Tiếp nhận tín hiệu từ môi trường</a:t>
            </a:r>
          </a:p>
        </p:txBody>
      </p:sp>
      <p:sp>
        <p:nvSpPr>
          <p:cNvPr id="23" name="!!layer-control">
            <a:extLst xmlns:a="http://schemas.openxmlformats.org/drawingml/2006/main">
              <a:ext uri="{FF2B5EF4-FFF2-40B4-BE49-F238E27FC236}">
                <a16:creationId xmlns:a16="http://schemas.microsoft.com/office/drawing/2014/main" id="{702008D2-66B7-4D09-A9B5-F8BCBBBC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4671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BC70"/>
            </a:solidFill>
          </a:ln>
        </p:spPr>
      </p:sp>
      <p:sp>
        <p:nvSpPr>
          <p:cNvPr id="24" name="!!control-number">
            <a:extLst xmlns:a="http://schemas.openxmlformats.org/drawingml/2006/main">
              <a:ext uri="{FF2B5EF4-FFF2-40B4-BE49-F238E27FC236}">
                <a16:creationId xmlns:a16="http://schemas.microsoft.com/office/drawing/2014/main" id="{563EB1B4-15F5-4E24-BAAD-33563529288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35623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5" name="!!control-trace">
            <a:extLst xmlns:a="http://schemas.openxmlformats.org/drawingml/2006/main">
              <a:ext uri="{FF2B5EF4-FFF2-40B4-BE49-F238E27FC236}">
                <a16:creationId xmlns:a16="http://schemas.microsoft.com/office/drawing/2014/main" id="{5AE6E40B-2247-4A92-91E6-26C42B54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052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6" name="!!control-node">
            <a:extLst xmlns:a="http://schemas.openxmlformats.org/drawingml/2006/main">
              <a:ext uri="{FF2B5EF4-FFF2-40B4-BE49-F238E27FC236}">
                <a16:creationId xmlns:a16="http://schemas.microsoft.com/office/drawing/2014/main" id="{985C797C-E407-4692-A030-B5A40343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7" name="!!control-end">
            <a:extLst xmlns:a="http://schemas.openxmlformats.org/drawingml/2006/main">
              <a:ext uri="{FF2B5EF4-FFF2-40B4-BE49-F238E27FC236}">
                <a16:creationId xmlns:a16="http://schemas.microsoft.com/office/drawing/2014/main" id="{C9CD430C-06FB-4D79-AAE6-88D9769B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36004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C70"/>
          </a:solidFill>
          <a:ln xmlns:a="http://schemas.openxmlformats.org/drawingml/2006/main" w="0">
            <a:noFill/>
          </a:ln>
        </p:spPr>
      </p:sp>
      <p:sp>
        <p:nvSpPr>
          <p:cNvPr id="28" name="!!rail-control-number">
            <a:extLst xmlns:a="http://schemas.openxmlformats.org/drawingml/2006/main">
              <a:ext uri="{FF2B5EF4-FFF2-40B4-BE49-F238E27FC236}">
                <a16:creationId xmlns:a16="http://schemas.microsoft.com/office/drawing/2014/main" id="{AC3E5D61-F1E4-4ED7-8697-53ADC8A7A86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35433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29" name="!!rail-control-label">
            <a:extLst xmlns:a="http://schemas.openxmlformats.org/drawingml/2006/main">
              <a:ext uri="{FF2B5EF4-FFF2-40B4-BE49-F238E27FC236}">
                <a16:creationId xmlns:a16="http://schemas.microsoft.com/office/drawing/2014/main" id="{067DD1D2-83B8-44F7-95C6-86F54E23305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4575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BC70"/>
                </a:solidFill>
                <a:latin typeface="Bitstream Charter"/>
                <a:ea typeface="Bitstream Charter"/>
                <a:cs typeface="Bitstream Charter"/>
              </a:rPr>
              <a:t>Điều khiển</a:t>
            </a:r>
          </a:p>
        </p:txBody>
      </p:sp>
      <p:sp>
        <p:nvSpPr>
          <p:cNvPr id="30" name="!!rail-control-role">
            <a:extLst xmlns:a="http://schemas.openxmlformats.org/drawingml/2006/main">
              <a:ext uri="{FF2B5EF4-FFF2-40B4-BE49-F238E27FC236}">
                <a16:creationId xmlns:a16="http://schemas.microsoft.com/office/drawing/2014/main" id="{1D0CEB9F-CF65-4E2E-9407-1BB27095B3D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37909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Diễn giải và phối hợp hoạt động</a:t>
            </a:r>
          </a:p>
        </p:txBody>
      </p:sp>
      <p:sp>
        <p:nvSpPr>
          <p:cNvPr id="31" name="!!layer-power">
            <a:extLst xmlns:a="http://schemas.openxmlformats.org/drawingml/2006/main">
              <a:ext uri="{FF2B5EF4-FFF2-40B4-BE49-F238E27FC236}">
                <a16:creationId xmlns:a16="http://schemas.microsoft.com/office/drawing/2014/main" id="{9EE09EB2-8D12-4BA2-904E-24C7143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0005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C59EFF"/>
            </a:solidFill>
          </a:ln>
        </p:spPr>
      </p:sp>
      <p:sp>
        <p:nvSpPr>
          <p:cNvPr id="32" name="!!power-number">
            <a:extLst xmlns:a="http://schemas.openxmlformats.org/drawingml/2006/main">
              <a:ext uri="{FF2B5EF4-FFF2-40B4-BE49-F238E27FC236}">
                <a16:creationId xmlns:a16="http://schemas.microsoft.com/office/drawing/2014/main" id="{22F0FF76-2A64-4036-A809-0DB9529F8BBB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40957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3" name="!!power-trace">
            <a:extLst xmlns:a="http://schemas.openxmlformats.org/drawingml/2006/main">
              <a:ext uri="{FF2B5EF4-FFF2-40B4-BE49-F238E27FC236}">
                <a16:creationId xmlns:a16="http://schemas.microsoft.com/office/drawing/2014/main" id="{C35A6021-2B4E-44FE-9F54-977ECCBB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4075" y="42386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4" name="!!power-node">
            <a:extLst xmlns:a="http://schemas.openxmlformats.org/drawingml/2006/main">
              <a:ext uri="{FF2B5EF4-FFF2-40B4-BE49-F238E27FC236}">
                <a16:creationId xmlns:a16="http://schemas.microsoft.com/office/drawing/2014/main" id="{EA1B81CD-89AD-42EC-B30F-6372F6AF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5" name="!!power-end">
            <a:extLst xmlns:a="http://schemas.openxmlformats.org/drawingml/2006/main">
              <a:ext uri="{FF2B5EF4-FFF2-40B4-BE49-F238E27FC236}">
                <a16:creationId xmlns:a16="http://schemas.microsoft.com/office/drawing/2014/main" id="{B20B4526-6234-429B-901B-FA940E6B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53075" y="41338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EFF"/>
          </a:solidFill>
          <a:ln xmlns:a="http://schemas.openxmlformats.org/drawingml/2006/main" w="0">
            <a:noFill/>
          </a:ln>
        </p:spPr>
      </p:sp>
      <p:sp>
        <p:nvSpPr>
          <p:cNvPr id="36" name="!!rail-power-number">
            <a:extLst xmlns:a="http://schemas.openxmlformats.org/drawingml/2006/main">
              <a:ext uri="{FF2B5EF4-FFF2-40B4-BE49-F238E27FC236}">
                <a16:creationId xmlns:a16="http://schemas.microsoft.com/office/drawing/2014/main" id="{2E0352E1-A558-413B-B6CA-0A9BD2BF4CA8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43815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sp>
        <p:nvSpPr>
          <p:cNvPr id="37" name="!!rail-power-label">
            <a:extLst xmlns:a="http://schemas.openxmlformats.org/drawingml/2006/main">
              <a:ext uri="{FF2B5EF4-FFF2-40B4-BE49-F238E27FC236}">
                <a16:creationId xmlns:a16="http://schemas.microsoft.com/office/drawing/2014/main" id="{EB21C419-3A58-4755-9A06-B3421918D875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2957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C59EFF"/>
                </a:solidFill>
                <a:latin typeface="Bitstream Charter"/>
                <a:ea typeface="Bitstream Charter"/>
                <a:cs typeface="Bitstream Charter"/>
              </a:rPr>
              <a:t>Cấp nguồn</a:t>
            </a:r>
          </a:p>
        </p:txBody>
      </p:sp>
      <p:sp>
        <p:nvSpPr>
          <p:cNvPr id="38" name="!!rail-power-role">
            <a:extLst xmlns:a="http://schemas.openxmlformats.org/drawingml/2006/main">
              <a:ext uri="{FF2B5EF4-FFF2-40B4-BE49-F238E27FC236}">
                <a16:creationId xmlns:a16="http://schemas.microsoft.com/office/drawing/2014/main" id="{683AD7AA-F148-4BFA-B98D-AED62EF8AEDF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46291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Phân phối năng lượng cho mô-đun</a:t>
            </a:r>
          </a:p>
        </p:txBody>
      </p:sp>
      <p:sp>
        <p:nvSpPr>
          <p:cNvPr id="39" name="!!layer-base">
            <a:extLst xmlns:a="http://schemas.openxmlformats.org/drawingml/2006/main">
              <a:ext uri="{FF2B5EF4-FFF2-40B4-BE49-F238E27FC236}">
                <a16:creationId xmlns:a16="http://schemas.microsoft.com/office/drawing/2014/main" id="{492C90EC-69BD-4DDB-93BC-14DFC3E0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7800" y="4533900"/>
            <a:ext cx="495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12C"/>
          </a:solidFill>
          <a:ln xmlns:a="http://schemas.openxmlformats.org/drawingml/2006/main" w="14288">
            <a:solidFill>
              <a:srgbClr val="FF7FA8"/>
            </a:solidFill>
          </a:ln>
        </p:spPr>
      </p:sp>
      <p:sp>
        <p:nvSpPr>
          <p:cNvPr id="40" name="!!base-number">
            <a:extLst xmlns:a="http://schemas.openxmlformats.org/drawingml/2006/main">
              <a:ext uri="{FF2B5EF4-FFF2-40B4-BE49-F238E27FC236}">
                <a16:creationId xmlns:a16="http://schemas.microsoft.com/office/drawing/2014/main" id="{9CBE3059-545A-42D9-9DF9-B508683101D3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6291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1" name="!!base-trace">
            <a:extLst xmlns:a="http://schemas.openxmlformats.org/drawingml/2006/main">
              <a:ext uri="{FF2B5EF4-FFF2-40B4-BE49-F238E27FC236}">
                <a16:creationId xmlns:a16="http://schemas.microsoft.com/office/drawing/2014/main" id="{0E014D76-0665-4A82-98E3-4D763500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772025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2" name="!!base-node">
            <a:extLst xmlns:a="http://schemas.openxmlformats.org/drawingml/2006/main">
              <a:ext uri="{FF2B5EF4-FFF2-40B4-BE49-F238E27FC236}">
                <a16:creationId xmlns:a16="http://schemas.microsoft.com/office/drawing/2014/main" id="{B956C4D4-AC5E-4966-81CD-92B0469D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4686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3" name="!!base-end">
            <a:extLst xmlns:a="http://schemas.openxmlformats.org/drawingml/2006/main">
              <a:ext uri="{FF2B5EF4-FFF2-40B4-BE49-F238E27FC236}">
                <a16:creationId xmlns:a16="http://schemas.microsoft.com/office/drawing/2014/main" id="{B564CD05-1560-4498-B40F-E47A9CCB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4667250"/>
            <a:ext cx="542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FA8"/>
          </a:solidFill>
          <a:ln xmlns:a="http://schemas.openxmlformats.org/drawingml/2006/main" w="0">
            <a:noFill/>
          </a:ln>
        </p:spPr>
      </p:sp>
      <p:sp>
        <p:nvSpPr>
          <p:cNvPr id="44" name="!!rail-base-number">
            <a:extLst xmlns:a="http://schemas.openxmlformats.org/drawingml/2006/main">
              <a:ext uri="{FF2B5EF4-FFF2-40B4-BE49-F238E27FC236}">
                <a16:creationId xmlns:a16="http://schemas.microsoft.com/office/drawing/2014/main" id="{BFC71CED-5C24-47D1-AC4A-91242DFFC69A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5219700"/>
            <a:ext cx="438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5" name="!!rail-base-label">
            <a:extLst xmlns:a="http://schemas.openxmlformats.org/drawingml/2006/main">
              <a:ext uri="{FF2B5EF4-FFF2-40B4-BE49-F238E27FC236}">
                <a16:creationId xmlns:a16="http://schemas.microsoft.com/office/drawing/2014/main" id="{CC25BDCC-7B42-40A3-B98E-53B2F30D4157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1339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7FA8"/>
                </a:solidFill>
                <a:latin typeface="Bitstream Charter"/>
                <a:ea typeface="Bitstream Charter"/>
                <a:cs typeface="Bitstream Charter"/>
              </a:rPr>
              <a:t>Đế kết nối</a:t>
            </a:r>
          </a:p>
        </p:txBody>
      </p:sp>
      <p:sp>
        <p:nvSpPr>
          <p:cNvPr id="46" name="!!rail-base-role">
            <a:extLst xmlns:a="http://schemas.openxmlformats.org/drawingml/2006/main">
              <a:ext uri="{FF2B5EF4-FFF2-40B4-BE49-F238E27FC236}">
                <a16:creationId xmlns:a16="http://schemas.microsoft.com/office/drawing/2014/main" id="{BCA6881D-43C0-4FE9-A6C8-4BF401859276}"/>
              </a:ext>
            </a:extLst>
          </p:cNvPr>
          <p:cNvSpPr txBox="1"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05725" y="5467350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D4CCDF"/>
                </a:solidFill>
                <a:latin typeface="Bitstream Charter"/>
                <a:ea typeface="Bitstream Charter"/>
                <a:cs typeface="Bitstream Charter"/>
              </a:rPr>
              <a:t>Liên kết với hệ thống bên ngoài</a:t>
            </a:r>
          </a:p>
        </p:txBody>
      </p:sp>
    </p:spTree>
    <p:extLst>
      <p:ext uri="{BB962C8B-B14F-4D97-AF65-F5344CB8AC3E}">
        <p14:creationId val="2019654327"/>
      </p:ext>
    </p:extLst>
  </p:cSld>
  <mc:AlternateContent>
    <mc:Choice Requires="p159 p14">
      <p:transition spd="slow" p14:dur="11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2026-10-04T09:14:01.3070000Z</dcterms:created>
  <dcterms:modified xsi:type="dcterms:W3CDTF">2026-10-04T09:14:01.3070000Z</dcterms:modified>
</coreProperties>
</file>