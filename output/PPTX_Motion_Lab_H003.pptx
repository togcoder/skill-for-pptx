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858e7f79894050" /><Relationship Type="http://schemas.openxmlformats.org/officeDocument/2006/relationships/extended-properties" Target="/docProps/app.xml" Id="R5f2aabeeca484ca4" /><Relationship Type="http://schemas.openxmlformats.org/officeDocument/2006/relationships/officeDocument" Target="/ppt/presentation.xml" Id="R07f80bb9df7d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2ea49db54841c9"/>
  </p:sldMasterIdLst>
  <p:notesMasterIdLst>
    <p:notesMasterId xmlns:r="http://schemas.openxmlformats.org/officeDocument/2006/relationships" r:id="R64a4cdb5ed53498b"/>
  </p:notesMasterIdLst>
  <p:sldIdLst>
    <p:sldId xmlns:r="http://schemas.openxmlformats.org/officeDocument/2006/relationships" id="256" r:id="R238c0c777f424970"/>
    <p:sldId xmlns:r="http://schemas.openxmlformats.org/officeDocument/2006/relationships" id="257" r:id="R7fad37caaf714444"/>
    <p:sldId xmlns:r="http://schemas.openxmlformats.org/officeDocument/2006/relationships" id="258" r:id="Ra6604531b38f47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e2b38c219d42cb" /><Relationship Type="http://schemas.openxmlformats.org/officeDocument/2006/relationships/slideMaster" Target="/ppt/slideMasters/slideMaster1.xml" Id="R182ea49db54841c9" /><Relationship Type="http://schemas.openxmlformats.org/officeDocument/2006/relationships/notesMaster" Target="/ppt/notesMasters/notesMaster1.xml" Id="R64a4cdb5ed53498b" /><Relationship Type="http://schemas.openxmlformats.org/officeDocument/2006/relationships/presProps" Target="/ppt/presProps.xml" Id="R371a97eb6ce7493a" /><Relationship Type="http://schemas.openxmlformats.org/officeDocument/2006/relationships/tableStyles" Target="/ppt/tableStyles.xml" Id="Rec76458686354f8f" /><Relationship Type="http://schemas.openxmlformats.org/officeDocument/2006/relationships/slide" Target="/ppt/slides/slide1.xml" Id="R238c0c777f424970" /><Relationship Type="http://schemas.openxmlformats.org/officeDocument/2006/relationships/slide" Target="/ppt/slides/slide2.xml" Id="R7fad37caaf714444" /><Relationship Type="http://schemas.openxmlformats.org/officeDocument/2006/relationships/slide" Target="/ppt/slides/slide3.xml" Id="Ra6604531b38f47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7e0d7ba1a74e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2dad8b8bf54672" /><Relationship Type="http://schemas.openxmlformats.org/officeDocument/2006/relationships/notesMaster" Target="/ppt/notesMasters/notesMaster1.xml" Id="R640f69432a334e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cad1ccfe1d4854" /><Relationship Type="http://schemas.openxmlformats.org/officeDocument/2006/relationships/notesMaster" Target="/ppt/notesMasters/notesMaster1.xml" Id="Rdd87c800ac0a43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41f38bd0754eea" /><Relationship Type="http://schemas.openxmlformats.org/officeDocument/2006/relationships/notesMaster" Target="/ppt/notesMasters/notesMaster1.xml" Id="R4673fe8487bd4d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đề xuất minh họa, không phải dữ liệu hay cam kết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đề xuất minh họa, không phải dữ liệu hay cam kết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đề xuất minh họa, không phải dữ liệu hay cam kết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8c5dea14f4b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f1f6a874243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b8c818abb4c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3a87295fb4e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60b317cdb45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0012e015e48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68A036F-D82D-4892-94EC-A6F87F8B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92FAAD-0188-4D26-81C9-FBDC6260E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FF18B94-A095-48BB-95C9-CCC52EF74C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C419EAD-AE59-43C7-9148-223D4DC7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C305A6-04EE-4122-AA49-C7E3007A6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04F5CBF-DCF7-4FB5-A165-8C367501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4DEE9C-2FA6-4299-9C66-EDB230B29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BBD1A7E-A73A-49AC-A163-8898013473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C4576C6-3103-4706-82F9-6689334D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0C4554-510D-4212-AE30-9FA2BED62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7DC1B3-1B44-4434-94A7-BCA43C340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0C2074-5F62-4CEE-BE6B-A7E8072D07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9632D66-D617-40B8-9FB8-5AD44601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D976CB-0195-4FAC-A095-461EF3B3E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08E5E9-FFB8-4400-AE3C-AC30AEB998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6ac08324794be9" /><Relationship Type="http://schemas.openxmlformats.org/officeDocument/2006/relationships/slideLayout" Target="/ppt/slideLayouts/slideLayout1.xml" Id="R5d5453fc727845de" /><Relationship Type="http://schemas.openxmlformats.org/officeDocument/2006/relationships/slideLayout" Target="/ppt/slideLayouts/slideLayout2.xml" Id="R422d7ea5df9f4207" /><Relationship Type="http://schemas.openxmlformats.org/officeDocument/2006/relationships/slideLayout" Target="/ppt/slideLayouts/slideLayout3.xml" Id="R3e695239bb6d4e2c" /><Relationship Type="http://schemas.openxmlformats.org/officeDocument/2006/relationships/slideLayout" Target="/ppt/slideLayouts/slideLayout4.xml" Id="Rc86441024989474a" /><Relationship Type="http://schemas.openxmlformats.org/officeDocument/2006/relationships/slideLayout" Target="/ppt/slideLayouts/slideLayout5.xml" Id="R2d884b406fcd4c30" /><Relationship Type="http://schemas.openxmlformats.org/officeDocument/2006/relationships/slideLayout" Target="/ppt/slideLayouts/slideLayout6.xml" Id="R7e31af934f2448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453fc727845de"/>
    <p:sldLayoutId xmlns:r="http://schemas.openxmlformats.org/officeDocument/2006/relationships" id="2147483650" r:id="R422d7ea5df9f4207"/>
    <p:sldLayoutId xmlns:r="http://schemas.openxmlformats.org/officeDocument/2006/relationships" id="2147483651" r:id="R3e695239bb6d4e2c"/>
    <p:sldLayoutId xmlns:r="http://schemas.openxmlformats.org/officeDocument/2006/relationships" id="2147483652" r:id="Rc86441024989474a"/>
    <p:sldLayoutId xmlns:r="http://schemas.openxmlformats.org/officeDocument/2006/relationships" id="2147483653" r:id="R2d884b406fcd4c30"/>
    <p:sldLayoutId xmlns:r="http://schemas.openxmlformats.org/officeDocument/2006/relationships" id="2147483654" r:id="R7e31af934f2448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e88c22fc243d2" /><Relationship Type="http://schemas.openxmlformats.org/officeDocument/2006/relationships/notesSlide" Target="/ppt/notesSlides/notesSlide1.xml" Id="Ra3740e2f323843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79865864b45c9" /><Relationship Type="http://schemas.openxmlformats.org/officeDocument/2006/relationships/notesSlide" Target="/ppt/notesSlides/notesSlide2.xml" Id="Rcd5e0574a9bc4b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49b12a11a4ea4" /><Relationship Type="http://schemas.openxmlformats.org/officeDocument/2006/relationships/notesSlide" Target="/ppt/notesSlides/notesSlide3.xml" Id="R701b0044592849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community-block">
            <a:extLst xmlns:a="http://schemas.openxmlformats.org/drawingml/2006/main">
              <a:ext uri="{FF2B5EF4-FFF2-40B4-BE49-F238E27FC236}">
                <a16:creationId xmlns:a16="http://schemas.microsoft.com/office/drawing/2014/main" id="{0550F3B4-863D-4EFF-931A-1F6E942D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2095500"/>
            <a:ext cx="457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54E7FF"/>
            </a:solidFill>
          </a:ln>
        </p:spPr>
      </p:sp>
      <p:sp>
        <p:nvSpPr>
          <p:cNvPr id="2" name="!!transport-block">
            <a:extLst xmlns:a="http://schemas.openxmlformats.org/drawingml/2006/main">
              <a:ext uri="{FF2B5EF4-FFF2-40B4-BE49-F238E27FC236}">
                <a16:creationId xmlns:a16="http://schemas.microsoft.com/office/drawing/2014/main" id="{13E15614-9827-45C9-B152-E32F614D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4238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BAFA64"/>
            </a:solidFill>
          </a:ln>
        </p:spPr>
      </p:sp>
      <p:sp>
        <p:nvSpPr>
          <p:cNvPr id="3" name="!!infrastructure-block">
            <a:extLst xmlns:a="http://schemas.openxmlformats.org/drawingml/2006/main">
              <a:ext uri="{FF2B5EF4-FFF2-40B4-BE49-F238E27FC236}">
                <a16:creationId xmlns:a16="http://schemas.microsoft.com/office/drawing/2014/main" id="{A48BDEEE-B4CD-41A4-BE99-65C10B94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238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FF659D"/>
            </a:solidFill>
          </a:ln>
        </p:spPr>
      </p:sp>
      <p:sp>
        <p:nvSpPr>
          <p:cNvPr id="4" name="!!community-label">
            <a:extLst xmlns:a="http://schemas.openxmlformats.org/drawingml/2006/main">
              <a:ext uri="{FF2B5EF4-FFF2-40B4-BE49-F238E27FC236}">
                <a16:creationId xmlns:a16="http://schemas.microsoft.com/office/drawing/2014/main" id="{2E6E8469-C0A2-434C-BE19-91520D5EFA6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590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Không gian</a:t>
            </a:r>
          </a:p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cộng đồng</a:t>
            </a:r>
          </a:p>
        </p:txBody>
      </p:sp>
      <p:sp>
        <p:nvSpPr>
          <p:cNvPr id="5" name="!!transport-label">
            <a:extLst xmlns:a="http://schemas.openxmlformats.org/drawingml/2006/main">
              <a:ext uri="{FF2B5EF4-FFF2-40B4-BE49-F238E27FC236}">
                <a16:creationId xmlns:a16="http://schemas.microsoft.com/office/drawing/2014/main" id="{8BBB8530-E89A-4A53-8A4B-C6A5975660C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495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Giao thông</a:t>
            </a:r>
          </a:p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bền vững</a:t>
            </a:r>
          </a:p>
        </p:txBody>
      </p:sp>
      <p:sp>
        <p:nvSpPr>
          <p:cNvPr id="6" name="!!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6962D89A-B8C5-47C2-97D9-D0D2800A1D2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495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thích ứng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278E43F8-2FA6-4790-8A3E-99701D76CDE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Thành phố đáng sống</a:t>
            </a:r>
          </a:p>
        </p:txBody>
      </p:sp>
      <p:sp>
        <p:nvSpPr>
          <p:cNvPr id="8" name="!!footer">
            <a:extLst xmlns:a="http://schemas.openxmlformats.org/drawingml/2006/main">
              <a:ext uri="{FF2B5EF4-FFF2-40B4-BE49-F238E27FC236}">
                <a16:creationId xmlns:a16="http://schemas.microsoft.com/office/drawing/2014/main" id="{4C5C9F17-36E0-4A1C-AAD4-95D8A285FD1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324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Đề xuất minh họa</a:t>
            </a:r>
          </a:p>
        </p:txBody>
      </p:sp>
    </p:spTree>
    <p:extLst>
      <p:ext uri="{BB962C8B-B14F-4D97-AF65-F5344CB8AC3E}">
        <p14:creationId xmlns:p14="http://schemas.microsoft.com/office/powerpoint/2010/main" val="1659852475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community-block">
            <a:extLst xmlns:a="http://schemas.openxmlformats.org/drawingml/2006/main">
              <a:ext uri="{FF2B5EF4-FFF2-40B4-BE49-F238E27FC236}">
                <a16:creationId xmlns:a16="http://schemas.microsoft.com/office/drawing/2014/main" id="{C5263733-55D6-4CF8-814D-2F8ECDE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238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54E7FF"/>
            </a:solidFill>
          </a:ln>
        </p:spPr>
      </p:sp>
      <p:sp>
        <p:nvSpPr>
          <p:cNvPr id="2" name="!!transport-block">
            <a:extLst xmlns:a="http://schemas.openxmlformats.org/drawingml/2006/main">
              <a:ext uri="{FF2B5EF4-FFF2-40B4-BE49-F238E27FC236}">
                <a16:creationId xmlns:a16="http://schemas.microsoft.com/office/drawing/2014/main" id="{9C7B92D7-2A61-4F9D-959E-8B499929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2095500"/>
            <a:ext cx="457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BAFA64"/>
            </a:solidFill>
          </a:ln>
        </p:spPr>
      </p:sp>
      <p:sp>
        <p:nvSpPr>
          <p:cNvPr id="3" name="!!infrastructure-block">
            <a:extLst xmlns:a="http://schemas.openxmlformats.org/drawingml/2006/main">
              <a:ext uri="{FF2B5EF4-FFF2-40B4-BE49-F238E27FC236}">
                <a16:creationId xmlns:a16="http://schemas.microsoft.com/office/drawing/2014/main" id="{F58F907E-64CF-489E-92D7-A1FD8417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4238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FF659D"/>
            </a:solidFill>
          </a:ln>
        </p:spPr>
      </p:sp>
      <p:sp>
        <p:nvSpPr>
          <p:cNvPr id="4" name="!!community-label">
            <a:extLst xmlns:a="http://schemas.openxmlformats.org/drawingml/2006/main">
              <a:ext uri="{FF2B5EF4-FFF2-40B4-BE49-F238E27FC236}">
                <a16:creationId xmlns:a16="http://schemas.microsoft.com/office/drawing/2014/main" id="{EFA1A05E-6F9A-472E-BC68-5CC1F39330D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495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Không gian</a:t>
            </a:r>
          </a:p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cộng đồng</a:t>
            </a:r>
          </a:p>
        </p:txBody>
      </p:sp>
      <p:sp>
        <p:nvSpPr>
          <p:cNvPr id="5" name="!!transport-label">
            <a:extLst xmlns:a="http://schemas.openxmlformats.org/drawingml/2006/main">
              <a:ext uri="{FF2B5EF4-FFF2-40B4-BE49-F238E27FC236}">
                <a16:creationId xmlns:a16="http://schemas.microsoft.com/office/drawing/2014/main" id="{F15E72D9-DFE3-4D47-8BBA-232E0241DE3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590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Giao thông</a:t>
            </a:r>
          </a:p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bền vững</a:t>
            </a:r>
          </a:p>
        </p:txBody>
      </p:sp>
      <p:sp>
        <p:nvSpPr>
          <p:cNvPr id="6" name="!!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25E22248-62A5-485C-89F7-59D742E4ABD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495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thích ứng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880C49AB-D9B2-46AA-8B00-62F097279D3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Thành phố đáng sống</a:t>
            </a:r>
          </a:p>
        </p:txBody>
      </p:sp>
      <p:sp>
        <p:nvSpPr>
          <p:cNvPr id="8" name="!!footer">
            <a:extLst xmlns:a="http://schemas.openxmlformats.org/drawingml/2006/main">
              <a:ext uri="{FF2B5EF4-FFF2-40B4-BE49-F238E27FC236}">
                <a16:creationId xmlns:a16="http://schemas.microsoft.com/office/drawing/2014/main" id="{2F630E9B-5CBF-44DD-A74A-196B54A6F0A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324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Đề xuất minh họa</a:t>
            </a:r>
          </a:p>
        </p:txBody>
      </p:sp>
    </p:spTree>
    <p:extLst>
      <p:ext uri="{BB962C8B-B14F-4D97-AF65-F5344CB8AC3E}">
        <p14:creationId val="797727650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community-block">
            <a:extLst xmlns:a="http://schemas.openxmlformats.org/drawingml/2006/main">
              <a:ext uri="{FF2B5EF4-FFF2-40B4-BE49-F238E27FC236}">
                <a16:creationId xmlns:a16="http://schemas.microsoft.com/office/drawing/2014/main" id="{ED8ECCDE-265B-4A89-A99B-78E6FABC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4238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54E7FF"/>
            </a:solidFill>
          </a:ln>
        </p:spPr>
      </p:sp>
      <p:sp>
        <p:nvSpPr>
          <p:cNvPr id="2" name="!!transport-block">
            <a:extLst xmlns:a="http://schemas.openxmlformats.org/drawingml/2006/main">
              <a:ext uri="{FF2B5EF4-FFF2-40B4-BE49-F238E27FC236}">
                <a16:creationId xmlns:a16="http://schemas.microsoft.com/office/drawing/2014/main" id="{7728EF30-9EFC-4E54-B230-8FE0FE0C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238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BAFA64"/>
            </a:solidFill>
          </a:ln>
        </p:spPr>
      </p:sp>
      <p:sp>
        <p:nvSpPr>
          <p:cNvPr id="3" name="!!infrastructure-block">
            <a:extLst xmlns:a="http://schemas.openxmlformats.org/drawingml/2006/main">
              <a:ext uri="{FF2B5EF4-FFF2-40B4-BE49-F238E27FC236}">
                <a16:creationId xmlns:a16="http://schemas.microsoft.com/office/drawing/2014/main" id="{3227A138-F56D-4B53-99F1-40681245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2095500"/>
            <a:ext cx="457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FF659D"/>
            </a:solidFill>
          </a:ln>
        </p:spPr>
      </p:sp>
      <p:sp>
        <p:nvSpPr>
          <p:cNvPr id="4" name="!!community-label">
            <a:extLst xmlns:a="http://schemas.openxmlformats.org/drawingml/2006/main">
              <a:ext uri="{FF2B5EF4-FFF2-40B4-BE49-F238E27FC236}">
                <a16:creationId xmlns:a16="http://schemas.microsoft.com/office/drawing/2014/main" id="{BCC41EC5-FD7A-4B8D-82A4-5DD1CB9E156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495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Không gian</a:t>
            </a:r>
          </a:p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cộng đồng</a:t>
            </a:r>
          </a:p>
        </p:txBody>
      </p:sp>
      <p:sp>
        <p:nvSpPr>
          <p:cNvPr id="5" name="!!transport-label">
            <a:extLst xmlns:a="http://schemas.openxmlformats.org/drawingml/2006/main">
              <a:ext uri="{FF2B5EF4-FFF2-40B4-BE49-F238E27FC236}">
                <a16:creationId xmlns:a16="http://schemas.microsoft.com/office/drawing/2014/main" id="{76F4C522-4488-4C70-8DDB-1724E471874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495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Giao thông</a:t>
            </a:r>
          </a:p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bền vững</a:t>
            </a:r>
          </a:p>
        </p:txBody>
      </p:sp>
      <p:sp>
        <p:nvSpPr>
          <p:cNvPr id="6" name="!!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18CE3974-3676-4904-ABC4-D35846D79A2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590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thích ứng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7A4E70CA-26CD-4165-9612-E103BD4B2B3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Thành phố đáng sống</a:t>
            </a:r>
          </a:p>
        </p:txBody>
      </p:sp>
      <p:sp>
        <p:nvSpPr>
          <p:cNvPr id="8" name="!!footer">
            <a:extLst xmlns:a="http://schemas.openxmlformats.org/drawingml/2006/main">
              <a:ext uri="{FF2B5EF4-FFF2-40B4-BE49-F238E27FC236}">
                <a16:creationId xmlns:a16="http://schemas.microsoft.com/office/drawing/2014/main" id="{5E31AFAA-DEE0-4A8A-857B-CCFD37A073A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324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Đề xuất minh họa</a:t>
            </a:r>
          </a:p>
        </p:txBody>
      </p:sp>
    </p:spTree>
    <p:extLst>
      <p:ext uri="{BB962C8B-B14F-4D97-AF65-F5344CB8AC3E}">
        <p14:creationId val="1468347189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2026-10-04T04:01:42.7120000Z</dcterms:created>
  <dcterms:modified xsi:type="dcterms:W3CDTF">2026-10-04T04:01:42.7120000Z</dcterms:modified>
</coreProperties>
</file>