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bbc7c2e0f4718" /><Relationship Type="http://schemas.openxmlformats.org/officeDocument/2006/relationships/extended-properties" Target="/docProps/app.xml" Id="Rd2d58c61ee6b4d7e" /><Relationship Type="http://schemas.openxmlformats.org/officeDocument/2006/relationships/officeDocument" Target="/ppt/presentation.xml" Id="Rdd450cd969ef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8c2d5d22a4d52"/>
  </p:sldMasterIdLst>
  <p:notesMasterIdLst>
    <p:notesMasterId xmlns:r="http://schemas.openxmlformats.org/officeDocument/2006/relationships" r:id="R3232683e185b48ef"/>
  </p:notesMasterIdLst>
  <p:sldIdLst>
    <p:sldId xmlns:r="http://schemas.openxmlformats.org/officeDocument/2006/relationships" id="256" r:id="R3b81f544fb1d426d"/>
    <p:sldId xmlns:r="http://schemas.openxmlformats.org/officeDocument/2006/relationships" id="257" r:id="Rfb875f1354ce4282"/>
    <p:sldId xmlns:r="http://schemas.openxmlformats.org/officeDocument/2006/relationships" id="258" r:id="R02f9214f17a341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4227b470664baf" /><Relationship Type="http://schemas.openxmlformats.org/officeDocument/2006/relationships/slideMaster" Target="/ppt/slideMasters/slideMaster1.xml" Id="R7fa8c2d5d22a4d52" /><Relationship Type="http://schemas.openxmlformats.org/officeDocument/2006/relationships/notesMaster" Target="/ppt/notesMasters/notesMaster1.xml" Id="R3232683e185b48ef" /><Relationship Type="http://schemas.openxmlformats.org/officeDocument/2006/relationships/presProps" Target="/ppt/presProps.xml" Id="R90bf4875bdb649d0" /><Relationship Type="http://schemas.openxmlformats.org/officeDocument/2006/relationships/tableStyles" Target="/ppt/tableStyles.xml" Id="Re9ebea092089431a" /><Relationship Type="http://schemas.openxmlformats.org/officeDocument/2006/relationships/slide" Target="/ppt/slides/slide1.xml" Id="R3b81f544fb1d426d" /><Relationship Type="http://schemas.openxmlformats.org/officeDocument/2006/relationships/slide" Target="/ppt/slides/slide2.xml" Id="Rfb875f1354ce4282" /><Relationship Type="http://schemas.openxmlformats.org/officeDocument/2006/relationships/slide" Target="/ppt/slides/slide3.xml" Id="R02f9214f17a3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645c0ccc3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46f1584c6545cb" /><Relationship Type="http://schemas.openxmlformats.org/officeDocument/2006/relationships/notesMaster" Target="/ppt/notesMasters/notesMaster1.xml" Id="Rd6b4f63091d7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d3f294c3f408e" /><Relationship Type="http://schemas.openxmlformats.org/officeDocument/2006/relationships/notesMaster" Target="/ppt/notesMasters/notesMaster1.xml" Id="R0916bc9920e149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cc6a6f669b4133" /><Relationship Type="http://schemas.openxmlformats.org/officeDocument/2006/relationships/notesMaster" Target="/ppt/notesMasters/notesMaster1.xml" Id="Rcd0ca3b7b49e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/ TỔNG THỂ.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/ TÁCH LỚP.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/ GHÉP LẠI.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77a24cb7749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3418a7fb94d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160d341a44f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c4a4de98944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24e7866b445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d54d04a1b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19C160-4766-42CF-B71B-B37566A1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A489BB-6F3C-44E3-A75E-F4DF9BC25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2CE3B56-7051-46E0-9E56-5E8C1DB01F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2EB915-8AB4-4BEE-A324-57AE1DA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189183-5AFD-4F67-8241-124FF6F4A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FAF734-2794-4EB1-A4F3-AAFAA5D0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5A4D0C-A33B-47FD-A14E-E89A37E49E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794125-EB46-4AA4-AF70-01A412C7C4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084E7B-5C8E-49FD-B8F8-137BB9B3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D7D6D1-30C7-4390-9C44-A5620EBE5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37C355-72F1-4FA7-B35A-5114E8C13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04C9DD-4FBE-48FF-806B-CBBCAD926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FB0E189-F49D-4CCC-BC73-09F8B335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39EF8F-AD5F-47FF-B3F1-303F0593F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415A72-89CD-4C30-89C4-9C7D1E82E9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fc5d7e5b0f4f37" /><Relationship Type="http://schemas.openxmlformats.org/officeDocument/2006/relationships/slideLayout" Target="/ppt/slideLayouts/slideLayout1.xml" Id="R8b20135c84bf46a9" /><Relationship Type="http://schemas.openxmlformats.org/officeDocument/2006/relationships/slideLayout" Target="/ppt/slideLayouts/slideLayout2.xml" Id="Rcf6453f5dd234280" /><Relationship Type="http://schemas.openxmlformats.org/officeDocument/2006/relationships/slideLayout" Target="/ppt/slideLayouts/slideLayout3.xml" Id="Rda2b52b375a642da" /><Relationship Type="http://schemas.openxmlformats.org/officeDocument/2006/relationships/slideLayout" Target="/ppt/slideLayouts/slideLayout4.xml" Id="R282fec8ca35f46b4" /><Relationship Type="http://schemas.openxmlformats.org/officeDocument/2006/relationships/slideLayout" Target="/ppt/slideLayouts/slideLayout5.xml" Id="R003e1949dc804475" /><Relationship Type="http://schemas.openxmlformats.org/officeDocument/2006/relationships/slideLayout" Target="/ppt/slideLayouts/slideLayout6.xml" Id="R82db5ad46a2a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0135c84bf46a9"/>
    <p:sldLayoutId xmlns:r="http://schemas.openxmlformats.org/officeDocument/2006/relationships" id="2147483650" r:id="Rcf6453f5dd234280"/>
    <p:sldLayoutId xmlns:r="http://schemas.openxmlformats.org/officeDocument/2006/relationships" id="2147483651" r:id="Rda2b52b375a642da"/>
    <p:sldLayoutId xmlns:r="http://schemas.openxmlformats.org/officeDocument/2006/relationships" id="2147483652" r:id="R282fec8ca35f46b4"/>
    <p:sldLayoutId xmlns:r="http://schemas.openxmlformats.org/officeDocument/2006/relationships" id="2147483653" r:id="R003e1949dc804475"/>
    <p:sldLayoutId xmlns:r="http://schemas.openxmlformats.org/officeDocument/2006/relationships" id="2147483654" r:id="R82db5ad46a2a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72ed398d640b8" /><Relationship Type="http://schemas.openxmlformats.org/officeDocument/2006/relationships/notesSlide" Target="/ppt/notesSlides/notesSlide1.xml" Id="R1614ca812d88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a297975c4489c" /><Relationship Type="http://schemas.openxmlformats.org/officeDocument/2006/relationships/notesSlide" Target="/ppt/notesSlides/notesSlide2.xml" Id="R22c032491179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5ff3666214c98" /><Relationship Type="http://schemas.openxmlformats.org/officeDocument/2006/relationships/notesSlide" Target="/ppt/notesSlides/notesSlide3.xml" Id="Ra520026a62294e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55B48CC3-761C-4D5B-B31E-1C42EA2FB16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C402EE13-35DE-4277-AB7B-23B9A2DBB65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4DC204F7-47F9-4D3B-8CDE-0CDE094F264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6E64ABA9-A61C-45C2-BF16-57A71A56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5032F1E1-854E-4831-B8F5-9C8CB14D94D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01 / TỔNG THỂ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F817CFB4-8045-454C-89DA-4C79FCE6CA3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9D89A439-E9FE-4DC1-9FFC-9EB40CA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00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AAB3E0F5-1552-4661-BD47-647F0DC3EA7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45DEC050-32E8-4E0D-ACE0-003DB964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B113284D-C004-48EA-BC31-12B308F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C2BFC80E-D0AF-418E-A313-CE1E8EE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6BB571AB-2EA4-4EE7-9296-D1FCA8C429F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9688A1EE-57DA-4D9C-94A0-D7AE440381F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BE47FAE3-DEB9-4236-8913-49947CCC70B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7AE005DF-31FB-46DD-B2AF-05058E44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933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E473729C-E6F1-46E6-BD16-F12F7A09D78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A86B32EB-C18D-41CB-B05C-5BD213B7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A58C3C58-B10A-445D-A1D9-4331C56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82EBB005-9599-46ED-8583-9BC09F0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D1388444-9D11-48E4-89AE-3343D1866E4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A318235C-EED0-48AD-9DDC-7DFD4FDE62F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7E7BF295-1916-49A4-96BF-A4B633C8C0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0CF78221-5D23-4BF1-8047-BA94DF2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BFB5BB69-99C3-459C-9449-8E067E3F162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97DDF7F7-840B-4FD4-A845-ADBA0B98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E659414C-71F1-4C21-ADA3-FD04DD8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247750CF-14A5-489C-96CB-B7378D8D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E685E973-9AE5-4D7C-B54F-5D43441F74F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7048D9CD-2503-4672-B657-CD48AE9F50C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723867B2-0AFA-4046-8D28-018CB02E806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9AB3803D-0EE0-47B9-81F2-AC19333A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000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A383AB7B-FD80-48B8-AEE5-C35631E529C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381A549C-68EB-43FA-B971-B0F50B73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5614EE4D-6F1E-4812-AE82-B9E0761B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626637E8-B0C8-48DB-9159-E20E225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D2A5A947-0782-4151-A790-3859F1878D9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3405949D-DA39-4C68-AF2E-2029FCF706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D209623B-1ECC-4E5A-B00B-FC8678A05D7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3189C96A-AD8F-44AE-A8F4-B4725EBF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533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1FDA4BDD-13AA-4A7E-B740-2D5BA71C84E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B9EE8052-72AB-41A4-8C0E-0E6660D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C07A3153-1223-46CD-8289-B294D050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2D6319E7-96DF-43F4-A510-6C644B70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37EC40BC-7D37-4912-A400-F37ABA3E69C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2CDAB9DB-B8D6-492F-8FBE-CC2AB7AE577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0691EE98-5ECF-4285-B123-CD8512ABAA5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xmlns:p14="http://schemas.microsoft.com/office/powerpoint/2010/main" val="1033546419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C71F4282-DCE2-4DB1-892F-68739B2F492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97F1BC6A-D996-4558-AE70-6DBEFA5053F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5FA09F8C-BBB6-4D32-9942-90BA04EFE63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81C592BE-7224-4FAB-BAA7-2340FB54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A83542EA-17CF-49EC-9BE0-B5FDAEA25B4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02 / TÁCH LỚP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EC72BEE2-84D0-4FF2-841D-4465D3EED46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4738DD8B-E2CA-4E21-8413-AD9FA97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1790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27CBC7FA-AE6C-4A24-B850-48728B3B573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885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416B1D2F-DC5A-4A32-92CD-FB3824C2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028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8A7A8C03-AAA2-402D-AB03-73A32862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1943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516D0550-A98B-47AB-8E20-0BC0553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1924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D05DAD72-30DB-4581-8591-9939B6A1EF1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C963E6A9-EE01-4B53-A2D7-675242E9A03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5AD93461-D803-42BC-96BA-CB359902CF6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9AE51C6F-7C7F-4E93-A143-CDED210D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628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E485967C-90DA-469B-9426-48CA8A90A69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724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A600FDC8-F753-4E80-8F8D-D9294313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2867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2FA873CE-D127-41CA-AC65-5B3BF32F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2781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CC0C6E9D-2EDF-495A-BEA9-22B150C6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2762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9AAD5C59-8A31-4685-8EF2-E19ABD24473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33D16362-4F1B-4CA2-8C5D-D32AB31358C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CA0F98E0-3266-4680-95CD-AD267066C45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6F9C30EC-B0AC-4C16-8B23-87578BDF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A7695558-B2F9-43ED-9F43-6CA886D9842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85F7966D-5FBE-460F-A3F5-CFF57489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EB973DE3-4820-4E58-B2FC-AD72A6FA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F6C4B6D3-1005-44C4-A918-D80D93A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E220550A-E677-41D2-9853-DFB488A9C9B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30B526C9-4D27-461B-937B-126044AD86E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5A1AC287-55DF-425B-AB5B-7B48BA7B6C7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476491FF-E3F3-48F0-B550-BA006925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305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888D45A0-8545-4D98-ACE4-C48D29098B0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400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9A8F2069-E903-4261-AA8C-780581DE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543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299E704F-866E-4F44-ADD1-47B9382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457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7877D2A1-D670-4A82-B02E-B486B1D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438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821ED0E7-AC42-4DD6-82F5-4B23D6415CD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3DE14003-E0F3-49D5-A064-0EEDE46170C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D58BF062-35BF-417D-8F56-B85E8D281A8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4A7F96B7-6CF1-4498-AF41-A753BE51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5143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C778BC1B-1DB6-4473-A78C-9D763608736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5238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AA3647A2-94E7-4FBC-94FD-B9DF3CA3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381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37A3AA73-D26C-415E-891C-E573F9E4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3832EF49-1589-471B-A02F-A840A2CC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276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5D7AE6B9-A787-4518-A8BA-66CABCDFD9E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170A0F53-CE0D-42B4-B413-FC5C9C80CEC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68652314-B9E8-4FB2-8326-C028312CECA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val="400460263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F19FA6C0-8374-45BE-BFC0-D5228986060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136DD58E-256F-49B0-BA00-65408B1563D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68AB7D59-3682-45D2-8FEF-1979A0964BC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B2D7FC62-26BF-40A3-B539-790A698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30E823D8-62D8-490D-B87E-8AAB8126128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03 / GHÉP LẠI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C3049548-5FBB-4BDE-98E2-A0E93D9BA16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4C6F56D3-D206-4FBD-BB7E-FDAEB16B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00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3E4277ED-C01C-438E-B65D-920D5C41FE6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829C5456-8FD2-48DF-A641-C62979BC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8A89499A-5F91-4761-8272-D3A20FA1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431B0490-28CC-461B-8E9E-1C39291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0A15859E-C9F4-428E-9425-8303040AEAA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901E1D18-3011-49B2-B2B5-9B87FB3E925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EB837F78-F7DF-4CCA-AC2D-19885F12EBB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943477F6-52E4-4371-B43B-4CACEE3F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933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3CA9AD2B-8E39-4D0A-BDB8-0186DB7070E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B8E18A0C-D03A-42B1-B0BD-61EA5EA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1C91CA13-5EEC-4390-BED4-5C53A13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A95C91FB-18B5-4866-AB66-70A98821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B82726B2-EBDD-41C2-AB7C-1E9A963CD84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8EDB22D5-4D7E-4E50-9EF1-F7DB22F0B2D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1B421460-E5B4-45EE-9493-9283E47F134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51F0BCE2-47FE-4F47-9669-B96DBB3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CB948003-45DF-41E4-BEDB-4CFDB92A500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40799AF7-263C-42E5-8330-A55D451E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92EEE0D4-9239-4562-BB27-7A7A210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26D9D5CA-4774-4D9B-B007-9E576E13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57AABFB2-3FF9-4497-A71A-5E4FA4AB3A9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4CEC51B9-7998-4258-9FCC-5D3F8C2D5FB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6C4DADDE-6037-473C-97CB-2CEA8F3EB3D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87D292D3-DA4F-47D4-B52C-EF8B284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000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94CFEF07-DCCA-42AA-A1B0-6E7D04057F5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496ED93F-DD66-455D-948F-CBD9CC8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6B6E8A20-5510-46EA-8237-99A59252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D435CFC1-9D55-4A28-90CC-BCF0315F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F3DB7855-05B6-4BA3-B6D0-477F1499C66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D1FF5D20-04AE-48E9-AA5D-1A641EC2C47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29D64433-9DE4-4A49-83C9-6495F5A3173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D348E083-620F-4FE7-81D5-712C76F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533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CA15168B-88B3-47B1-8DE9-ED33E5B7466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B341BDE5-7E15-4276-B025-B8ED003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E98A4079-B3DA-4FDE-A6AF-78759FC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79E7E960-4350-42F4-BCA2-F6555AC5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625DAC26-8B0B-43D0-9805-0A12CE498C5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BC9F30E7-C451-446A-9749-01BF75FB01B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99FE7635-D032-4D15-A82F-5911847E462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val="285240694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2026-10-04T09:10:12.5090000Z</dcterms:created>
  <dcterms:modified xsi:type="dcterms:W3CDTF">2026-10-04T09:10:12.5090000Z</dcterms:modified>
</coreProperties>
</file>