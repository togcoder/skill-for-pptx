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d7e2bbf5c942ab" /><Relationship Type="http://schemas.openxmlformats.org/officeDocument/2006/relationships/extended-properties" Target="/docProps/app.xml" Id="R817d045390734569" /><Relationship Type="http://schemas.openxmlformats.org/officeDocument/2006/relationships/officeDocument" Target="/ppt/presentation.xml" Id="Rdea57c54d1c44e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0295d781304c73"/>
  </p:sldMasterIdLst>
  <p:notesMasterIdLst>
    <p:notesMasterId xmlns:r="http://schemas.openxmlformats.org/officeDocument/2006/relationships" r:id="R729f44f2f44a437d"/>
  </p:notesMasterIdLst>
  <p:sldIdLst>
    <p:sldId xmlns:r="http://schemas.openxmlformats.org/officeDocument/2006/relationships" id="256" r:id="Rb652571a52b44aad"/>
    <p:sldId xmlns:r="http://schemas.openxmlformats.org/officeDocument/2006/relationships" id="257" r:id="R8f059012e58d446a"/>
    <p:sldId xmlns:r="http://schemas.openxmlformats.org/officeDocument/2006/relationships" id="258" r:id="R93a5d52d1b384c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2ccd3423c34c43" /><Relationship Type="http://schemas.openxmlformats.org/officeDocument/2006/relationships/slideMaster" Target="/ppt/slideMasters/slideMaster1.xml" Id="Ra70295d781304c73" /><Relationship Type="http://schemas.openxmlformats.org/officeDocument/2006/relationships/notesMaster" Target="/ppt/notesMasters/notesMaster1.xml" Id="R729f44f2f44a437d" /><Relationship Type="http://schemas.openxmlformats.org/officeDocument/2006/relationships/presProps" Target="/ppt/presProps.xml" Id="Rf18110fc07584e75" /><Relationship Type="http://schemas.openxmlformats.org/officeDocument/2006/relationships/tableStyles" Target="/ppt/tableStyles.xml" Id="Rab6d6907e5dc433a" /><Relationship Type="http://schemas.openxmlformats.org/officeDocument/2006/relationships/slide" Target="/ppt/slides/slide1.xml" Id="Rb652571a52b44aad" /><Relationship Type="http://schemas.openxmlformats.org/officeDocument/2006/relationships/slide" Target="/ppt/slides/slide2.xml" Id="R8f059012e58d446a" /><Relationship Type="http://schemas.openxmlformats.org/officeDocument/2006/relationships/slide" Target="/ppt/slides/slide3.xml" Id="R93a5d52d1b384c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9b242381bd40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1b5e71b7144b39" /><Relationship Type="http://schemas.openxmlformats.org/officeDocument/2006/relationships/notesMaster" Target="/ppt/notesMasters/notesMaster1.xml" Id="R2a061c985b6846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24bef4ec8842c4" /><Relationship Type="http://schemas.openxmlformats.org/officeDocument/2006/relationships/notesMaster" Target="/ppt/notesMasters/notesMaster1.xml" Id="R42f5b4f626ee4e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695c5c48de4b70" /><Relationship Type="http://schemas.openxmlformats.org/officeDocument/2006/relationships/notesMaster" Target="/ppt/notesMasters/notesMaster1.xml" Id="Ra5898dd0b70147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Bốn hình tròn tụ quanh cùng một tâm; màu sắc và từ khóa xác lập danh tính xuyên cảnh.</a:t>
            </a:r>
          </a:p>
          <a:p xmlns:a="http://schemas.openxmlformats.org/drawingml/2006/main">
            <a:r>
              <a:t>Reference mechanism: https://powerpointschool.com/free-animated-powerpoint-presentation-template/</a:t>
            </a:r>
          </a:p>
          <a:p xmlns:a="http://schemas.openxmlformats.org/drawingml/2006/main">
            <a:r>
              <a:t>Original synthetic motion study. Native PowerPoint playback has not been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Cụm mở thành bốn mô-đun riêng trên hai cao độ. Thứ tự trái sang phải Imagine, Make, Share, Evolve được giữ để giảm nguy cơ giao cắt.</a:t>
            </a:r>
          </a:p>
          <a:p xmlns:a="http://schemas.openxmlformats.org/drawingml/2006/main">
            <a:r>
              <a:t>Reference mechanism: https://powerpointschool.com/free-animated-powerpoint-presentation-template/</a:t>
            </a:r>
          </a:p>
          <a:p xmlns:a="http://schemas.openxmlformats.org/drawingml/2006/main">
            <a:r>
              <a:t>Original synthetic motion study. Native PowerPoint playback has not been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Bốn mô-đun cùng về một hàng, nối thành hành trình Imagine → Make → Share → Evolve; tâm chung trở thành điểm giữa đường nối.</a:t>
            </a:r>
          </a:p>
          <a:p xmlns:a="http://schemas.openxmlformats.org/drawingml/2006/main">
            <a:r>
              <a:t>Reference mechanism: https://powerpointschool.com/free-animated-powerpoint-presentation-template/</a:t>
            </a:r>
          </a:p>
          <a:p xmlns:a="http://schemas.openxmlformats.org/drawingml/2006/main">
            <a:r>
              <a:t>Original synthetic motion study. Native PowerPoint playback has not been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1e373954d945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d25c8dfabd4f1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e597f264eb41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ca1f4c5e7b4b9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65c26e2ea440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7f79ee0ac440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CC3F6CD-78AA-493C-92E3-8060D860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F04DA2-DE69-4BE4-9484-8507F8823B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AEC6DA4-8EB1-4903-81C7-694C40FC19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962CF27-2684-4F43-A826-660DDE2B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DA87358-F347-4727-92AF-6CE1D28F53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9544611-FFB7-4273-B52A-6D9035EC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069E523-C47A-4404-9154-A7A29171A7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EEE832E-347F-49A0-899F-CED1BEE0E4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E5C28F6-B9AF-409F-A619-5944E214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B22BA76-D5E6-4A14-A2B9-6895DE55F1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79A340-8B06-4200-A193-BE8E1717E5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771787F-67CD-4E78-A315-73C4B120830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9DE8AA5-F512-486B-8B17-EACD9B18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7C0EFFB-4171-4015-9692-B2D385CB31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F7302D-3B77-4053-B583-BC822E3527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fe34eca4584fe8" /><Relationship Type="http://schemas.openxmlformats.org/officeDocument/2006/relationships/slideLayout" Target="/ppt/slideLayouts/slideLayout1.xml" Id="Rcaa98b113a234322" /><Relationship Type="http://schemas.openxmlformats.org/officeDocument/2006/relationships/slideLayout" Target="/ppt/slideLayouts/slideLayout2.xml" Id="R21797a5c3f0b4461" /><Relationship Type="http://schemas.openxmlformats.org/officeDocument/2006/relationships/slideLayout" Target="/ppt/slideLayouts/slideLayout3.xml" Id="R1d3a4d1b9dd64d12" /><Relationship Type="http://schemas.openxmlformats.org/officeDocument/2006/relationships/slideLayout" Target="/ppt/slideLayouts/slideLayout4.xml" Id="R8a4f39ff654f464b" /><Relationship Type="http://schemas.openxmlformats.org/officeDocument/2006/relationships/slideLayout" Target="/ppt/slideLayouts/slideLayout5.xml" Id="R3c00c42fc0534233" /><Relationship Type="http://schemas.openxmlformats.org/officeDocument/2006/relationships/slideLayout" Target="/ppt/slideLayouts/slideLayout6.xml" Id="Re1c2b06d3fd740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a98b113a234322"/>
    <p:sldLayoutId xmlns:r="http://schemas.openxmlformats.org/officeDocument/2006/relationships" id="2147483650" r:id="R21797a5c3f0b4461"/>
    <p:sldLayoutId xmlns:r="http://schemas.openxmlformats.org/officeDocument/2006/relationships" id="2147483651" r:id="R1d3a4d1b9dd64d12"/>
    <p:sldLayoutId xmlns:r="http://schemas.openxmlformats.org/officeDocument/2006/relationships" id="2147483652" r:id="R8a4f39ff654f464b"/>
    <p:sldLayoutId xmlns:r="http://schemas.openxmlformats.org/officeDocument/2006/relationships" id="2147483653" r:id="R3c00c42fc0534233"/>
    <p:sldLayoutId xmlns:r="http://schemas.openxmlformats.org/officeDocument/2006/relationships" id="2147483654" r:id="Re1c2b06d3fd740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c537147e5340da" /><Relationship Type="http://schemas.openxmlformats.org/officeDocument/2006/relationships/notesSlide" Target="/ppt/notesSlides/notesSlide1.xml" Id="R961d5b41460d47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7ea13dceac4f42" /><Relationship Type="http://schemas.openxmlformats.org/officeDocument/2006/relationships/notesSlide" Target="/ppt/notesSlides/notesSlide2.xml" Id="R38de9e35ae8745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7fc985ea64469b" /><Relationship Type="http://schemas.openxmlformats.org/officeDocument/2006/relationships/notesSlide" Target="/ppt/notesSlides/notesSlide3.xml" Id="R296bb431f44e4d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!!canvas-background">
            <a:extLst xmlns:a="http://schemas.openxmlformats.org/drawingml/2006/main">
              <a:ext uri="{FF2B5EF4-FFF2-40B4-BE49-F238E27FC236}">
                <a16:creationId xmlns:a16="http://schemas.microsoft.com/office/drawing/2014/main" id="{1F1E6E40-4837-429B-87C9-8779D268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419"/>
          </a:solidFill>
          <a:ln xmlns:a="http://schemas.openxmlformats.org/drawingml/2006/main" w="0">
            <a:noFill/>
          </a:ln>
        </p:spPr>
      </p:sp>
      <p:sp>
        <p:nvSpPr>
          <p:cNvPr id="2" name="!!journey-rail">
            <a:extLst xmlns:a="http://schemas.openxmlformats.org/drawingml/2006/main">
              <a:ext uri="{FF2B5EF4-FFF2-40B4-BE49-F238E27FC236}">
                <a16:creationId xmlns:a16="http://schemas.microsoft.com/office/drawing/2014/main" id="{90211C0E-E9C3-430E-B96B-EF0D9A1D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1052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0">
            <a:noFill/>
          </a:ln>
        </p:spPr>
      </p:sp>
      <p:sp>
        <p:nvSpPr>
          <p:cNvPr id="3" name="!!imagine-circle">
            <a:extLst xmlns:a="http://schemas.openxmlformats.org/drawingml/2006/main">
              <a:ext uri="{FF2B5EF4-FFF2-40B4-BE49-F238E27FC236}">
                <a16:creationId xmlns:a16="http://schemas.microsoft.com/office/drawing/2014/main" id="{9F6F1067-2ADE-4337-9DBF-A59CD434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8075" y="2333625"/>
            <a:ext cx="2133600" cy="213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91FF"/>
          </a:solidFill>
          <a:ln xmlns:a="http://schemas.openxmlformats.org/drawingml/2006/main" w="0">
            <a:noFill/>
          </a:ln>
        </p:spPr>
      </p:sp>
      <p:sp>
        <p:nvSpPr>
          <p:cNvPr id="4" name="!!make-circle">
            <a:extLst xmlns:a="http://schemas.openxmlformats.org/drawingml/2006/main">
              <a:ext uri="{FF2B5EF4-FFF2-40B4-BE49-F238E27FC236}">
                <a16:creationId xmlns:a16="http://schemas.microsoft.com/office/drawing/2014/main" id="{F1FD4CE5-06E0-4DBB-BE5E-DEB6A83E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4825" y="3762375"/>
            <a:ext cx="2133600" cy="213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65"/>
          </a:solidFill>
          <a:ln xmlns:a="http://schemas.openxmlformats.org/drawingml/2006/main" w="0">
            <a:noFill/>
          </a:ln>
        </p:spPr>
      </p:sp>
      <p:sp>
        <p:nvSpPr>
          <p:cNvPr id="5" name="!!share-circle">
            <a:extLst xmlns:a="http://schemas.openxmlformats.org/drawingml/2006/main">
              <a:ext uri="{FF2B5EF4-FFF2-40B4-BE49-F238E27FC236}">
                <a16:creationId xmlns:a16="http://schemas.microsoft.com/office/drawing/2014/main" id="{E2B93EB5-9AA6-4083-AD42-D044CDA6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3575" y="2333625"/>
            <a:ext cx="2133600" cy="213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DCD2"/>
          </a:solidFill>
          <a:ln xmlns:a="http://schemas.openxmlformats.org/drawingml/2006/main" w="0">
            <a:noFill/>
          </a:ln>
        </p:spPr>
      </p:sp>
      <p:sp>
        <p:nvSpPr>
          <p:cNvPr id="6" name="!!evolve-circle">
            <a:extLst xmlns:a="http://schemas.openxmlformats.org/drawingml/2006/main">
              <a:ext uri="{FF2B5EF4-FFF2-40B4-BE49-F238E27FC236}">
                <a16:creationId xmlns:a16="http://schemas.microsoft.com/office/drawing/2014/main" id="{1681DFCC-792E-4217-B86B-DD86D4E5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0325" y="3762375"/>
            <a:ext cx="2133600" cy="213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77D"/>
          </a:solidFill>
          <a:ln xmlns:a="http://schemas.openxmlformats.org/drawingml/2006/main" w="0">
            <a:noFill/>
          </a:ln>
        </p:spPr>
      </p:sp>
      <p:sp>
        <p:nvSpPr>
          <p:cNvPr id="7" name="!!shared-center">
            <a:extLst xmlns:a="http://schemas.openxmlformats.org/drawingml/2006/main">
              <a:ext uri="{FF2B5EF4-FFF2-40B4-BE49-F238E27FC236}">
                <a16:creationId xmlns:a16="http://schemas.microsoft.com/office/drawing/2014/main" id="{0AAB7C10-AB63-4514-B7F5-3A31B597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4076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0">
            <a:noFill/>
          </a:ln>
        </p:spPr>
      </p:sp>
      <p:sp>
        <p:nvSpPr>
          <p:cNvPr id="8" name="!!imagine-label">
            <a:extLst xmlns:a="http://schemas.openxmlformats.org/drawingml/2006/main">
              <a:ext uri="{FF2B5EF4-FFF2-40B4-BE49-F238E27FC236}">
                <a16:creationId xmlns:a16="http://schemas.microsoft.com/office/drawing/2014/main" id="{A50EA0BC-32D2-470F-A88D-D66A8674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3325" y="3133725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rPr>
              <a:t>Imagine</a:t>
            </a:r>
          </a:p>
        </p:txBody>
      </p:sp>
      <p:sp>
        <p:nvSpPr>
          <p:cNvPr id="9" name="!!make-label">
            <a:extLst xmlns:a="http://schemas.openxmlformats.org/drawingml/2006/main">
              <a:ext uri="{FF2B5EF4-FFF2-40B4-BE49-F238E27FC236}">
                <a16:creationId xmlns:a16="http://schemas.microsoft.com/office/drawing/2014/main" id="{16D000ED-DCF0-4FE9-B3C4-018A48D5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0075" y="4562475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rPr>
              <a:t>Make</a:t>
            </a:r>
          </a:p>
        </p:txBody>
      </p:sp>
      <p:sp>
        <p:nvSpPr>
          <p:cNvPr id="10" name="!!share-label">
            <a:extLst xmlns:a="http://schemas.openxmlformats.org/drawingml/2006/main">
              <a:ext uri="{FF2B5EF4-FFF2-40B4-BE49-F238E27FC236}">
                <a16:creationId xmlns:a16="http://schemas.microsoft.com/office/drawing/2014/main" id="{03B3C519-28DD-4D3A-AAB3-07962D25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825" y="3133725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rPr>
              <a:t>Share</a:t>
            </a:r>
          </a:p>
        </p:txBody>
      </p:sp>
      <p:sp>
        <p:nvSpPr>
          <p:cNvPr id="11" name="!!evolve-label">
            <a:extLst xmlns:a="http://schemas.openxmlformats.org/drawingml/2006/main">
              <a:ext uri="{FF2B5EF4-FFF2-40B4-BE49-F238E27FC236}">
                <a16:creationId xmlns:a16="http://schemas.microsoft.com/office/drawing/2014/main" id="{5BA5C53F-A08C-4D2D-B4F3-93F4E5D7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5575" y="4562475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rPr>
              <a:t>Evolve</a:t>
            </a:r>
          </a:p>
        </p:txBody>
      </p:sp>
      <p:sp>
        <p:nvSpPr>
          <p:cNvPr id="12" name="!!exhibition-kicker">
            <a:extLst xmlns:a="http://schemas.openxmlformats.org/drawingml/2006/main">
              <a:ext uri="{FF2B5EF4-FFF2-40B4-BE49-F238E27FC236}">
                <a16:creationId xmlns:a16="http://schemas.microsoft.com/office/drawing/2014/main" id="{359384FE-317B-46ED-8D06-59BD274F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EF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3EFE7"/>
                </a:solidFill>
                <a:latin typeface="Bitstream Charter"/>
                <a:ea typeface="Bitstream Charter"/>
                <a:cs typeface="Bitstream Charter"/>
              </a:rPr>
              <a:t>CREATIVE EXHIBITION</a:t>
            </a:r>
          </a:p>
        </p:txBody>
      </p:sp>
      <p:sp>
        <p:nvSpPr>
          <p:cNvPr id="13" name="!!exhibition-title">
            <a:extLst xmlns:a="http://schemas.openxmlformats.org/drawingml/2006/main">
              <a:ext uri="{FF2B5EF4-FFF2-40B4-BE49-F238E27FC236}">
                <a16:creationId xmlns:a16="http://schemas.microsoft.com/office/drawing/2014/main" id="{6D028D16-27AE-4490-BD1B-2015E740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8953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3EF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800" b="1">
                <a:solidFill>
                  <a:srgbClr val="F3EFE7"/>
                </a:solidFill>
                <a:latin typeface="Bitstream Charter"/>
                <a:ea typeface="Bitstream Charter"/>
                <a:cs typeface="Bitstream Charter"/>
              </a:rPr>
              <a:t>Create, together.</a:t>
            </a:r>
          </a:p>
        </p:txBody>
      </p:sp>
    </p:spTree>
    <p:extLst>
      <p:ext uri="{BB962C8B-B14F-4D97-AF65-F5344CB8AC3E}">
        <p14:creationId xmlns:p14="http://schemas.microsoft.com/office/powerpoint/2010/main" val="1551500157"/>
      </p:ext>
    </p:extLst>
  </p:cSld>
</p:sld>
</file>

<file path=ppt/slides/slide2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!!canvas-background">
            <a:extLst xmlns:a="http://schemas.openxmlformats.org/drawingml/2006/main">
              <a:ext uri="{FF2B5EF4-FFF2-40B4-BE49-F238E27FC236}">
                <a16:creationId xmlns:a16="http://schemas.microsoft.com/office/drawing/2014/main" id="{9104C8FA-4847-4EA6-A329-DF24E328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419"/>
          </a:solidFill>
          <a:ln xmlns:a="http://schemas.openxmlformats.org/drawingml/2006/main" w="0">
            <a:noFill/>
          </a:ln>
        </p:spPr>
      </p:sp>
      <p:sp>
        <p:nvSpPr>
          <p:cNvPr id="2" name="!!journey-rail">
            <a:extLst xmlns:a="http://schemas.openxmlformats.org/drawingml/2006/main">
              <a:ext uri="{FF2B5EF4-FFF2-40B4-BE49-F238E27FC236}">
                <a16:creationId xmlns:a16="http://schemas.microsoft.com/office/drawing/2014/main" id="{A078FB94-F8E1-43A5-B2E7-A0A7F95E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1052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0">
            <a:noFill/>
          </a:ln>
        </p:spPr>
      </p:sp>
      <p:sp>
        <p:nvSpPr>
          <p:cNvPr id="3" name="!!imagine-circle">
            <a:extLst xmlns:a="http://schemas.openxmlformats.org/drawingml/2006/main">
              <a:ext uri="{FF2B5EF4-FFF2-40B4-BE49-F238E27FC236}">
                <a16:creationId xmlns:a16="http://schemas.microsoft.com/office/drawing/2014/main" id="{D4488244-8494-4206-846D-971BC028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209800"/>
            <a:ext cx="2209800" cy="2209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91FF"/>
          </a:solidFill>
          <a:ln xmlns:a="http://schemas.openxmlformats.org/drawingml/2006/main" w="0">
            <a:noFill/>
          </a:ln>
        </p:spPr>
      </p:sp>
      <p:sp>
        <p:nvSpPr>
          <p:cNvPr id="4" name="!!make-circle">
            <a:extLst xmlns:a="http://schemas.openxmlformats.org/drawingml/2006/main">
              <a:ext uri="{FF2B5EF4-FFF2-40B4-BE49-F238E27FC236}">
                <a16:creationId xmlns:a16="http://schemas.microsoft.com/office/drawing/2014/main" id="{656C73D1-6E54-481E-8197-AD16083F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600" y="3810000"/>
            <a:ext cx="2209800" cy="2209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65"/>
          </a:solidFill>
          <a:ln xmlns:a="http://schemas.openxmlformats.org/drawingml/2006/main" w="0">
            <a:noFill/>
          </a:ln>
        </p:spPr>
      </p:sp>
      <p:sp>
        <p:nvSpPr>
          <p:cNvPr id="5" name="!!share-circle">
            <a:extLst xmlns:a="http://schemas.openxmlformats.org/drawingml/2006/main">
              <a:ext uri="{FF2B5EF4-FFF2-40B4-BE49-F238E27FC236}">
                <a16:creationId xmlns:a16="http://schemas.microsoft.com/office/drawing/2014/main" id="{FF24DED2-222A-45CD-B8D5-82195830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2209800"/>
            <a:ext cx="2209800" cy="2209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DCD2"/>
          </a:solidFill>
          <a:ln xmlns:a="http://schemas.openxmlformats.org/drawingml/2006/main" w="0">
            <a:noFill/>
          </a:ln>
        </p:spPr>
      </p:sp>
      <p:sp>
        <p:nvSpPr>
          <p:cNvPr id="6" name="!!evolve-circle">
            <a:extLst xmlns:a="http://schemas.openxmlformats.org/drawingml/2006/main">
              <a:ext uri="{FF2B5EF4-FFF2-40B4-BE49-F238E27FC236}">
                <a16:creationId xmlns:a16="http://schemas.microsoft.com/office/drawing/2014/main" id="{15C3CB71-6B89-4AEB-863C-7A0FAE04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3810000"/>
            <a:ext cx="2209800" cy="2209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77D"/>
          </a:solidFill>
          <a:ln xmlns:a="http://schemas.openxmlformats.org/drawingml/2006/main" w="0">
            <a:noFill/>
          </a:ln>
        </p:spPr>
      </p:sp>
      <p:sp>
        <p:nvSpPr>
          <p:cNvPr id="7" name="!!shared-center">
            <a:extLst xmlns:a="http://schemas.openxmlformats.org/drawingml/2006/main">
              <a:ext uri="{FF2B5EF4-FFF2-40B4-BE49-F238E27FC236}">
                <a16:creationId xmlns:a16="http://schemas.microsoft.com/office/drawing/2014/main" id="{D5239B8A-1C65-4CC3-AF80-50EE1678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4076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0">
            <a:noFill/>
          </a:ln>
        </p:spPr>
      </p:sp>
      <p:sp>
        <p:nvSpPr>
          <p:cNvPr id="8" name="!!imagine-label">
            <a:extLst xmlns:a="http://schemas.openxmlformats.org/drawingml/2006/main">
              <a:ext uri="{FF2B5EF4-FFF2-40B4-BE49-F238E27FC236}">
                <a16:creationId xmlns:a16="http://schemas.microsoft.com/office/drawing/2014/main" id="{81BE1972-D9CB-4C59-9C0F-82E3B12B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3048000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rPr>
              <a:t>Imagine</a:t>
            </a:r>
          </a:p>
        </p:txBody>
      </p:sp>
      <p:sp>
        <p:nvSpPr>
          <p:cNvPr id="9" name="!!make-label">
            <a:extLst xmlns:a="http://schemas.openxmlformats.org/drawingml/2006/main">
              <a:ext uri="{FF2B5EF4-FFF2-40B4-BE49-F238E27FC236}">
                <a16:creationId xmlns:a16="http://schemas.microsoft.com/office/drawing/2014/main" id="{DD466BF6-9EAA-494F-A6B0-027D2D27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950" y="4648200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rPr>
              <a:t>Make</a:t>
            </a:r>
          </a:p>
        </p:txBody>
      </p:sp>
      <p:sp>
        <p:nvSpPr>
          <p:cNvPr id="10" name="!!share-label">
            <a:extLst xmlns:a="http://schemas.openxmlformats.org/drawingml/2006/main">
              <a:ext uri="{FF2B5EF4-FFF2-40B4-BE49-F238E27FC236}">
                <a16:creationId xmlns:a16="http://schemas.microsoft.com/office/drawing/2014/main" id="{C61D0216-74FE-45A5-9DC5-B048D315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3048000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rPr>
              <a:t>Share</a:t>
            </a:r>
          </a:p>
        </p:txBody>
      </p:sp>
      <p:sp>
        <p:nvSpPr>
          <p:cNvPr id="11" name="!!evolve-label">
            <a:extLst xmlns:a="http://schemas.openxmlformats.org/drawingml/2006/main">
              <a:ext uri="{FF2B5EF4-FFF2-40B4-BE49-F238E27FC236}">
                <a16:creationId xmlns:a16="http://schemas.microsoft.com/office/drawing/2014/main" id="{E4F50F7F-A791-480F-B81A-F21A7A1D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4648200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rPr>
              <a:t>Evolve</a:t>
            </a:r>
          </a:p>
        </p:txBody>
      </p:sp>
      <p:sp>
        <p:nvSpPr>
          <p:cNvPr id="12" name="!!exhibition-kicker">
            <a:extLst xmlns:a="http://schemas.openxmlformats.org/drawingml/2006/main">
              <a:ext uri="{FF2B5EF4-FFF2-40B4-BE49-F238E27FC236}">
                <a16:creationId xmlns:a16="http://schemas.microsoft.com/office/drawing/2014/main" id="{F8F67D82-D53E-4E0C-BA83-365C571B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EF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3EFE7"/>
                </a:solidFill>
                <a:latin typeface="Bitstream Charter"/>
                <a:ea typeface="Bitstream Charter"/>
                <a:cs typeface="Bitstream Charter"/>
              </a:rPr>
              <a:t>CREATIVE EXHIBITION</a:t>
            </a:r>
          </a:p>
        </p:txBody>
      </p:sp>
      <p:sp>
        <p:nvSpPr>
          <p:cNvPr id="13" name="!!exhibition-title">
            <a:extLst xmlns:a="http://schemas.openxmlformats.org/drawingml/2006/main">
              <a:ext uri="{FF2B5EF4-FFF2-40B4-BE49-F238E27FC236}">
                <a16:creationId xmlns:a16="http://schemas.microsoft.com/office/drawing/2014/main" id="{67AA70A0-E171-4486-B221-5C89DB5B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8953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3EF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800" b="1">
                <a:solidFill>
                  <a:srgbClr val="F3EFE7"/>
                </a:solidFill>
                <a:latin typeface="Bitstream Charter"/>
                <a:ea typeface="Bitstream Charter"/>
                <a:cs typeface="Bitstream Charter"/>
              </a:rPr>
              <a:t>Create, together.</a:t>
            </a:r>
          </a:p>
        </p:txBody>
      </p:sp>
    </p:spTree>
    <p:extLst>
      <p:ext uri="{BB962C8B-B14F-4D97-AF65-F5344CB8AC3E}">
        <p14:creationId val="450973706"/>
      </p:ext>
    </p:extLst>
  </p:cSld>
  <mc:AlternateContent>
    <mc:Choice Requires="p159 p14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!!canvas-background">
            <a:extLst xmlns:a="http://schemas.openxmlformats.org/drawingml/2006/main">
              <a:ext uri="{FF2B5EF4-FFF2-40B4-BE49-F238E27FC236}">
                <a16:creationId xmlns:a16="http://schemas.microsoft.com/office/drawing/2014/main" id="{D9DE56CC-5DAF-434D-9180-ADDF7D7C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419"/>
          </a:solidFill>
          <a:ln xmlns:a="http://schemas.openxmlformats.org/drawingml/2006/main" w="0">
            <a:noFill/>
          </a:ln>
        </p:spPr>
      </p:sp>
      <p:sp>
        <p:nvSpPr>
          <p:cNvPr id="2" name="!!journey-rail">
            <a:extLst xmlns:a="http://schemas.openxmlformats.org/drawingml/2006/main">
              <a:ext uri="{FF2B5EF4-FFF2-40B4-BE49-F238E27FC236}">
                <a16:creationId xmlns:a16="http://schemas.microsoft.com/office/drawing/2014/main" id="{7B6647E6-DE53-4366-A20B-F41B17C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4105275"/>
            <a:ext cx="975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0">
            <a:noFill/>
          </a:ln>
        </p:spPr>
      </p:sp>
      <p:sp>
        <p:nvSpPr>
          <p:cNvPr id="3" name="!!imagine-circle">
            <a:extLst xmlns:a="http://schemas.openxmlformats.org/drawingml/2006/main">
              <a:ext uri="{FF2B5EF4-FFF2-40B4-BE49-F238E27FC236}">
                <a16:creationId xmlns:a16="http://schemas.microsoft.com/office/drawing/2014/main" id="{D2094832-838F-4B59-BCAC-BE869B17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086100"/>
            <a:ext cx="2057400" cy="2057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91FF"/>
          </a:solidFill>
          <a:ln xmlns:a="http://schemas.openxmlformats.org/drawingml/2006/main" w="0">
            <a:noFill/>
          </a:ln>
        </p:spPr>
      </p:sp>
      <p:sp>
        <p:nvSpPr>
          <p:cNvPr id="4" name="!!make-circle">
            <a:extLst xmlns:a="http://schemas.openxmlformats.org/drawingml/2006/main">
              <a:ext uri="{FF2B5EF4-FFF2-40B4-BE49-F238E27FC236}">
                <a16:creationId xmlns:a16="http://schemas.microsoft.com/office/drawing/2014/main" id="{99B23DC7-A5E7-4CF1-9E65-24138FE2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3086100"/>
            <a:ext cx="2057400" cy="2057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65"/>
          </a:solidFill>
          <a:ln xmlns:a="http://schemas.openxmlformats.org/drawingml/2006/main" w="0">
            <a:noFill/>
          </a:ln>
        </p:spPr>
      </p:sp>
      <p:sp>
        <p:nvSpPr>
          <p:cNvPr id="5" name="!!share-circle">
            <a:extLst xmlns:a="http://schemas.openxmlformats.org/drawingml/2006/main">
              <a:ext uri="{FF2B5EF4-FFF2-40B4-BE49-F238E27FC236}">
                <a16:creationId xmlns:a16="http://schemas.microsoft.com/office/drawing/2014/main" id="{CEE25DD6-3375-4252-9315-011E62B6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3086100"/>
            <a:ext cx="2057400" cy="2057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DCD2"/>
          </a:solidFill>
          <a:ln xmlns:a="http://schemas.openxmlformats.org/drawingml/2006/main" w="0">
            <a:noFill/>
          </a:ln>
        </p:spPr>
      </p:sp>
      <p:sp>
        <p:nvSpPr>
          <p:cNvPr id="6" name="!!evolve-circle">
            <a:extLst xmlns:a="http://schemas.openxmlformats.org/drawingml/2006/main">
              <a:ext uri="{FF2B5EF4-FFF2-40B4-BE49-F238E27FC236}">
                <a16:creationId xmlns:a16="http://schemas.microsoft.com/office/drawing/2014/main" id="{0AA8D717-04E3-48D9-BDDB-6BB815D2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7800" y="3086100"/>
            <a:ext cx="2057400" cy="2057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77D"/>
          </a:solidFill>
          <a:ln xmlns:a="http://schemas.openxmlformats.org/drawingml/2006/main" w="0">
            <a:noFill/>
          </a:ln>
        </p:spPr>
      </p:sp>
      <p:sp>
        <p:nvSpPr>
          <p:cNvPr id="7" name="!!shared-center">
            <a:extLst xmlns:a="http://schemas.openxmlformats.org/drawingml/2006/main">
              <a:ext uri="{FF2B5EF4-FFF2-40B4-BE49-F238E27FC236}">
                <a16:creationId xmlns:a16="http://schemas.microsoft.com/office/drawing/2014/main" id="{54026C0D-362C-455E-A41E-96F17C16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4076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7"/>
          </a:solidFill>
          <a:ln xmlns:a="http://schemas.openxmlformats.org/drawingml/2006/main" w="0">
            <a:noFill/>
          </a:ln>
        </p:spPr>
      </p:sp>
      <p:sp>
        <p:nvSpPr>
          <p:cNvPr id="8" name="!!imagine-label">
            <a:extLst xmlns:a="http://schemas.openxmlformats.org/drawingml/2006/main">
              <a:ext uri="{FF2B5EF4-FFF2-40B4-BE49-F238E27FC236}">
                <a16:creationId xmlns:a16="http://schemas.microsoft.com/office/drawing/2014/main" id="{DA17D78E-B07D-4B32-A1A6-DA012643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3848100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rPr>
              <a:t>Imagine</a:t>
            </a:r>
          </a:p>
        </p:txBody>
      </p:sp>
      <p:sp>
        <p:nvSpPr>
          <p:cNvPr id="9" name="!!make-label">
            <a:extLst xmlns:a="http://schemas.openxmlformats.org/drawingml/2006/main">
              <a:ext uri="{FF2B5EF4-FFF2-40B4-BE49-F238E27FC236}">
                <a16:creationId xmlns:a16="http://schemas.microsoft.com/office/drawing/2014/main" id="{3E027DB6-E986-4973-A76B-40FC9CF7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950" y="3848100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rPr>
              <a:t>Make</a:t>
            </a:r>
          </a:p>
        </p:txBody>
      </p:sp>
      <p:sp>
        <p:nvSpPr>
          <p:cNvPr id="10" name="!!share-label">
            <a:extLst xmlns:a="http://schemas.openxmlformats.org/drawingml/2006/main">
              <a:ext uri="{FF2B5EF4-FFF2-40B4-BE49-F238E27FC236}">
                <a16:creationId xmlns:a16="http://schemas.microsoft.com/office/drawing/2014/main" id="{E8E366F7-43A2-42D7-B4F8-50E86765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3848100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rPr>
              <a:t>Share</a:t>
            </a:r>
          </a:p>
        </p:txBody>
      </p:sp>
      <p:sp>
        <p:nvSpPr>
          <p:cNvPr id="11" name="!!evolve-label">
            <a:extLst xmlns:a="http://schemas.openxmlformats.org/drawingml/2006/main">
              <a:ext uri="{FF2B5EF4-FFF2-40B4-BE49-F238E27FC236}">
                <a16:creationId xmlns:a16="http://schemas.microsoft.com/office/drawing/2014/main" id="{5B46E553-3425-4E1C-8786-9870AECF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3848100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61419"/>
                </a:solidFill>
                <a:latin typeface="Bitstream Charter"/>
                <a:ea typeface="Bitstream Charter"/>
                <a:cs typeface="Bitstream Charter"/>
              </a:rPr>
              <a:t>Evolve</a:t>
            </a:r>
          </a:p>
        </p:txBody>
      </p:sp>
      <p:sp>
        <p:nvSpPr>
          <p:cNvPr id="12" name="!!exhibition-kicker">
            <a:extLst xmlns:a="http://schemas.openxmlformats.org/drawingml/2006/main">
              <a:ext uri="{FF2B5EF4-FFF2-40B4-BE49-F238E27FC236}">
                <a16:creationId xmlns:a16="http://schemas.microsoft.com/office/drawing/2014/main" id="{B323DE60-D247-4EF5-B0AA-6828D194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EF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3EFE7"/>
                </a:solidFill>
                <a:latin typeface="Bitstream Charter"/>
                <a:ea typeface="Bitstream Charter"/>
                <a:cs typeface="Bitstream Charter"/>
              </a:rPr>
              <a:t>CREATIVE EXHIBITION</a:t>
            </a:r>
          </a:p>
        </p:txBody>
      </p:sp>
      <p:sp>
        <p:nvSpPr>
          <p:cNvPr id="13" name="!!exhibition-title">
            <a:extLst xmlns:a="http://schemas.openxmlformats.org/drawingml/2006/main">
              <a:ext uri="{FF2B5EF4-FFF2-40B4-BE49-F238E27FC236}">
                <a16:creationId xmlns:a16="http://schemas.microsoft.com/office/drawing/2014/main" id="{9E449B4A-6DD9-40C8-B366-F40DB38D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8953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3EF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800" b="1">
                <a:solidFill>
                  <a:srgbClr val="F3EFE7"/>
                </a:solidFill>
                <a:latin typeface="Bitstream Charter"/>
                <a:ea typeface="Bitstream Charter"/>
                <a:cs typeface="Bitstream Charter"/>
              </a:rPr>
              <a:t>Create, together.</a:t>
            </a:r>
          </a:p>
        </p:txBody>
      </p:sp>
    </p:spTree>
    <p:extLst>
      <p:ext uri="{BB962C8B-B14F-4D97-AF65-F5344CB8AC3E}">
        <p14:creationId val="262725010"/>
      </p:ext>
    </p:extLst>
  </p:cSld>
  <mc:AlternateContent>
    <mc:Choice Requires="p159 p14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2026-10-03T21:11:20.7750000Z</dcterms:created>
  <dcterms:modified xsi:type="dcterms:W3CDTF">2026-10-03T21:11:20.7750000Z</dcterms:modified>
</coreProperties>
</file>