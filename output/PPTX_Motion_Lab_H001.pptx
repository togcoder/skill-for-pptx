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f51c2f137b4558" /><Relationship Type="http://schemas.openxmlformats.org/officeDocument/2006/relationships/extended-properties" Target="/docProps/app.xml" Id="R7fd18490b74a4655" /><Relationship Type="http://schemas.openxmlformats.org/officeDocument/2006/relationships/officeDocument" Target="/ppt/presentation.xml" Id="R67c60a687f7541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a0f3fd73ad4900"/>
  </p:sldMasterIdLst>
  <p:notesMasterIdLst>
    <p:notesMasterId xmlns:r="http://schemas.openxmlformats.org/officeDocument/2006/relationships" r:id="Raeb89e847ddb4835"/>
  </p:notesMasterIdLst>
  <p:sldIdLst>
    <p:sldId xmlns:r="http://schemas.openxmlformats.org/officeDocument/2006/relationships" id="256" r:id="R59fa0a5460124127"/>
    <p:sldId xmlns:r="http://schemas.openxmlformats.org/officeDocument/2006/relationships" id="257" r:id="Rb5dd19a2cbe04ba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3f2f85e7b147bb" /><Relationship Type="http://schemas.openxmlformats.org/officeDocument/2006/relationships/slideMaster" Target="/ppt/slideMasters/slideMaster1.xml" Id="Rdda0f3fd73ad4900" /><Relationship Type="http://schemas.openxmlformats.org/officeDocument/2006/relationships/notesMaster" Target="/ppt/notesMasters/notesMaster1.xml" Id="Raeb89e847ddb4835" /><Relationship Type="http://schemas.openxmlformats.org/officeDocument/2006/relationships/presProps" Target="/ppt/presProps.xml" Id="R4845e681fc2640a4" /><Relationship Type="http://schemas.openxmlformats.org/officeDocument/2006/relationships/tableStyles" Target="/ppt/tableStyles.xml" Id="R3be173949fe44047" /><Relationship Type="http://schemas.openxmlformats.org/officeDocument/2006/relationships/slide" Target="/ppt/slides/slide1.xml" Id="R59fa0a5460124127" /><Relationship Type="http://schemas.openxmlformats.org/officeDocument/2006/relationships/slide" Target="/ppt/slides/slide2.xml" Id="Rb5dd19a2cbe04b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205d92528b4a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3fade0a117442e" /><Relationship Type="http://schemas.openxmlformats.org/officeDocument/2006/relationships/notesMaster" Target="/ppt/notesMasters/notesMaster1.xml" Id="Raee3433a866c46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104d49dc3d472f" /><Relationship Type="http://schemas.openxmlformats.org/officeDocument/2006/relationships/notesMaster" Target="/ppt/notesMasters/notesMaster1.xml" Id="Raf23eeefbcb541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Tổng quan quy trình gồm Collect, Inspect và Decide.</a:t>
            </a:r>
          </a:p>
          <a:p xmlns:a="http://schemas.openxmlformats.org/drawingml/2006/main">
            <a:r>
              <a:t>Reference: https://support.microsoft.com/en-us/powerpoint/morph-transition-tips-and-tricks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Inspect là bước được tập trung. Collect và Decide vẫn hiển thị ở hai bên để giữ ngữ cảnh.</a:t>
            </a:r>
          </a:p>
          <a:p xmlns:a="http://schemas.openxmlformats.org/drawingml/2006/main">
            <a:r>
              <a:t>Reference: https://support.microsoft.com/en-us/powerpoint/morph-transition-tips-and-tricks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560ac2232b465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b685af6c96438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86e0493cfd4af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c349aba41f464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ea0e3b383f4c9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05078c701245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46BF03D-3D09-45BF-A3A6-4A97FA9F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A947934-32B8-4481-80E0-5DCC2B5BD9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98E2116E-E590-41A8-BDD2-DF660C19C8C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B19335D-7E71-4210-8983-AC4DAA55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2C6C6D7-1A9C-4F80-A09E-2E900FD67A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0705C6F-A58F-4A50-8A6B-9C1F1BD3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0B7730E-9B56-4E4B-B0BA-896D4FBDB1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5DAC2297-7A52-454D-80FD-75CC91C629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58254B9-C882-422F-8C2C-847AC1FD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575B891-5FED-4AC8-835A-45D66906BC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B6F9AE1-7F3D-4B3E-9484-184B1B006B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8FAD8AF-DC29-4FCA-B6AD-6210A2D8B26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043B43E-901B-48DA-9F6E-AD044178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2B3E637-8257-442E-8CBE-418371BACF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6A2D08-EE17-4442-8E62-673520CE06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895f52596e4e60" /><Relationship Type="http://schemas.openxmlformats.org/officeDocument/2006/relationships/slideLayout" Target="/ppt/slideLayouts/slideLayout1.xml" Id="Rc747f4b6e2ed4022" /><Relationship Type="http://schemas.openxmlformats.org/officeDocument/2006/relationships/slideLayout" Target="/ppt/slideLayouts/slideLayout2.xml" Id="R8908a5b240814c67" /><Relationship Type="http://schemas.openxmlformats.org/officeDocument/2006/relationships/slideLayout" Target="/ppt/slideLayouts/slideLayout3.xml" Id="Ra5fbe441ee824975" /><Relationship Type="http://schemas.openxmlformats.org/officeDocument/2006/relationships/slideLayout" Target="/ppt/slideLayouts/slideLayout4.xml" Id="R6997b4e7aaa34780" /><Relationship Type="http://schemas.openxmlformats.org/officeDocument/2006/relationships/slideLayout" Target="/ppt/slideLayouts/slideLayout5.xml" Id="R845311ed3b08421b" /><Relationship Type="http://schemas.openxmlformats.org/officeDocument/2006/relationships/slideLayout" Target="/ppt/slideLayouts/slideLayout6.xml" Id="Rd901d7bfeb4841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47f4b6e2ed4022"/>
    <p:sldLayoutId xmlns:r="http://schemas.openxmlformats.org/officeDocument/2006/relationships" id="2147483650" r:id="R8908a5b240814c67"/>
    <p:sldLayoutId xmlns:r="http://schemas.openxmlformats.org/officeDocument/2006/relationships" id="2147483651" r:id="Ra5fbe441ee824975"/>
    <p:sldLayoutId xmlns:r="http://schemas.openxmlformats.org/officeDocument/2006/relationships" id="2147483652" r:id="R6997b4e7aaa34780"/>
    <p:sldLayoutId xmlns:r="http://schemas.openxmlformats.org/officeDocument/2006/relationships" id="2147483653" r:id="R845311ed3b08421b"/>
    <p:sldLayoutId xmlns:r="http://schemas.openxmlformats.org/officeDocument/2006/relationships" id="2147483654" r:id="Rd901d7bfeb4841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a79c1d421644e2" /><Relationship Type="http://schemas.openxmlformats.org/officeDocument/2006/relationships/notesSlide" Target="/ppt/notesSlides/notesSlide1.xml" Id="R65d90813ed4d48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995957deb244b6" /><Relationship Type="http://schemas.openxmlformats.org/officeDocument/2006/relationships/notesSlide" Target="/ppt/notesSlides/notesSlide2.xml" Id="R45e1a95468a349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!!h001-collect-inspect-link">
            <a:extLst xmlns:a="http://schemas.openxmlformats.org/drawingml/2006/main">
              <a:ext uri="{FF2B5EF4-FFF2-40B4-BE49-F238E27FC236}">
                <a16:creationId xmlns:a16="http://schemas.microsoft.com/office/drawing/2014/main" id="{893793E9-19D8-473D-AC5C-49A886C2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9500" y="3971925"/>
            <a:ext cx="10953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7F88"/>
          </a:solidFill>
          <a:ln xmlns:a="http://schemas.openxmlformats.org/drawingml/2006/main" w="0">
            <a:noFill/>
          </a:ln>
        </p:spPr>
      </p:sp>
      <p:sp>
        <p:nvSpPr>
          <p:cNvPr id="2" name="!!h001-inspect-decide-link">
            <a:extLst xmlns:a="http://schemas.openxmlformats.org/drawingml/2006/main">
              <a:ext uri="{FF2B5EF4-FFF2-40B4-BE49-F238E27FC236}">
                <a16:creationId xmlns:a16="http://schemas.microsoft.com/office/drawing/2014/main" id="{86C005F1-B7CA-4F17-89AE-656D04BC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7125" y="3971925"/>
            <a:ext cx="10953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7F88"/>
          </a:solidFill>
          <a:ln xmlns:a="http://schemas.openxmlformats.org/drawingml/2006/main" w="0">
            <a:noFill/>
          </a:ln>
        </p:spPr>
      </p:sp>
      <p:sp>
        <p:nvSpPr>
          <p:cNvPr id="3" name="!!h001-collect-block">
            <a:extLst xmlns:a="http://schemas.openxmlformats.org/drawingml/2006/main">
              <a:ext uri="{FF2B5EF4-FFF2-40B4-BE49-F238E27FC236}">
                <a16:creationId xmlns:a16="http://schemas.microsoft.com/office/drawing/2014/main" id="{4C9CD265-63B0-4C62-AE9B-2439CE7D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2952750"/>
            <a:ext cx="2762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16A"/>
          </a:solidFill>
          <a:ln xmlns:a="http://schemas.openxmlformats.org/drawingml/2006/main" w="0">
            <a:noFill/>
          </a:ln>
        </p:spPr>
      </p:sp>
      <p:sp>
        <p:nvSpPr>
          <p:cNvPr id="4" name="!!h001-inspect-block">
            <a:extLst xmlns:a="http://schemas.openxmlformats.org/drawingml/2006/main">
              <a:ext uri="{FF2B5EF4-FFF2-40B4-BE49-F238E27FC236}">
                <a16:creationId xmlns:a16="http://schemas.microsoft.com/office/drawing/2014/main" id="{B5815509-93DC-4D14-8174-946CF4A4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14875" y="2952750"/>
            <a:ext cx="2762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469"/>
          </a:solidFill>
          <a:ln xmlns:a="http://schemas.openxmlformats.org/drawingml/2006/main" w="0">
            <a:noFill/>
          </a:ln>
        </p:spPr>
      </p:sp>
      <p:sp>
        <p:nvSpPr>
          <p:cNvPr id="5" name="!!h001-decide-block">
            <a:extLst xmlns:a="http://schemas.openxmlformats.org/drawingml/2006/main">
              <a:ext uri="{FF2B5EF4-FFF2-40B4-BE49-F238E27FC236}">
                <a16:creationId xmlns:a16="http://schemas.microsoft.com/office/drawing/2014/main" id="{38CCC1EA-1260-4E9E-8D23-31805FF0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0" y="2952750"/>
            <a:ext cx="2762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45C"/>
          </a:solidFill>
          <a:ln xmlns:a="http://schemas.openxmlformats.org/drawingml/2006/main" w="0">
            <a:noFill/>
          </a:ln>
        </p:spPr>
      </p:sp>
      <p:sp>
        <p:nvSpPr>
          <p:cNvPr id="6" name="!!h001-process-title">
            <a:extLst xmlns:a="http://schemas.openxmlformats.org/drawingml/2006/main">
              <a:ext uri="{FF2B5EF4-FFF2-40B4-BE49-F238E27FC236}">
                <a16:creationId xmlns:a16="http://schemas.microsoft.com/office/drawing/2014/main" id="{3C69EEA0-AC51-4023-A85F-CF04B8AE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74295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Quy trình ba bước</a:t>
            </a:r>
          </a:p>
        </p:txBody>
      </p:sp>
      <p:sp>
        <p:nvSpPr>
          <p:cNvPr id="7" name="!!h001-collect-step">
            <a:extLst xmlns:a="http://schemas.openxmlformats.org/drawingml/2006/main">
              <a:ext uri="{FF2B5EF4-FFF2-40B4-BE49-F238E27FC236}">
                <a16:creationId xmlns:a16="http://schemas.microsoft.com/office/drawing/2014/main" id="{111BB757-CE29-475B-AB91-5E31B12F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320992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D8E2E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D8E2EA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8" name="!!h001-inspect-step">
            <a:extLst xmlns:a="http://schemas.openxmlformats.org/drawingml/2006/main">
              <a:ext uri="{FF2B5EF4-FFF2-40B4-BE49-F238E27FC236}">
                <a16:creationId xmlns:a16="http://schemas.microsoft.com/office/drawing/2014/main" id="{A646A121-7962-4D1D-A357-AA4472C3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0125" y="320992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30282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302820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9" name="!!h001-decide-step">
            <a:extLst xmlns:a="http://schemas.openxmlformats.org/drawingml/2006/main">
              <a:ext uri="{FF2B5EF4-FFF2-40B4-BE49-F238E27FC236}">
                <a16:creationId xmlns:a16="http://schemas.microsoft.com/office/drawing/2014/main" id="{71DDDB9E-0CC5-4875-A37C-DB613613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0" y="320992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D5E8E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D5E8E1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10" name="!!h001-collect-label">
            <a:extLst xmlns:a="http://schemas.openxmlformats.org/drawingml/2006/main">
              <a:ext uri="{FF2B5EF4-FFF2-40B4-BE49-F238E27FC236}">
                <a16:creationId xmlns:a16="http://schemas.microsoft.com/office/drawing/2014/main" id="{333E4AF4-FE84-4466-A503-D9524B32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3648075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9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Collect</a:t>
            </a:r>
          </a:p>
        </p:txBody>
      </p:sp>
      <p:sp>
        <p:nvSpPr>
          <p:cNvPr id="11" name="!!h001-inspect-label">
            <a:extLst xmlns:a="http://schemas.openxmlformats.org/drawingml/2006/main">
              <a:ext uri="{FF2B5EF4-FFF2-40B4-BE49-F238E27FC236}">
                <a16:creationId xmlns:a16="http://schemas.microsoft.com/office/drawing/2014/main" id="{AEABDABE-4134-4483-830A-0375D5A2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0125" y="3648075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211E2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900" b="1">
                <a:solidFill>
                  <a:srgbClr val="211E23"/>
                </a:solidFill>
                <a:latin typeface="Bitstream Charter"/>
                <a:ea typeface="Bitstream Charter"/>
                <a:cs typeface="Bitstream Charter"/>
              </a:rPr>
              <a:t>Inspect</a:t>
            </a:r>
          </a:p>
        </p:txBody>
      </p:sp>
      <p:sp>
        <p:nvSpPr>
          <p:cNvPr id="12" name="!!h001-decide-label">
            <a:extLst xmlns:a="http://schemas.openxmlformats.org/drawingml/2006/main">
              <a:ext uri="{FF2B5EF4-FFF2-40B4-BE49-F238E27FC236}">
                <a16:creationId xmlns:a16="http://schemas.microsoft.com/office/drawing/2014/main" id="{6CDA73ED-58D4-4F35-AC2D-A26DBA3D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0" y="3648075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9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Decide</a:t>
            </a:r>
          </a:p>
        </p:txBody>
      </p:sp>
    </p:spTree>
    <p:extLst>
      <p:ext uri="{BB962C8B-B14F-4D97-AF65-F5344CB8AC3E}">
        <p14:creationId xmlns:p14="http://schemas.microsoft.com/office/powerpoint/2010/main" val="1338827267"/>
      </p:ext>
    </p:extLst>
  </p:cSld>
</p:sld>
</file>

<file path=ppt/slides/slide2.xml><?xml version="1.0" encoding="utf-8"?>
<p:sld xmlns:p="http://schemas.openxmlformats.org/presentationml/2006/main" xmlns:mc="http://schemas.openxmlformats.org/markup-compatibility/2006" xmlns:p159="http://schemas.microsoft.com/office/powerpoint/2015/09/main" xmlns:p14="http://schemas.microsoft.com/office/powerpoint/2010/main">
  <p:cSld>
    <p:bg>
      <p:bgPr>
        <a:solidFill xmlns:a="http://schemas.openxmlformats.org/drawingml/2006/main">
          <a:srgbClr val="16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!!h001-collect-inspect-link">
            <a:extLst xmlns:a="http://schemas.openxmlformats.org/drawingml/2006/main">
              <a:ext uri="{FF2B5EF4-FFF2-40B4-BE49-F238E27FC236}">
                <a16:creationId xmlns:a16="http://schemas.microsoft.com/office/drawing/2014/main" id="{20BC9904-E636-489E-8F03-39EB38C2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0" y="3971925"/>
            <a:ext cx="6191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7F88"/>
          </a:solidFill>
          <a:ln xmlns:a="http://schemas.openxmlformats.org/drawingml/2006/main" w="0">
            <a:noFill/>
          </a:ln>
        </p:spPr>
      </p:sp>
      <p:sp>
        <p:nvSpPr>
          <p:cNvPr id="2" name="!!h001-inspect-decide-link">
            <a:extLst xmlns:a="http://schemas.openxmlformats.org/drawingml/2006/main">
              <a:ext uri="{FF2B5EF4-FFF2-40B4-BE49-F238E27FC236}">
                <a16:creationId xmlns:a16="http://schemas.microsoft.com/office/drawing/2014/main" id="{51E5F87E-A782-48C7-B7E3-3DE9D57D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05875" y="3971925"/>
            <a:ext cx="6191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7F88"/>
          </a:solidFill>
          <a:ln xmlns:a="http://schemas.openxmlformats.org/drawingml/2006/main" w="0">
            <a:noFill/>
          </a:ln>
        </p:spPr>
      </p:sp>
      <p:sp>
        <p:nvSpPr>
          <p:cNvPr id="3" name="!!h001-collect-block">
            <a:extLst xmlns:a="http://schemas.openxmlformats.org/drawingml/2006/main">
              <a:ext uri="{FF2B5EF4-FFF2-40B4-BE49-F238E27FC236}">
                <a16:creationId xmlns:a16="http://schemas.microsoft.com/office/drawing/2014/main" id="{7A54B864-56BF-4E84-9AC2-A537C1C52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3190875"/>
            <a:ext cx="2095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16A"/>
          </a:solidFill>
          <a:ln xmlns:a="http://schemas.openxmlformats.org/drawingml/2006/main" w="0">
            <a:noFill/>
          </a:ln>
        </p:spPr>
      </p:sp>
      <p:sp>
        <p:nvSpPr>
          <p:cNvPr id="4" name="!!h001-inspect-block">
            <a:extLst xmlns:a="http://schemas.openxmlformats.org/drawingml/2006/main">
              <a:ext uri="{FF2B5EF4-FFF2-40B4-BE49-F238E27FC236}">
                <a16:creationId xmlns:a16="http://schemas.microsoft.com/office/drawing/2014/main" id="{EE62F6CB-A9FB-4FAD-A608-13C16D76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86125" y="2143125"/>
            <a:ext cx="5619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469"/>
          </a:solidFill>
          <a:ln xmlns:a="http://schemas.openxmlformats.org/drawingml/2006/main" w="0">
            <a:noFill/>
          </a:ln>
        </p:spPr>
      </p:sp>
      <p:sp>
        <p:nvSpPr>
          <p:cNvPr id="5" name="!!h001-decide-block">
            <a:extLst xmlns:a="http://schemas.openxmlformats.org/drawingml/2006/main">
              <a:ext uri="{FF2B5EF4-FFF2-40B4-BE49-F238E27FC236}">
                <a16:creationId xmlns:a16="http://schemas.microsoft.com/office/drawing/2014/main" id="{9C8C9477-6765-4FC5-804A-7BEAE91D6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0" y="3190875"/>
            <a:ext cx="2095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45C"/>
          </a:solidFill>
          <a:ln xmlns:a="http://schemas.openxmlformats.org/drawingml/2006/main" w="0">
            <a:noFill/>
          </a:ln>
        </p:spPr>
      </p:sp>
      <p:sp>
        <p:nvSpPr>
          <p:cNvPr id="6" name="!!h001-process-title">
            <a:extLst xmlns:a="http://schemas.openxmlformats.org/drawingml/2006/main">
              <a:ext uri="{FF2B5EF4-FFF2-40B4-BE49-F238E27FC236}">
                <a16:creationId xmlns:a16="http://schemas.microsoft.com/office/drawing/2014/main" id="{0700B6F8-0B8A-41AA-9DD3-A3BAE5C4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74295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Quy trình ba bước</a:t>
            </a:r>
          </a:p>
        </p:txBody>
      </p:sp>
      <p:sp>
        <p:nvSpPr>
          <p:cNvPr id="7" name="!!h001-collect-step">
            <a:extLst xmlns:a="http://schemas.openxmlformats.org/drawingml/2006/main">
              <a:ext uri="{FF2B5EF4-FFF2-40B4-BE49-F238E27FC236}">
                <a16:creationId xmlns:a16="http://schemas.microsoft.com/office/drawing/2014/main" id="{1AF97755-9005-4BE2-A3C5-3BC29860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" y="33337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D8E2E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D8E2EA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8" name="!!h001-inspect-step">
            <a:extLst xmlns:a="http://schemas.openxmlformats.org/drawingml/2006/main">
              <a:ext uri="{FF2B5EF4-FFF2-40B4-BE49-F238E27FC236}">
                <a16:creationId xmlns:a16="http://schemas.microsoft.com/office/drawing/2014/main" id="{8E0743D5-019F-48A0-A80D-289B5925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81375" y="3086100"/>
            <a:ext cx="542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30282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302820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9" name="!!h001-decide-step">
            <a:extLst xmlns:a="http://schemas.openxmlformats.org/drawingml/2006/main">
              <a:ext uri="{FF2B5EF4-FFF2-40B4-BE49-F238E27FC236}">
                <a16:creationId xmlns:a16="http://schemas.microsoft.com/office/drawing/2014/main" id="{1484CE9E-FD35-442E-B05C-F516BCCD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72625" y="33337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D5E8E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D5E8E1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10" name="!!h001-collect-label">
            <a:extLst xmlns:a="http://schemas.openxmlformats.org/drawingml/2006/main">
              <a:ext uri="{FF2B5EF4-FFF2-40B4-BE49-F238E27FC236}">
                <a16:creationId xmlns:a16="http://schemas.microsoft.com/office/drawing/2014/main" id="{D5EDB5D8-0EC0-47A9-9E04-D82196C9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" y="3705225"/>
            <a:ext cx="2000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9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Collect</a:t>
            </a:r>
          </a:p>
        </p:txBody>
      </p:sp>
      <p:sp>
        <p:nvSpPr>
          <p:cNvPr id="11" name="!!h001-inspect-label">
            <a:extLst xmlns:a="http://schemas.openxmlformats.org/drawingml/2006/main">
              <a:ext uri="{FF2B5EF4-FFF2-40B4-BE49-F238E27FC236}">
                <a16:creationId xmlns:a16="http://schemas.microsoft.com/office/drawing/2014/main" id="{C56EACEB-BFFA-4E81-A8F1-2798C221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81375" y="3590925"/>
            <a:ext cx="542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211E2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900" b="1">
                <a:solidFill>
                  <a:srgbClr val="211E23"/>
                </a:solidFill>
                <a:latin typeface="Bitstream Charter"/>
                <a:ea typeface="Bitstream Charter"/>
                <a:cs typeface="Bitstream Charter"/>
              </a:rPr>
              <a:t>Inspect</a:t>
            </a:r>
          </a:p>
        </p:txBody>
      </p:sp>
      <p:sp>
        <p:nvSpPr>
          <p:cNvPr id="12" name="!!h001-decide-label">
            <a:extLst xmlns:a="http://schemas.openxmlformats.org/drawingml/2006/main">
              <a:ext uri="{FF2B5EF4-FFF2-40B4-BE49-F238E27FC236}">
                <a16:creationId xmlns:a16="http://schemas.microsoft.com/office/drawing/2014/main" id="{3780B02F-7798-421C-AEA4-5B1C3857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72625" y="3705225"/>
            <a:ext cx="2000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9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Decide</a:t>
            </a:r>
          </a:p>
        </p:txBody>
      </p:sp>
    </p:spTree>
    <p:extLst>
      <p:ext uri="{BB962C8B-B14F-4D97-AF65-F5344CB8AC3E}">
        <p14:creationId val="1896853444"/>
      </p:ext>
    </p:extLst>
  </p:cSld>
  <mc:AlternateContent>
    <mc:Choice Requires="p159 p14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2026-10-03T21:19:16.8750000Z</dcterms:created>
  <dcterms:modified xsi:type="dcterms:W3CDTF">2026-10-03T21:19:16.8750000Z</dcterms:modified>
</coreProperties>
</file>