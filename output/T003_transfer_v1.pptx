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9cc2e3662a46fe" /><Relationship Type="http://schemas.openxmlformats.org/officeDocument/2006/relationships/extended-properties" Target="/docProps/app.xml" Id="Rbe3cc5b31af346e0" /><Relationship Type="http://schemas.openxmlformats.org/officeDocument/2006/relationships/officeDocument" Target="/ppt/presentation.xml" Id="R721c53d28b514c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18a8f4ac9347a0"/>
  </p:sldMasterIdLst>
  <p:notesMasterIdLst>
    <p:notesMasterId xmlns:r="http://schemas.openxmlformats.org/officeDocument/2006/relationships" r:id="R0811655fa1ea4b2b"/>
  </p:notesMasterIdLst>
  <p:sldIdLst>
    <p:sldId xmlns:r="http://schemas.openxmlformats.org/officeDocument/2006/relationships" id="256" r:id="R7be2ca58c6ed43a1"/>
    <p:sldId xmlns:r="http://schemas.openxmlformats.org/officeDocument/2006/relationships" id="257" r:id="R4b443045be0d4d93"/>
    <p:sldId xmlns:r="http://schemas.openxmlformats.org/officeDocument/2006/relationships" id="258" r:id="R53e0e34906db46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8d008aa2b945dd" /><Relationship Type="http://schemas.openxmlformats.org/officeDocument/2006/relationships/slideMaster" Target="/ppt/slideMasters/slideMaster1.xml" Id="Ra418a8f4ac9347a0" /><Relationship Type="http://schemas.openxmlformats.org/officeDocument/2006/relationships/notesMaster" Target="/ppt/notesMasters/notesMaster1.xml" Id="R0811655fa1ea4b2b" /><Relationship Type="http://schemas.openxmlformats.org/officeDocument/2006/relationships/presProps" Target="/ppt/presProps.xml" Id="R1e7c6a651c5749ec" /><Relationship Type="http://schemas.openxmlformats.org/officeDocument/2006/relationships/tableStyles" Target="/ppt/tableStyles.xml" Id="R38c16f9eff5146cd" /><Relationship Type="http://schemas.openxmlformats.org/officeDocument/2006/relationships/slide" Target="/ppt/slides/slide1.xml" Id="R7be2ca58c6ed43a1" /><Relationship Type="http://schemas.openxmlformats.org/officeDocument/2006/relationships/slide" Target="/ppt/slides/slide2.xml" Id="R4b443045be0d4d93" /><Relationship Type="http://schemas.openxmlformats.org/officeDocument/2006/relationships/slide" Target="/ppt/slides/slide3.xml" Id="R53e0e34906db46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66d02fac81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2c8f3312c54cb7" /><Relationship Type="http://schemas.openxmlformats.org/officeDocument/2006/relationships/notesMaster" Target="/ppt/notesMasters/notesMaster1.xml" Id="R9a7dca396a8044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6191db8ced4579" /><Relationship Type="http://schemas.openxmlformats.org/officeDocument/2006/relationships/notesMaster" Target="/ppt/notesMasters/notesMaster1.xml" Id="Rd8037ff608734f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6bd72c55034e38" /><Relationship Type="http://schemas.openxmlformats.org/officeDocument/2006/relationships/notesMaster" Target="/ppt/notesMasters/notesMaster1.xml" Id="R8b71b3bb04b74f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 / TỔNG THỂ. Giải thích kiến trúc một nền tảng học trực tuyến qua 4 lớp bằng hiệu ứng tách lớp rồi ghép lại, nhãn tiếng Việt ngắn và dễ đọc.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 / TÁCH LỚP. Giải thích kiến trúc một nền tảng học trực tuyến qua 4 lớp bằng hiệu ứng tách lớp rồi ghép lại, nhãn tiếng Việt ngắn và dễ đọc.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 / GHÉP LẠI. Giải thích kiến trúc một nền tảng học trực tuyến qua 4 lớp bằng hiệu ứng tách lớp rồi ghép lại, nhãn tiếng Việt ngắn và dễ đọc.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15880c1e3646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e4b3a965b42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645bb9de74a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efe4da1d642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adce002f141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ae2e43a184e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E4C9EB-6153-4268-929F-21AB6401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D28586-544D-46B3-9D16-7D130A7314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B44E7DB-9660-4696-804C-0DFABE257C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4943F14-A14F-40F0-8037-BFCC4B38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075271-6C35-4BB9-AF63-F24A5395F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A8DE71A-FD6C-4BE1-A19A-F9602FE2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2479FC-FC1E-40A4-9CBF-5B465E9902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BE1D2C0-B312-4EB0-848C-0B89964955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5639CD4-3122-4497-B840-D60C08E1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6E6BA8-1AF0-4144-972B-5B931256BB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55D677-4A4D-408A-B93E-5F03ECB387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483AA3-C4CC-4BD7-818B-EE9B7CAEA7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BEB825C-4512-4ADB-A580-6DCF7678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F44579-1500-42F5-95E0-CA960F029F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4687CD-8DAB-4A00-AB01-411F3560AE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ade156a1e5468d" /><Relationship Type="http://schemas.openxmlformats.org/officeDocument/2006/relationships/slideLayout" Target="/ppt/slideLayouts/slideLayout1.xml" Id="Rd89f982eabe249c9" /><Relationship Type="http://schemas.openxmlformats.org/officeDocument/2006/relationships/slideLayout" Target="/ppt/slideLayouts/slideLayout2.xml" Id="Rbdcb92a29f0e4acd" /><Relationship Type="http://schemas.openxmlformats.org/officeDocument/2006/relationships/slideLayout" Target="/ppt/slideLayouts/slideLayout3.xml" Id="R07c594972b62437c" /><Relationship Type="http://schemas.openxmlformats.org/officeDocument/2006/relationships/slideLayout" Target="/ppt/slideLayouts/slideLayout4.xml" Id="R971cc6ae2d394448" /><Relationship Type="http://schemas.openxmlformats.org/officeDocument/2006/relationships/slideLayout" Target="/ppt/slideLayouts/slideLayout5.xml" Id="Rec5b7b07e76e4f55" /><Relationship Type="http://schemas.openxmlformats.org/officeDocument/2006/relationships/slideLayout" Target="/ppt/slideLayouts/slideLayout6.xml" Id="Rb42f8789dcd8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9f982eabe249c9"/>
    <p:sldLayoutId xmlns:r="http://schemas.openxmlformats.org/officeDocument/2006/relationships" id="2147483650" r:id="Rbdcb92a29f0e4acd"/>
    <p:sldLayoutId xmlns:r="http://schemas.openxmlformats.org/officeDocument/2006/relationships" id="2147483651" r:id="R07c594972b62437c"/>
    <p:sldLayoutId xmlns:r="http://schemas.openxmlformats.org/officeDocument/2006/relationships" id="2147483652" r:id="R971cc6ae2d394448"/>
    <p:sldLayoutId xmlns:r="http://schemas.openxmlformats.org/officeDocument/2006/relationships" id="2147483653" r:id="Rec5b7b07e76e4f55"/>
    <p:sldLayoutId xmlns:r="http://schemas.openxmlformats.org/officeDocument/2006/relationships" id="2147483654" r:id="Rb42f8789dcd8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305bed4b5473d" /><Relationship Type="http://schemas.openxmlformats.org/officeDocument/2006/relationships/notesSlide" Target="/ppt/notesSlides/notesSlide1.xml" Id="R0549b8db02c44a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5d11124b54015" /><Relationship Type="http://schemas.openxmlformats.org/officeDocument/2006/relationships/notesSlide" Target="/ppt/notesSlides/notesSlide2.xml" Id="R26d4a422e730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c2c1bba8442fc" /><Relationship Type="http://schemas.openxmlformats.org/officeDocument/2006/relationships/notesSlide" Target="/ppt/notesSlides/notesSlide3.xml" Id="R021d191dd6d348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eyebrow">
            <a:extLst xmlns:a="http://schemas.openxmlformats.org/drawingml/2006/main">
              <a:ext uri="{FF2B5EF4-FFF2-40B4-BE49-F238E27FC236}">
                <a16:creationId xmlns:a16="http://schemas.microsoft.com/office/drawing/2014/main" id="{3CE151F0-2EF6-4F98-827A-05D2D24D98C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KIẾN TRÚC / BỐN LỚP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1073F8CA-814C-4210-A556-BC71B9B5833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Nền tảng học trực tuyến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B5A9FD08-01E8-4485-9563-736E881D0C4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Bốn lớp phối hợp để vận hành hành trình học tập.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F2555319-8183-4E4E-BBBE-AC8E5AB7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2396A133-C61B-4A7C-BF8D-4F2701D8313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01 / TỔNG THỂ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10078441-DD66-4B88-83F7-667DAF9EB0C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interface">
            <a:extLst xmlns:a="http://schemas.openxmlformats.org/drawingml/2006/main">
              <a:ext uri="{FF2B5EF4-FFF2-40B4-BE49-F238E27FC236}">
                <a16:creationId xmlns:a16="http://schemas.microsoft.com/office/drawing/2014/main" id="{7B76F917-9D1E-4B22-948E-80D24A8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6670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interface-number">
            <a:extLst xmlns:a="http://schemas.openxmlformats.org/drawingml/2006/main">
              <a:ext uri="{FF2B5EF4-FFF2-40B4-BE49-F238E27FC236}">
                <a16:creationId xmlns:a16="http://schemas.microsoft.com/office/drawing/2014/main" id="{E5ABA8E1-969D-44C0-A075-949F2F9B220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7622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interface-trace">
            <a:extLst xmlns:a="http://schemas.openxmlformats.org/drawingml/2006/main">
              <a:ext uri="{FF2B5EF4-FFF2-40B4-BE49-F238E27FC236}">
                <a16:creationId xmlns:a16="http://schemas.microsoft.com/office/drawing/2014/main" id="{2A77D3CB-44E2-4191-9F50-D15C9435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9051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interface-node">
            <a:extLst xmlns:a="http://schemas.openxmlformats.org/drawingml/2006/main">
              <a:ext uri="{FF2B5EF4-FFF2-40B4-BE49-F238E27FC236}">
                <a16:creationId xmlns:a16="http://schemas.microsoft.com/office/drawing/2014/main" id="{CB35CC28-4127-4916-BDF0-4DBE8574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81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interface-end">
            <a:extLst xmlns:a="http://schemas.openxmlformats.org/drawingml/2006/main">
              <a:ext uri="{FF2B5EF4-FFF2-40B4-BE49-F238E27FC236}">
                <a16:creationId xmlns:a16="http://schemas.microsoft.com/office/drawing/2014/main" id="{CC03DCA4-0974-4005-BDE1-C8067E3D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8003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interface-number">
            <a:extLst xmlns:a="http://schemas.openxmlformats.org/drawingml/2006/main">
              <a:ext uri="{FF2B5EF4-FFF2-40B4-BE49-F238E27FC236}">
                <a16:creationId xmlns:a16="http://schemas.microsoft.com/office/drawing/2014/main" id="{1775B493-D8B0-4853-B8F9-9514A27E24A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2860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interface-label">
            <a:extLst xmlns:a="http://schemas.openxmlformats.org/drawingml/2006/main">
              <a:ext uri="{FF2B5EF4-FFF2-40B4-BE49-F238E27FC236}">
                <a16:creationId xmlns:a16="http://schemas.microsoft.com/office/drawing/2014/main" id="{A880A8EE-F8D7-4860-9602-DA6FFC0B977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2002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Giao diện</a:t>
            </a:r>
          </a:p>
        </p:txBody>
      </p:sp>
      <p:sp>
        <p:nvSpPr>
          <p:cNvPr id="14" name="!!rail-interface-role">
            <a:extLst xmlns:a="http://schemas.openxmlformats.org/drawingml/2006/main">
              <a:ext uri="{FF2B5EF4-FFF2-40B4-BE49-F238E27FC236}">
                <a16:creationId xmlns:a16="http://schemas.microsoft.com/office/drawing/2014/main" id="{D480866C-D952-4993-B879-FE3F06117A7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5336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Xem bài • làm bài • theo dõi</a:t>
            </a:r>
          </a:p>
        </p:txBody>
      </p:sp>
      <p:sp>
        <p:nvSpPr>
          <p:cNvPr id="15" name="!!layer-learning-services">
            <a:extLst xmlns:a="http://schemas.openxmlformats.org/drawingml/2006/main">
              <a:ext uri="{FF2B5EF4-FFF2-40B4-BE49-F238E27FC236}">
                <a16:creationId xmlns:a16="http://schemas.microsoft.com/office/drawing/2014/main" id="{0028EA4C-AA23-4EE9-AE2B-329BEC2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32004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E9808EF5-D809-4938-959E-E0D276D5664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295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learning-services-trace">
            <a:extLst xmlns:a="http://schemas.openxmlformats.org/drawingml/2006/main">
              <a:ext uri="{FF2B5EF4-FFF2-40B4-BE49-F238E27FC236}">
                <a16:creationId xmlns:a16="http://schemas.microsoft.com/office/drawing/2014/main" id="{4B83D82C-BDD5-47D5-BE37-6B8F2656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4385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learning-services-node">
            <a:extLst xmlns:a="http://schemas.openxmlformats.org/drawingml/2006/main">
              <a:ext uri="{FF2B5EF4-FFF2-40B4-BE49-F238E27FC236}">
                <a16:creationId xmlns:a16="http://schemas.microsoft.com/office/drawing/2014/main" id="{5C6EF56F-39D8-400A-95F7-4B3C2B60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learning-services-end">
            <a:extLst xmlns:a="http://schemas.openxmlformats.org/drawingml/2006/main">
              <a:ext uri="{FF2B5EF4-FFF2-40B4-BE49-F238E27FC236}">
                <a16:creationId xmlns:a16="http://schemas.microsoft.com/office/drawing/2014/main" id="{EA0AF9F2-C129-4EB4-9608-EA88A0E1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3337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3D7EF156-397E-48B3-87EA-43A191D8A42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1242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learning-services-label">
            <a:extLst xmlns:a="http://schemas.openxmlformats.org/drawingml/2006/main">
              <a:ext uri="{FF2B5EF4-FFF2-40B4-BE49-F238E27FC236}">
                <a16:creationId xmlns:a16="http://schemas.microsoft.com/office/drawing/2014/main" id="{93C2E37A-3C71-4D29-952E-95CE6566C06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038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Dịch vụ học tập</a:t>
            </a:r>
          </a:p>
        </p:txBody>
      </p:sp>
      <p:sp>
        <p:nvSpPr>
          <p:cNvPr id="22" name="!!rail-learning-services-role">
            <a:extLst xmlns:a="http://schemas.openxmlformats.org/drawingml/2006/main">
              <a:ext uri="{FF2B5EF4-FFF2-40B4-BE49-F238E27FC236}">
                <a16:creationId xmlns:a16="http://schemas.microsoft.com/office/drawing/2014/main" id="{49A3BA43-2EF4-4388-AF5C-B66883FDA0A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3718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Khóa học • kiểm tra • tiến độ</a:t>
            </a:r>
          </a:p>
        </p:txBody>
      </p:sp>
      <p:sp>
        <p:nvSpPr>
          <p:cNvPr id="23" name="!!layer-content-data">
            <a:extLst xmlns:a="http://schemas.openxmlformats.org/drawingml/2006/main">
              <a:ext uri="{FF2B5EF4-FFF2-40B4-BE49-F238E27FC236}">
                <a16:creationId xmlns:a16="http://schemas.microsoft.com/office/drawing/2014/main" id="{107ACEEA-6FC1-4165-803B-FA7B66DD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733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ent-data-number">
            <a:extLst xmlns:a="http://schemas.openxmlformats.org/drawingml/2006/main">
              <a:ext uri="{FF2B5EF4-FFF2-40B4-BE49-F238E27FC236}">
                <a16:creationId xmlns:a16="http://schemas.microsoft.com/office/drawing/2014/main" id="{72340D74-1CEB-45D2-B3BE-05031EF6244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8290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ent-data-trace">
            <a:extLst xmlns:a="http://schemas.openxmlformats.org/drawingml/2006/main">
              <a:ext uri="{FF2B5EF4-FFF2-40B4-BE49-F238E27FC236}">
                <a16:creationId xmlns:a16="http://schemas.microsoft.com/office/drawing/2014/main" id="{856C6099-1CCD-4336-8394-9472C8B7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9719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ent-data-node">
            <a:extLst xmlns:a="http://schemas.openxmlformats.org/drawingml/2006/main">
              <a:ext uri="{FF2B5EF4-FFF2-40B4-BE49-F238E27FC236}">
                <a16:creationId xmlns:a16="http://schemas.microsoft.com/office/drawing/2014/main" id="{33643C14-BE1B-44C3-A1D0-1EAF7BC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886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ent-data-end">
            <a:extLst xmlns:a="http://schemas.openxmlformats.org/drawingml/2006/main">
              <a:ext uri="{FF2B5EF4-FFF2-40B4-BE49-F238E27FC236}">
                <a16:creationId xmlns:a16="http://schemas.microsoft.com/office/drawing/2014/main" id="{2594FDFE-72D1-4AEA-B8E3-86973791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8671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ent-data-number">
            <a:extLst xmlns:a="http://schemas.openxmlformats.org/drawingml/2006/main">
              <a:ext uri="{FF2B5EF4-FFF2-40B4-BE49-F238E27FC236}">
                <a16:creationId xmlns:a16="http://schemas.microsoft.com/office/drawing/2014/main" id="{4C649F7C-6248-4AF5-9D22-5B097B7BB0E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9624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ent-data-label">
            <a:extLst xmlns:a="http://schemas.openxmlformats.org/drawingml/2006/main">
              <a:ext uri="{FF2B5EF4-FFF2-40B4-BE49-F238E27FC236}">
                <a16:creationId xmlns:a16="http://schemas.microsoft.com/office/drawing/2014/main" id="{545C2577-8B0A-45EC-A078-3294AC3C93D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8766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Nội dung &amp; dữ liệu</a:t>
            </a:r>
          </a:p>
        </p:txBody>
      </p:sp>
      <p:sp>
        <p:nvSpPr>
          <p:cNvPr id="30" name="!!rail-content-data-role">
            <a:extLst xmlns:a="http://schemas.openxmlformats.org/drawingml/2006/main">
              <a:ext uri="{FF2B5EF4-FFF2-40B4-BE49-F238E27FC236}">
                <a16:creationId xmlns:a16="http://schemas.microsoft.com/office/drawing/2014/main" id="{BEC3BC6B-CA57-42C3-AFEC-C0AA46D5918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1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Video • tài liệu • kết quả</a:t>
            </a:r>
          </a:p>
        </p:txBody>
      </p:sp>
      <p:sp>
        <p:nvSpPr>
          <p:cNvPr id="31" name="!!layer-infrastructure">
            <a:extLst xmlns:a="http://schemas.openxmlformats.org/drawingml/2006/main">
              <a:ext uri="{FF2B5EF4-FFF2-40B4-BE49-F238E27FC236}">
                <a16:creationId xmlns:a16="http://schemas.microsoft.com/office/drawing/2014/main" id="{E89F36A7-7F1F-4496-A058-0EBB98AD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2672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2A3A5F97-3F3B-4138-BCF1-7B43A71FC77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362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infrastructure-trace">
            <a:extLst xmlns:a="http://schemas.openxmlformats.org/drawingml/2006/main">
              <a:ext uri="{FF2B5EF4-FFF2-40B4-BE49-F238E27FC236}">
                <a16:creationId xmlns:a16="http://schemas.microsoft.com/office/drawing/2014/main" id="{54C4AB59-3AB5-4B66-901D-739678F4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5053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infrastructure-node">
            <a:extLst xmlns:a="http://schemas.openxmlformats.org/drawingml/2006/main">
              <a:ext uri="{FF2B5EF4-FFF2-40B4-BE49-F238E27FC236}">
                <a16:creationId xmlns:a16="http://schemas.microsoft.com/office/drawing/2014/main" id="{7BE34303-1124-4B69-9E26-DECFAB7E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infrastructure-end">
            <a:extLst xmlns:a="http://schemas.openxmlformats.org/drawingml/2006/main">
              <a:ext uri="{FF2B5EF4-FFF2-40B4-BE49-F238E27FC236}">
                <a16:creationId xmlns:a16="http://schemas.microsoft.com/office/drawing/2014/main" id="{A31B39BD-371F-4768-937C-1548CC6D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4005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1EA8ABC9-9B68-40FF-BC45-4EE422C149D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8006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453E94CF-957A-4FF7-933B-09FAD1D656F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714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</p:txBody>
      </p:sp>
      <p:sp>
        <p:nvSpPr>
          <p:cNvPr id="38" name="!!rail-infrastructure-role">
            <a:extLst xmlns:a="http://schemas.openxmlformats.org/drawingml/2006/main">
              <a:ext uri="{FF2B5EF4-FFF2-40B4-BE49-F238E27FC236}">
                <a16:creationId xmlns:a16="http://schemas.microsoft.com/office/drawing/2014/main" id="{FD7C059A-CC45-4028-AAA0-5E6CE1CDF86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0482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Máy chủ • lưu trữ • bảo mật</a:t>
            </a:r>
          </a:p>
        </p:txBody>
      </p:sp>
    </p:spTree>
    <p:extLst>
      <p:ext uri="{BB962C8B-B14F-4D97-AF65-F5344CB8AC3E}">
        <p14:creationId xmlns:p14="http://schemas.microsoft.com/office/powerpoint/2010/main" val="1059322153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eyebrow">
            <a:extLst xmlns:a="http://schemas.openxmlformats.org/drawingml/2006/main">
              <a:ext uri="{FF2B5EF4-FFF2-40B4-BE49-F238E27FC236}">
                <a16:creationId xmlns:a16="http://schemas.microsoft.com/office/drawing/2014/main" id="{6B2CCF5B-983B-48E9-9E6D-C903E1BA2FF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KIẾN TRÚC / BỐN LỚP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6F6815AB-7095-4680-9A2E-AF22DB60D54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Nền tảng học trực tuyến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F3F1469C-F7DE-4149-BA72-1D5CA1447C4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Bốn lớp phối hợp để vận hành hành trình học tập.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519319D4-34D4-4BAB-BB95-87EEEDF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E5F4EA7F-6DC7-4EAC-AC69-86F327F6BFA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02 / TÁCH LỚP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4DE985B6-8BF1-4EA6-B2B0-5E259CCECC8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interface">
            <a:extLst xmlns:a="http://schemas.openxmlformats.org/drawingml/2006/main">
              <a:ext uri="{FF2B5EF4-FFF2-40B4-BE49-F238E27FC236}">
                <a16:creationId xmlns:a16="http://schemas.microsoft.com/office/drawing/2014/main" id="{877C9F1D-A0B9-4A18-AE32-6DA9A3F3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209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interface-number">
            <a:extLst xmlns:a="http://schemas.openxmlformats.org/drawingml/2006/main">
              <a:ext uri="{FF2B5EF4-FFF2-40B4-BE49-F238E27FC236}">
                <a16:creationId xmlns:a16="http://schemas.microsoft.com/office/drawing/2014/main" id="{592BA9C8-42D7-4B49-B0DA-6DF888D864B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3050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interface-trace">
            <a:extLst xmlns:a="http://schemas.openxmlformats.org/drawingml/2006/main">
              <a:ext uri="{FF2B5EF4-FFF2-40B4-BE49-F238E27FC236}">
                <a16:creationId xmlns:a16="http://schemas.microsoft.com/office/drawing/2014/main" id="{3BF59664-654C-4734-8B14-1ED065E4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4479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interface-node">
            <a:extLst xmlns:a="http://schemas.openxmlformats.org/drawingml/2006/main">
              <a:ext uri="{FF2B5EF4-FFF2-40B4-BE49-F238E27FC236}">
                <a16:creationId xmlns:a16="http://schemas.microsoft.com/office/drawing/2014/main" id="{FA5D405E-9F9C-48E2-99E6-4D4DFE5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362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interface-end">
            <a:extLst xmlns:a="http://schemas.openxmlformats.org/drawingml/2006/main">
              <a:ext uri="{FF2B5EF4-FFF2-40B4-BE49-F238E27FC236}">
                <a16:creationId xmlns:a16="http://schemas.microsoft.com/office/drawing/2014/main" id="{2F22CD4E-2537-42CE-9FD8-4E927892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3431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interface-number">
            <a:extLst xmlns:a="http://schemas.openxmlformats.org/drawingml/2006/main">
              <a:ext uri="{FF2B5EF4-FFF2-40B4-BE49-F238E27FC236}">
                <a16:creationId xmlns:a16="http://schemas.microsoft.com/office/drawing/2014/main" id="{00B669EF-5BE2-47E7-8991-E53A342EBC3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2860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interface-label">
            <a:extLst xmlns:a="http://schemas.openxmlformats.org/drawingml/2006/main">
              <a:ext uri="{FF2B5EF4-FFF2-40B4-BE49-F238E27FC236}">
                <a16:creationId xmlns:a16="http://schemas.microsoft.com/office/drawing/2014/main" id="{7CCA2B6F-8144-424E-9680-29185EA70CB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2002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Giao diện</a:t>
            </a:r>
          </a:p>
        </p:txBody>
      </p:sp>
      <p:sp>
        <p:nvSpPr>
          <p:cNvPr id="14" name="!!rail-interface-role">
            <a:extLst xmlns:a="http://schemas.openxmlformats.org/drawingml/2006/main">
              <a:ext uri="{FF2B5EF4-FFF2-40B4-BE49-F238E27FC236}">
                <a16:creationId xmlns:a16="http://schemas.microsoft.com/office/drawing/2014/main" id="{4FFD84AF-9EC2-4F3C-A05B-8240E2B24A5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5336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Xem bài • làm bài • theo dõi</a:t>
            </a:r>
          </a:p>
        </p:txBody>
      </p:sp>
      <p:sp>
        <p:nvSpPr>
          <p:cNvPr id="15" name="!!layer-learning-services">
            <a:extLst xmlns:a="http://schemas.openxmlformats.org/drawingml/2006/main">
              <a:ext uri="{FF2B5EF4-FFF2-40B4-BE49-F238E27FC236}">
                <a16:creationId xmlns:a16="http://schemas.microsoft.com/office/drawing/2014/main" id="{7B7EAE67-33F8-4D30-9405-1DBB3539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30480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EC465702-3730-4C5F-BCA5-A5B97B94308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1432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learning-services-trace">
            <a:extLst xmlns:a="http://schemas.openxmlformats.org/drawingml/2006/main">
              <a:ext uri="{FF2B5EF4-FFF2-40B4-BE49-F238E27FC236}">
                <a16:creationId xmlns:a16="http://schemas.microsoft.com/office/drawing/2014/main" id="{E4CAF275-4A0B-4550-A08C-FF5D18CE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2861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learning-services-node">
            <a:extLst xmlns:a="http://schemas.openxmlformats.org/drawingml/2006/main">
              <a:ext uri="{FF2B5EF4-FFF2-40B4-BE49-F238E27FC236}">
                <a16:creationId xmlns:a16="http://schemas.microsoft.com/office/drawing/2014/main" id="{8D83F9EC-5000-4064-A210-22A431BC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200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learning-services-end">
            <a:extLst xmlns:a="http://schemas.openxmlformats.org/drawingml/2006/main">
              <a:ext uri="{FF2B5EF4-FFF2-40B4-BE49-F238E27FC236}">
                <a16:creationId xmlns:a16="http://schemas.microsoft.com/office/drawing/2014/main" id="{22CFDB10-5DF7-4ECE-AEA7-599C9635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1813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688C2DE7-002E-4B99-A2A0-A54CF368ED4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1242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learning-services-label">
            <a:extLst xmlns:a="http://schemas.openxmlformats.org/drawingml/2006/main">
              <a:ext uri="{FF2B5EF4-FFF2-40B4-BE49-F238E27FC236}">
                <a16:creationId xmlns:a16="http://schemas.microsoft.com/office/drawing/2014/main" id="{D1CF6EAB-F542-4D82-A3E6-B2B4E2B4220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038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Dịch vụ học tập</a:t>
            </a:r>
          </a:p>
        </p:txBody>
      </p:sp>
      <p:sp>
        <p:nvSpPr>
          <p:cNvPr id="22" name="!!rail-learning-services-role">
            <a:extLst xmlns:a="http://schemas.openxmlformats.org/drawingml/2006/main">
              <a:ext uri="{FF2B5EF4-FFF2-40B4-BE49-F238E27FC236}">
                <a16:creationId xmlns:a16="http://schemas.microsoft.com/office/drawing/2014/main" id="{4A90B43F-661C-44DA-BE10-3C7CF28876B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3718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Khóa học • kiểm tra • tiến độ</a:t>
            </a:r>
          </a:p>
        </p:txBody>
      </p:sp>
      <p:sp>
        <p:nvSpPr>
          <p:cNvPr id="23" name="!!layer-content-data">
            <a:extLst xmlns:a="http://schemas.openxmlformats.org/drawingml/2006/main">
              <a:ext uri="{FF2B5EF4-FFF2-40B4-BE49-F238E27FC236}">
                <a16:creationId xmlns:a16="http://schemas.microsoft.com/office/drawing/2014/main" id="{8E6328F4-0D25-49CD-9197-B99DC104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8862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ent-data-number">
            <a:extLst xmlns:a="http://schemas.openxmlformats.org/drawingml/2006/main">
              <a:ext uri="{FF2B5EF4-FFF2-40B4-BE49-F238E27FC236}">
                <a16:creationId xmlns:a16="http://schemas.microsoft.com/office/drawing/2014/main" id="{78A69085-4A4E-48BC-8972-9D54EF4992C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981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ent-data-trace">
            <a:extLst xmlns:a="http://schemas.openxmlformats.org/drawingml/2006/main">
              <a:ext uri="{FF2B5EF4-FFF2-40B4-BE49-F238E27FC236}">
                <a16:creationId xmlns:a16="http://schemas.microsoft.com/office/drawing/2014/main" id="{734528D3-4BCD-420A-A5EA-D91877D7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41243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ent-data-node">
            <a:extLst xmlns:a="http://schemas.openxmlformats.org/drawingml/2006/main">
              <a:ext uri="{FF2B5EF4-FFF2-40B4-BE49-F238E27FC236}">
                <a16:creationId xmlns:a16="http://schemas.microsoft.com/office/drawing/2014/main" id="{1E9442CE-58C0-4801-85BF-60101D5B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4038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ent-data-end">
            <a:extLst xmlns:a="http://schemas.openxmlformats.org/drawingml/2006/main">
              <a:ext uri="{FF2B5EF4-FFF2-40B4-BE49-F238E27FC236}">
                <a16:creationId xmlns:a16="http://schemas.microsoft.com/office/drawing/2014/main" id="{C9758652-3A4F-46D4-A1FB-5CEA7BFE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40195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ent-data-number">
            <a:extLst xmlns:a="http://schemas.openxmlformats.org/drawingml/2006/main">
              <a:ext uri="{FF2B5EF4-FFF2-40B4-BE49-F238E27FC236}">
                <a16:creationId xmlns:a16="http://schemas.microsoft.com/office/drawing/2014/main" id="{3CBDC52D-5EF6-41B4-AC14-B7D58214E7C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9624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ent-data-label">
            <a:extLst xmlns:a="http://schemas.openxmlformats.org/drawingml/2006/main">
              <a:ext uri="{FF2B5EF4-FFF2-40B4-BE49-F238E27FC236}">
                <a16:creationId xmlns:a16="http://schemas.microsoft.com/office/drawing/2014/main" id="{13C9C66A-AB9B-4333-B865-3E72A45A516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8766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Nội dung &amp; dữ liệu</a:t>
            </a:r>
          </a:p>
        </p:txBody>
      </p:sp>
      <p:sp>
        <p:nvSpPr>
          <p:cNvPr id="30" name="!!rail-content-data-role">
            <a:extLst xmlns:a="http://schemas.openxmlformats.org/drawingml/2006/main">
              <a:ext uri="{FF2B5EF4-FFF2-40B4-BE49-F238E27FC236}">
                <a16:creationId xmlns:a16="http://schemas.microsoft.com/office/drawing/2014/main" id="{F21F8EA1-A4E8-4272-BCBE-8982E3F8359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1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Video • tài liệu • kết quả</a:t>
            </a:r>
          </a:p>
        </p:txBody>
      </p:sp>
      <p:sp>
        <p:nvSpPr>
          <p:cNvPr id="31" name="!!layer-infrastructure">
            <a:extLst xmlns:a="http://schemas.openxmlformats.org/drawingml/2006/main">
              <a:ext uri="{FF2B5EF4-FFF2-40B4-BE49-F238E27FC236}">
                <a16:creationId xmlns:a16="http://schemas.microsoft.com/office/drawing/2014/main" id="{21B1BF19-0129-4D2B-BB4A-7E9979ED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7244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6D809D65-6B80-4E15-8EB3-D06BFBC68C5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819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infrastructure-trace">
            <a:extLst xmlns:a="http://schemas.openxmlformats.org/drawingml/2006/main">
              <a:ext uri="{FF2B5EF4-FFF2-40B4-BE49-F238E27FC236}">
                <a16:creationId xmlns:a16="http://schemas.microsoft.com/office/drawing/2014/main" id="{F198215A-46E6-4668-8EEB-E9A454B9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9625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infrastructure-node">
            <a:extLst xmlns:a="http://schemas.openxmlformats.org/drawingml/2006/main">
              <a:ext uri="{FF2B5EF4-FFF2-40B4-BE49-F238E27FC236}">
                <a16:creationId xmlns:a16="http://schemas.microsoft.com/office/drawing/2014/main" id="{D22D170C-CF4A-474B-BC6A-50DEA5FE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876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infrastructure-end">
            <a:extLst xmlns:a="http://schemas.openxmlformats.org/drawingml/2006/main">
              <a:ext uri="{FF2B5EF4-FFF2-40B4-BE49-F238E27FC236}">
                <a16:creationId xmlns:a16="http://schemas.microsoft.com/office/drawing/2014/main" id="{4D9D36CE-8451-4C38-878D-65FCA611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8577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8189AC39-663B-4780-9676-B28B2C70461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8006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A027C346-F614-46C8-97A0-A50F8541F24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714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</p:txBody>
      </p:sp>
      <p:sp>
        <p:nvSpPr>
          <p:cNvPr id="38" name="!!rail-infrastructure-role">
            <a:extLst xmlns:a="http://schemas.openxmlformats.org/drawingml/2006/main">
              <a:ext uri="{FF2B5EF4-FFF2-40B4-BE49-F238E27FC236}">
                <a16:creationId xmlns:a16="http://schemas.microsoft.com/office/drawing/2014/main" id="{C527188E-2CE1-47FC-8BA6-B379AC699F3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0482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Máy chủ • lưu trữ • bảo mật</a:t>
            </a:r>
          </a:p>
        </p:txBody>
      </p:sp>
    </p:spTree>
    <p:extLst>
      <p:ext uri="{BB962C8B-B14F-4D97-AF65-F5344CB8AC3E}">
        <p14:creationId val="884685908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eyebrow">
            <a:extLst xmlns:a="http://schemas.openxmlformats.org/drawingml/2006/main">
              <a:ext uri="{FF2B5EF4-FFF2-40B4-BE49-F238E27FC236}">
                <a16:creationId xmlns:a16="http://schemas.microsoft.com/office/drawing/2014/main" id="{70AB79EB-D5F3-419F-950A-61A4B385DA8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KIẾN TRÚC / BỐN LỚP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AE97840F-18F0-47CA-A5C5-514BE3C18D0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Nền tảng học trực tuyến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55BCB103-438D-4B3D-BE20-3060E974057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Bốn lớp phối hợp để vận hành hành trình học tập.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2065C3AB-F766-416C-83F5-306CDE88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487F2C47-78E1-4403-AF44-B20C3207EDF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03 / GHÉP LẠI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C5B8687A-BAFD-4819-B740-C835B9A6C58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interface">
            <a:extLst xmlns:a="http://schemas.openxmlformats.org/drawingml/2006/main">
              <a:ext uri="{FF2B5EF4-FFF2-40B4-BE49-F238E27FC236}">
                <a16:creationId xmlns:a16="http://schemas.microsoft.com/office/drawing/2014/main" id="{4227FC13-2D9F-432B-A69E-ECFB7296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6670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interface-number">
            <a:extLst xmlns:a="http://schemas.openxmlformats.org/drawingml/2006/main">
              <a:ext uri="{FF2B5EF4-FFF2-40B4-BE49-F238E27FC236}">
                <a16:creationId xmlns:a16="http://schemas.microsoft.com/office/drawing/2014/main" id="{F0E6E618-E09D-4A72-81B5-999BE93AECF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7622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interface-trace">
            <a:extLst xmlns:a="http://schemas.openxmlformats.org/drawingml/2006/main">
              <a:ext uri="{FF2B5EF4-FFF2-40B4-BE49-F238E27FC236}">
                <a16:creationId xmlns:a16="http://schemas.microsoft.com/office/drawing/2014/main" id="{41BE607F-3ED5-4713-86A9-2FB3CB50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9051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interface-node">
            <a:extLst xmlns:a="http://schemas.openxmlformats.org/drawingml/2006/main">
              <a:ext uri="{FF2B5EF4-FFF2-40B4-BE49-F238E27FC236}">
                <a16:creationId xmlns:a16="http://schemas.microsoft.com/office/drawing/2014/main" id="{67E84F50-5E2D-4388-B743-C42CC125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81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interface-end">
            <a:extLst xmlns:a="http://schemas.openxmlformats.org/drawingml/2006/main">
              <a:ext uri="{FF2B5EF4-FFF2-40B4-BE49-F238E27FC236}">
                <a16:creationId xmlns:a16="http://schemas.microsoft.com/office/drawing/2014/main" id="{9E8296A4-FD14-42BF-9D4F-A5D81157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8003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interface-number">
            <a:extLst xmlns:a="http://schemas.openxmlformats.org/drawingml/2006/main">
              <a:ext uri="{FF2B5EF4-FFF2-40B4-BE49-F238E27FC236}">
                <a16:creationId xmlns:a16="http://schemas.microsoft.com/office/drawing/2014/main" id="{D277D972-7CD2-4571-BE36-410C68A8C5D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2860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interface-label">
            <a:extLst xmlns:a="http://schemas.openxmlformats.org/drawingml/2006/main">
              <a:ext uri="{FF2B5EF4-FFF2-40B4-BE49-F238E27FC236}">
                <a16:creationId xmlns:a16="http://schemas.microsoft.com/office/drawing/2014/main" id="{D48F6063-F3D8-4EAA-9380-2DC1F446DD0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2002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Giao diện</a:t>
            </a:r>
          </a:p>
        </p:txBody>
      </p:sp>
      <p:sp>
        <p:nvSpPr>
          <p:cNvPr id="14" name="!!rail-interface-role">
            <a:extLst xmlns:a="http://schemas.openxmlformats.org/drawingml/2006/main">
              <a:ext uri="{FF2B5EF4-FFF2-40B4-BE49-F238E27FC236}">
                <a16:creationId xmlns:a16="http://schemas.microsoft.com/office/drawing/2014/main" id="{1F12F2A5-2C5E-479A-BB43-11C220BA028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5336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Xem bài • làm bài • theo dõi</a:t>
            </a:r>
          </a:p>
        </p:txBody>
      </p:sp>
      <p:sp>
        <p:nvSpPr>
          <p:cNvPr id="15" name="!!layer-learning-services">
            <a:extLst xmlns:a="http://schemas.openxmlformats.org/drawingml/2006/main">
              <a:ext uri="{FF2B5EF4-FFF2-40B4-BE49-F238E27FC236}">
                <a16:creationId xmlns:a16="http://schemas.microsoft.com/office/drawing/2014/main" id="{A16AD7C6-94BA-4291-BB9F-03A58C76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32004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1ADD2AB5-D7AA-421E-B0B6-2C8C47C4FEA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295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learning-services-trace">
            <a:extLst xmlns:a="http://schemas.openxmlformats.org/drawingml/2006/main">
              <a:ext uri="{FF2B5EF4-FFF2-40B4-BE49-F238E27FC236}">
                <a16:creationId xmlns:a16="http://schemas.microsoft.com/office/drawing/2014/main" id="{F219D3FB-471B-4006-AF73-E8D3B528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4385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learning-services-node">
            <a:extLst xmlns:a="http://schemas.openxmlformats.org/drawingml/2006/main">
              <a:ext uri="{FF2B5EF4-FFF2-40B4-BE49-F238E27FC236}">
                <a16:creationId xmlns:a16="http://schemas.microsoft.com/office/drawing/2014/main" id="{772BC88C-577C-47BC-A719-374C587E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learning-services-end">
            <a:extLst xmlns:a="http://schemas.openxmlformats.org/drawingml/2006/main">
              <a:ext uri="{FF2B5EF4-FFF2-40B4-BE49-F238E27FC236}">
                <a16:creationId xmlns:a16="http://schemas.microsoft.com/office/drawing/2014/main" id="{692D1B2B-036B-45CB-A176-D08E3EEC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3337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D7051D30-57E8-449A-80E4-98354961CFF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1242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learning-services-label">
            <a:extLst xmlns:a="http://schemas.openxmlformats.org/drawingml/2006/main">
              <a:ext uri="{FF2B5EF4-FFF2-40B4-BE49-F238E27FC236}">
                <a16:creationId xmlns:a16="http://schemas.microsoft.com/office/drawing/2014/main" id="{0419EF0F-338D-40DF-A6A1-EEE53E16AEF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038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Dịch vụ học tập</a:t>
            </a:r>
          </a:p>
        </p:txBody>
      </p:sp>
      <p:sp>
        <p:nvSpPr>
          <p:cNvPr id="22" name="!!rail-learning-services-role">
            <a:extLst xmlns:a="http://schemas.openxmlformats.org/drawingml/2006/main">
              <a:ext uri="{FF2B5EF4-FFF2-40B4-BE49-F238E27FC236}">
                <a16:creationId xmlns:a16="http://schemas.microsoft.com/office/drawing/2014/main" id="{E67C85F1-D824-4DA2-A256-97ECFDC7000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3718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Khóa học • kiểm tra • tiến độ</a:t>
            </a:r>
          </a:p>
        </p:txBody>
      </p:sp>
      <p:sp>
        <p:nvSpPr>
          <p:cNvPr id="23" name="!!layer-content-data">
            <a:extLst xmlns:a="http://schemas.openxmlformats.org/drawingml/2006/main">
              <a:ext uri="{FF2B5EF4-FFF2-40B4-BE49-F238E27FC236}">
                <a16:creationId xmlns:a16="http://schemas.microsoft.com/office/drawing/2014/main" id="{CEAF8236-E6E2-4EC9-B644-D4A3D015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733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ent-data-number">
            <a:extLst xmlns:a="http://schemas.openxmlformats.org/drawingml/2006/main">
              <a:ext uri="{FF2B5EF4-FFF2-40B4-BE49-F238E27FC236}">
                <a16:creationId xmlns:a16="http://schemas.microsoft.com/office/drawing/2014/main" id="{39E7DD0F-A892-4C09-A084-E8EDC7E0B0A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8290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ent-data-trace">
            <a:extLst xmlns:a="http://schemas.openxmlformats.org/drawingml/2006/main">
              <a:ext uri="{FF2B5EF4-FFF2-40B4-BE49-F238E27FC236}">
                <a16:creationId xmlns:a16="http://schemas.microsoft.com/office/drawing/2014/main" id="{4234D8A8-84B3-4894-90FB-6C691A6A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9719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ent-data-node">
            <a:extLst xmlns:a="http://schemas.openxmlformats.org/drawingml/2006/main">
              <a:ext uri="{FF2B5EF4-FFF2-40B4-BE49-F238E27FC236}">
                <a16:creationId xmlns:a16="http://schemas.microsoft.com/office/drawing/2014/main" id="{D08D9756-0D3A-4E09-817F-DCDC2A13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886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ent-data-end">
            <a:extLst xmlns:a="http://schemas.openxmlformats.org/drawingml/2006/main">
              <a:ext uri="{FF2B5EF4-FFF2-40B4-BE49-F238E27FC236}">
                <a16:creationId xmlns:a16="http://schemas.microsoft.com/office/drawing/2014/main" id="{F744FFB6-5841-4A5A-B5C9-5C741A15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8671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ent-data-number">
            <a:extLst xmlns:a="http://schemas.openxmlformats.org/drawingml/2006/main">
              <a:ext uri="{FF2B5EF4-FFF2-40B4-BE49-F238E27FC236}">
                <a16:creationId xmlns:a16="http://schemas.microsoft.com/office/drawing/2014/main" id="{857F4BD4-D6EB-42C4-AECA-4910149355F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9624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ent-data-label">
            <a:extLst xmlns:a="http://schemas.openxmlformats.org/drawingml/2006/main">
              <a:ext uri="{FF2B5EF4-FFF2-40B4-BE49-F238E27FC236}">
                <a16:creationId xmlns:a16="http://schemas.microsoft.com/office/drawing/2014/main" id="{8C3DD5A9-9634-43E8-BE75-B89B38E2C81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8766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Nội dung &amp; dữ liệu</a:t>
            </a:r>
          </a:p>
        </p:txBody>
      </p:sp>
      <p:sp>
        <p:nvSpPr>
          <p:cNvPr id="30" name="!!rail-content-data-role">
            <a:extLst xmlns:a="http://schemas.openxmlformats.org/drawingml/2006/main">
              <a:ext uri="{FF2B5EF4-FFF2-40B4-BE49-F238E27FC236}">
                <a16:creationId xmlns:a16="http://schemas.microsoft.com/office/drawing/2014/main" id="{052EE656-957C-4978-BCC5-88AE477F171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1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Video • tài liệu • kết quả</a:t>
            </a:r>
          </a:p>
        </p:txBody>
      </p:sp>
      <p:sp>
        <p:nvSpPr>
          <p:cNvPr id="31" name="!!layer-infrastructure">
            <a:extLst xmlns:a="http://schemas.openxmlformats.org/drawingml/2006/main">
              <a:ext uri="{FF2B5EF4-FFF2-40B4-BE49-F238E27FC236}">
                <a16:creationId xmlns:a16="http://schemas.microsoft.com/office/drawing/2014/main" id="{EEC0D846-709E-48E7-846E-1C773AC6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2672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20E0CE37-7F3D-4B46-A892-3899E93694E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362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infrastructure-trace">
            <a:extLst xmlns:a="http://schemas.openxmlformats.org/drawingml/2006/main">
              <a:ext uri="{FF2B5EF4-FFF2-40B4-BE49-F238E27FC236}">
                <a16:creationId xmlns:a16="http://schemas.microsoft.com/office/drawing/2014/main" id="{EBB23F72-B99F-4DFD-B24F-7DB56772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5053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infrastructure-node">
            <a:extLst xmlns:a="http://schemas.openxmlformats.org/drawingml/2006/main">
              <a:ext uri="{FF2B5EF4-FFF2-40B4-BE49-F238E27FC236}">
                <a16:creationId xmlns:a16="http://schemas.microsoft.com/office/drawing/2014/main" id="{B709B7B3-12D2-4128-BEDC-716BD250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infrastructure-end">
            <a:extLst xmlns:a="http://schemas.openxmlformats.org/drawingml/2006/main">
              <a:ext uri="{FF2B5EF4-FFF2-40B4-BE49-F238E27FC236}">
                <a16:creationId xmlns:a16="http://schemas.microsoft.com/office/drawing/2014/main" id="{C9EA4B14-BCC8-4FD5-B16B-0F27F7BC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4005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32287B42-9739-4063-A5CF-CB20A747315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8006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AA860817-219E-47A4-979A-E490E5D484F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714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</p:txBody>
      </p:sp>
      <p:sp>
        <p:nvSpPr>
          <p:cNvPr id="38" name="!!rail-infrastructure-role">
            <a:extLst xmlns:a="http://schemas.openxmlformats.org/drawingml/2006/main">
              <a:ext uri="{FF2B5EF4-FFF2-40B4-BE49-F238E27FC236}">
                <a16:creationId xmlns:a16="http://schemas.microsoft.com/office/drawing/2014/main" id="{3DB9ECE1-04CB-46C9-80FA-13CCACF694D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0482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Máy chủ • lưu trữ • bảo mật</a:t>
            </a:r>
          </a:p>
        </p:txBody>
      </p:sp>
    </p:spTree>
    <p:extLst>
      <p:ext uri="{BB962C8B-B14F-4D97-AF65-F5344CB8AC3E}">
        <p14:creationId val="1096956565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2026-10-04T09:16:10.2720000Z</dcterms:created>
  <dcterms:modified xsi:type="dcterms:W3CDTF">2026-10-04T09:16:10.2720000Z</dcterms:modified>
</coreProperties>
</file>