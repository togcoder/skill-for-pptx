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da83b76584427b" /><Relationship Type="http://schemas.openxmlformats.org/officeDocument/2006/relationships/extended-properties" Target="/docProps/app.xml" Id="Rffa9e100d4c943e2" /><Relationship Type="http://schemas.openxmlformats.org/officeDocument/2006/relationships/officeDocument" Target="/ppt/presentation.xml" Id="R304bf9e9e7df45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f04ba2d6f544f2"/>
  </p:sldMasterIdLst>
  <p:notesMasterIdLst>
    <p:notesMasterId xmlns:r="http://schemas.openxmlformats.org/officeDocument/2006/relationships" r:id="R79e377b5d70a4975"/>
  </p:notesMasterIdLst>
  <p:sldIdLst>
    <p:sldId xmlns:r="http://schemas.openxmlformats.org/officeDocument/2006/relationships" id="256" r:id="R2303a88559ee457c"/>
    <p:sldId xmlns:r="http://schemas.openxmlformats.org/officeDocument/2006/relationships" id="257" r:id="R69049d64fe7e4af3"/>
    <p:sldId xmlns:r="http://schemas.openxmlformats.org/officeDocument/2006/relationships" id="258" r:id="Rc41296fe38514c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cd96f19d104056" /><Relationship Type="http://schemas.openxmlformats.org/officeDocument/2006/relationships/slideMaster" Target="/ppt/slideMasters/slideMaster1.xml" Id="Rc1f04ba2d6f544f2" /><Relationship Type="http://schemas.openxmlformats.org/officeDocument/2006/relationships/notesMaster" Target="/ppt/notesMasters/notesMaster1.xml" Id="R79e377b5d70a4975" /><Relationship Type="http://schemas.openxmlformats.org/officeDocument/2006/relationships/presProps" Target="/ppt/presProps.xml" Id="R4ae9ac13a3544f10" /><Relationship Type="http://schemas.openxmlformats.org/officeDocument/2006/relationships/tableStyles" Target="/ppt/tableStyles.xml" Id="R15f1a54130484773" /><Relationship Type="http://schemas.openxmlformats.org/officeDocument/2006/relationships/slide" Target="/ppt/slides/slide1.xml" Id="R2303a88559ee457c" /><Relationship Type="http://schemas.openxmlformats.org/officeDocument/2006/relationships/slide" Target="/ppt/slides/slide2.xml" Id="R69049d64fe7e4af3" /><Relationship Type="http://schemas.openxmlformats.org/officeDocument/2006/relationships/slide" Target="/ppt/slides/slide3.xml" Id="Rc41296fe38514c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d14ea23d5745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367d9708924d81" /><Relationship Type="http://schemas.openxmlformats.org/officeDocument/2006/relationships/notesMaster" Target="/ppt/notesMasters/notesMaster1.xml" Id="Rf3bef087c46548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81ff4cfcff4291" /><Relationship Type="http://schemas.openxmlformats.org/officeDocument/2006/relationships/notesMaster" Target="/ppt/notesMasters/notesMaster1.xml" Id="Rc13f3b3aea534c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96813c8f14415d" /><Relationship Type="http://schemas.openxmlformats.org/officeDocument/2006/relationships/notesMaster" Target="/ppt/notesMasters/notesMaster1.xml" Id="R33a148bd958a45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 / TỔNG THỂ. Giải thích kiến trúc một nền tảng học trực tuyến qua 4 lớp bằng hiệu ứng tách lớp rồi ghép lại, nhãn tiếng Việt ngắn và dễ đọc.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  <a:p xmlns:a="http://schemas.openxmlformats.org/drawingml/2006/main">
            <a:r>
              <a:t>Reference: https://www.presentation-process.com/layer-diagram.html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 / TÁCH LỚP. Giải thích kiến trúc một nền tảng học trực tuyến qua 4 lớp bằng hiệu ứng tách lớp rồi ghép lại, nhãn tiếng Việt ngắn và dễ đọc.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  <a:p xmlns:a="http://schemas.openxmlformats.org/drawingml/2006/main">
            <a:r>
              <a:t>Reference: https://www.presentation-process.com/layer-diagram.html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 / GHÉP LẠI. Giải thích kiến trúc một nền tảng học trực tuyến qua 4 lớp bằng hiệu ứng tách lớp rồi ghép lại, nhãn tiếng Việt ngắn và dễ đọc.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  <a:p xmlns:a="http://schemas.openxmlformats.org/drawingml/2006/main">
            <a:r>
              <a:t>Reference: https://www.presentation-process.com/layer-diagram.html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b5abee31947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89da27ec3f49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482ab124794f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8b97f73b4543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9d61a7ef2247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cac55aeb554d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382830C-16ED-4691-9595-88210601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75A5EEE-AD53-43BD-8A46-1FA9898192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1387455-19F8-4A2B-946F-7490976F67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CB398B2-7EAF-4B1C-B2B1-5594C071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CFB7392-08D1-41A8-8534-BD59425313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003BA23-2FE2-47AC-80FB-3BD3838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FA62189-6301-45A1-B3FC-49A611C232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6CBE65E-021E-42D3-89FF-69A068EB4B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D3971DC-F7FE-420A-B59F-0CC79924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D93FB12-71DC-40F4-86C8-2FC0BA347C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22A30D-29AA-452F-910E-7DD00D6565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273080A-C2D9-4B1C-B2F7-278168C22F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FCFF904-4C1F-4B5E-843E-50F1FC67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8A20E6-324C-4599-99F3-3D105F4061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A01167-BA32-4F59-984F-312398BA6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fd8d5fc27f4008" /><Relationship Type="http://schemas.openxmlformats.org/officeDocument/2006/relationships/slideLayout" Target="/ppt/slideLayouts/slideLayout1.xml" Id="R1bcd53d528d44163" /><Relationship Type="http://schemas.openxmlformats.org/officeDocument/2006/relationships/slideLayout" Target="/ppt/slideLayouts/slideLayout2.xml" Id="Re4a5389c4f984c5e" /><Relationship Type="http://schemas.openxmlformats.org/officeDocument/2006/relationships/slideLayout" Target="/ppt/slideLayouts/slideLayout3.xml" Id="R15c3614e14f64519" /><Relationship Type="http://schemas.openxmlformats.org/officeDocument/2006/relationships/slideLayout" Target="/ppt/slideLayouts/slideLayout4.xml" Id="Rb3b28b3058cd4377" /><Relationship Type="http://schemas.openxmlformats.org/officeDocument/2006/relationships/slideLayout" Target="/ppt/slideLayouts/slideLayout5.xml" Id="Re919ca2f96914af4" /><Relationship Type="http://schemas.openxmlformats.org/officeDocument/2006/relationships/slideLayout" Target="/ppt/slideLayouts/slideLayout6.xml" Id="R5cd8e7eceef24e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cd53d528d44163"/>
    <p:sldLayoutId xmlns:r="http://schemas.openxmlformats.org/officeDocument/2006/relationships" id="2147483650" r:id="Re4a5389c4f984c5e"/>
    <p:sldLayoutId xmlns:r="http://schemas.openxmlformats.org/officeDocument/2006/relationships" id="2147483651" r:id="R15c3614e14f64519"/>
    <p:sldLayoutId xmlns:r="http://schemas.openxmlformats.org/officeDocument/2006/relationships" id="2147483652" r:id="Rb3b28b3058cd4377"/>
    <p:sldLayoutId xmlns:r="http://schemas.openxmlformats.org/officeDocument/2006/relationships" id="2147483653" r:id="Re919ca2f96914af4"/>
    <p:sldLayoutId xmlns:r="http://schemas.openxmlformats.org/officeDocument/2006/relationships" id="2147483654" r:id="R5cd8e7eceef24e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bd67abe4b7448e" /><Relationship Type="http://schemas.openxmlformats.org/officeDocument/2006/relationships/notesSlide" Target="/ppt/notesSlides/notesSlide1.xml" Id="R50f64916dd3648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4fa0642b1840fc" /><Relationship Type="http://schemas.openxmlformats.org/officeDocument/2006/relationships/notesSlide" Target="/ppt/notesSlides/notesSlide2.xml" Id="Raedd880e38754a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db224d98074743" /><Relationship Type="http://schemas.openxmlformats.org/officeDocument/2006/relationships/notesSlide" Target="/ppt/notesSlides/notesSlide3.xml" Id="R2784d0aae5bb48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!!eyebrow">
            <a:extLst xmlns:a="http://schemas.openxmlformats.org/drawingml/2006/main">
              <a:ext uri="{FF2B5EF4-FFF2-40B4-BE49-F238E27FC236}">
                <a16:creationId xmlns:a16="http://schemas.microsoft.com/office/drawing/2014/main" id="{7B7BBFD8-FFB5-4D7B-8629-FAC1F7EEA5E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6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KIẾN TRÚC / BỐN LỚP</a:t>
            </a:r>
          </a:p>
        </p:txBody>
      </p:sp>
      <p:sp>
        <p:nvSpPr>
          <p:cNvPr id="2" name="!!title">
            <a:extLst xmlns:a="http://schemas.openxmlformats.org/drawingml/2006/main">
              <a:ext uri="{FF2B5EF4-FFF2-40B4-BE49-F238E27FC236}">
                <a16:creationId xmlns:a16="http://schemas.microsoft.com/office/drawing/2014/main" id="{5A09F970-9464-4C5E-99B9-AF0A7B6CAD7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2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rPr>
              <a:t>Nền tảng học trực tuyến</a:t>
            </a:r>
          </a:p>
        </p:txBody>
      </p:sp>
      <p:sp>
        <p:nvSpPr>
          <p:cNvPr id="3" name="!!subtitle">
            <a:extLst xmlns:a="http://schemas.openxmlformats.org/drawingml/2006/main">
              <a:ext uri="{FF2B5EF4-FFF2-40B4-BE49-F238E27FC236}">
                <a16:creationId xmlns:a16="http://schemas.microsoft.com/office/drawing/2014/main" id="{98CFAB5E-4727-4C9C-A6EE-EC1704230FD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285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rPr>
              <a:t>Bốn lớp phối hợp để vận hành hành trình học tập.</a:t>
            </a:r>
          </a:p>
        </p:txBody>
      </p:sp>
      <p:sp>
        <p:nvSpPr>
          <p:cNvPr id="4" name="!!divider">
            <a:extLst xmlns:a="http://schemas.openxmlformats.org/drawingml/2006/main">
              <a:ext uri="{FF2B5EF4-FFF2-40B4-BE49-F238E27FC236}">
                <a16:creationId xmlns:a16="http://schemas.microsoft.com/office/drawing/2014/main" id="{90998629-B59A-406C-8A72-5D3345C8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1924050"/>
            <a:ext cx="190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240"/>
          </a:solidFill>
          <a:ln xmlns:a="http://schemas.openxmlformats.org/drawingml/2006/main" w="0">
            <a:noFill/>
          </a:ln>
        </p:spPr>
      </p:sp>
      <p:sp>
        <p:nvSpPr>
          <p:cNvPr id="5" name="!!scene">
            <a:extLst xmlns:a="http://schemas.openxmlformats.org/drawingml/2006/main">
              <a:ext uri="{FF2B5EF4-FFF2-40B4-BE49-F238E27FC236}">
                <a16:creationId xmlns:a16="http://schemas.microsoft.com/office/drawing/2014/main" id="{99A36059-43AC-4C38-A527-6291630678E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972175"/>
            <a:ext cx="5476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rPr>
              <a:t>01 / TỔNG THỂ</a:t>
            </a:r>
          </a:p>
        </p:txBody>
      </p:sp>
      <p:sp>
        <p:nvSpPr>
          <p:cNvPr id="6" name="!!footer">
            <a:extLst xmlns:a="http://schemas.openxmlformats.org/drawingml/2006/main">
              <a:ext uri="{FF2B5EF4-FFF2-40B4-BE49-F238E27FC236}">
                <a16:creationId xmlns:a16="http://schemas.microsoft.com/office/drawing/2014/main" id="{1F6AA9E8-0BAE-4F53-B1E2-A5CBE72AB8E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6019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Sơ đồ minh họa • dữ liệu giả định</a:t>
            </a:r>
          </a:p>
        </p:txBody>
      </p:sp>
      <p:sp>
        <p:nvSpPr>
          <p:cNvPr id="7" name="!!layer-interface">
            <a:extLst xmlns:a="http://schemas.openxmlformats.org/drawingml/2006/main">
              <a:ext uri="{FF2B5EF4-FFF2-40B4-BE49-F238E27FC236}">
                <a16:creationId xmlns:a16="http://schemas.microsoft.com/office/drawing/2014/main" id="{2479628E-8027-49D8-9890-A2436D56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6670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54E7FF"/>
            </a:solidFill>
          </a:ln>
        </p:spPr>
      </p:sp>
      <p:sp>
        <p:nvSpPr>
          <p:cNvPr id="8" name="!!interface-number">
            <a:extLst xmlns:a="http://schemas.openxmlformats.org/drawingml/2006/main">
              <a:ext uri="{FF2B5EF4-FFF2-40B4-BE49-F238E27FC236}">
                <a16:creationId xmlns:a16="http://schemas.microsoft.com/office/drawing/2014/main" id="{C96DA0DB-FD07-4054-A96F-0D695C70A29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762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!!interface-trace">
            <a:extLst xmlns:a="http://schemas.openxmlformats.org/drawingml/2006/main">
              <a:ext uri="{FF2B5EF4-FFF2-40B4-BE49-F238E27FC236}">
                <a16:creationId xmlns:a16="http://schemas.microsoft.com/office/drawing/2014/main" id="{BF4D3442-DC04-4648-A14A-ED3BF89A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9051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0" name="!!interface-node">
            <a:extLst xmlns:a="http://schemas.openxmlformats.org/drawingml/2006/main">
              <a:ext uri="{FF2B5EF4-FFF2-40B4-BE49-F238E27FC236}">
                <a16:creationId xmlns:a16="http://schemas.microsoft.com/office/drawing/2014/main" id="{95994ECC-674F-4696-93DD-2BFA3077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819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1" name="!!interface-end">
            <a:extLst xmlns:a="http://schemas.openxmlformats.org/drawingml/2006/main">
              <a:ext uri="{FF2B5EF4-FFF2-40B4-BE49-F238E27FC236}">
                <a16:creationId xmlns:a16="http://schemas.microsoft.com/office/drawing/2014/main" id="{A69E77C0-0865-4C17-A6CF-7229ED77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28003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2" name="!!rail-interface-number">
            <a:extLst xmlns:a="http://schemas.openxmlformats.org/drawingml/2006/main">
              <a:ext uri="{FF2B5EF4-FFF2-40B4-BE49-F238E27FC236}">
                <a16:creationId xmlns:a16="http://schemas.microsoft.com/office/drawing/2014/main" id="{473A7CE0-7A59-4AF3-96AE-6DDB313A773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2860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3" name="!!rail-interface-label">
            <a:extLst xmlns:a="http://schemas.openxmlformats.org/drawingml/2006/main">
              <a:ext uri="{FF2B5EF4-FFF2-40B4-BE49-F238E27FC236}">
                <a16:creationId xmlns:a16="http://schemas.microsoft.com/office/drawing/2014/main" id="{189D26B3-261D-4876-BDB0-CE68E966218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2002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Giao diện</a:t>
            </a:r>
          </a:p>
        </p:txBody>
      </p:sp>
      <p:sp>
        <p:nvSpPr>
          <p:cNvPr id="14" name="!!rail-interface-role">
            <a:extLst xmlns:a="http://schemas.openxmlformats.org/drawingml/2006/main">
              <a:ext uri="{FF2B5EF4-FFF2-40B4-BE49-F238E27FC236}">
                <a16:creationId xmlns:a16="http://schemas.microsoft.com/office/drawing/2014/main" id="{A0AA4631-6AC0-407F-8610-A3F0D9F039E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5336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Xem bài • làm bài • theo dõi</a:t>
            </a:r>
          </a:p>
        </p:txBody>
      </p:sp>
      <p:sp>
        <p:nvSpPr>
          <p:cNvPr id="15" name="!!layer-learning-services">
            <a:extLst xmlns:a="http://schemas.openxmlformats.org/drawingml/2006/main">
              <a:ext uri="{FF2B5EF4-FFF2-40B4-BE49-F238E27FC236}">
                <a16:creationId xmlns:a16="http://schemas.microsoft.com/office/drawing/2014/main" id="{37F44728-E0E8-4A2F-9010-C621FEA9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32004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BAFA64"/>
            </a:solidFill>
          </a:ln>
        </p:spPr>
      </p:sp>
      <p:sp>
        <p:nvSpPr>
          <p:cNvPr id="16" name="!!learning-services-number">
            <a:extLst xmlns:a="http://schemas.openxmlformats.org/drawingml/2006/main">
              <a:ext uri="{FF2B5EF4-FFF2-40B4-BE49-F238E27FC236}">
                <a16:creationId xmlns:a16="http://schemas.microsoft.com/office/drawing/2014/main" id="{575D337A-F4CB-49C9-939E-8D1BC9BBCED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2956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7" name="!!learning-services-trace">
            <a:extLst xmlns:a="http://schemas.openxmlformats.org/drawingml/2006/main">
              <a:ext uri="{FF2B5EF4-FFF2-40B4-BE49-F238E27FC236}">
                <a16:creationId xmlns:a16="http://schemas.microsoft.com/office/drawing/2014/main" id="{299EF9BC-F00F-4B19-9701-1E90249F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725" y="34385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8" name="!!learning-services-node">
            <a:extLst xmlns:a="http://schemas.openxmlformats.org/drawingml/2006/main">
              <a:ext uri="{FF2B5EF4-FFF2-40B4-BE49-F238E27FC236}">
                <a16:creationId xmlns:a16="http://schemas.microsoft.com/office/drawing/2014/main" id="{33102E1D-3B3A-4BC9-AB7E-9902B1A0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3352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9" name="!!learning-services-end">
            <a:extLst xmlns:a="http://schemas.openxmlformats.org/drawingml/2006/main">
              <a:ext uri="{FF2B5EF4-FFF2-40B4-BE49-F238E27FC236}">
                <a16:creationId xmlns:a16="http://schemas.microsoft.com/office/drawing/2014/main" id="{5098C038-AD2D-4252-BF76-851529A1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33337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20" name="!!rail-learning-services-number">
            <a:extLst xmlns:a="http://schemas.openxmlformats.org/drawingml/2006/main">
              <a:ext uri="{FF2B5EF4-FFF2-40B4-BE49-F238E27FC236}">
                <a16:creationId xmlns:a16="http://schemas.microsoft.com/office/drawing/2014/main" id="{30E1B936-D308-42E1-BE87-8719A560301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1242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21" name="!!rail-learning-services-label">
            <a:extLst xmlns:a="http://schemas.openxmlformats.org/drawingml/2006/main">
              <a:ext uri="{FF2B5EF4-FFF2-40B4-BE49-F238E27FC236}">
                <a16:creationId xmlns:a16="http://schemas.microsoft.com/office/drawing/2014/main" id="{5A52610B-3236-4779-B3BE-69B3226A9A5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0384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Dịch vụ học tập</a:t>
            </a:r>
          </a:p>
        </p:txBody>
      </p:sp>
      <p:sp>
        <p:nvSpPr>
          <p:cNvPr id="22" name="!!rail-learning-services-role">
            <a:extLst xmlns:a="http://schemas.openxmlformats.org/drawingml/2006/main">
              <a:ext uri="{FF2B5EF4-FFF2-40B4-BE49-F238E27FC236}">
                <a16:creationId xmlns:a16="http://schemas.microsoft.com/office/drawing/2014/main" id="{254DF807-9DB6-4B37-ABB1-9D8A5AE7398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3718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Khóa học • kiểm tra • tiến độ</a:t>
            </a:r>
          </a:p>
        </p:txBody>
      </p:sp>
      <p:sp>
        <p:nvSpPr>
          <p:cNvPr id="23" name="!!layer-content-data">
            <a:extLst xmlns:a="http://schemas.openxmlformats.org/drawingml/2006/main">
              <a:ext uri="{FF2B5EF4-FFF2-40B4-BE49-F238E27FC236}">
                <a16:creationId xmlns:a16="http://schemas.microsoft.com/office/drawing/2014/main" id="{63E0CF3E-3A32-468B-8262-6780B111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7338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BC70"/>
            </a:solidFill>
          </a:ln>
        </p:spPr>
      </p:sp>
      <p:sp>
        <p:nvSpPr>
          <p:cNvPr id="24" name="!!content-data-number">
            <a:extLst xmlns:a="http://schemas.openxmlformats.org/drawingml/2006/main">
              <a:ext uri="{FF2B5EF4-FFF2-40B4-BE49-F238E27FC236}">
                <a16:creationId xmlns:a16="http://schemas.microsoft.com/office/drawing/2014/main" id="{D4E75915-330D-442A-A0A6-6C616052A30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8290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5" name="!!content-data-trace">
            <a:extLst xmlns:a="http://schemas.openxmlformats.org/drawingml/2006/main">
              <a:ext uri="{FF2B5EF4-FFF2-40B4-BE49-F238E27FC236}">
                <a16:creationId xmlns:a16="http://schemas.microsoft.com/office/drawing/2014/main" id="{B87495E3-BE37-4CE4-8A81-46930E4E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9719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6" name="!!content-data-node">
            <a:extLst xmlns:a="http://schemas.openxmlformats.org/drawingml/2006/main">
              <a:ext uri="{FF2B5EF4-FFF2-40B4-BE49-F238E27FC236}">
                <a16:creationId xmlns:a16="http://schemas.microsoft.com/office/drawing/2014/main" id="{873C5817-233A-4DB9-980E-B20FBE53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886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7" name="!!content-data-end">
            <a:extLst xmlns:a="http://schemas.openxmlformats.org/drawingml/2006/main">
              <a:ext uri="{FF2B5EF4-FFF2-40B4-BE49-F238E27FC236}">
                <a16:creationId xmlns:a16="http://schemas.microsoft.com/office/drawing/2014/main" id="{57352FB3-A9E3-4BA8-98AC-AFFB0A6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38671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8" name="!!rail-content-data-number">
            <a:extLst xmlns:a="http://schemas.openxmlformats.org/drawingml/2006/main">
              <a:ext uri="{FF2B5EF4-FFF2-40B4-BE49-F238E27FC236}">
                <a16:creationId xmlns:a16="http://schemas.microsoft.com/office/drawing/2014/main" id="{B62E4778-61FC-4916-8F8E-31415DAF431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9624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9" name="!!rail-content-data-label">
            <a:extLst xmlns:a="http://schemas.openxmlformats.org/drawingml/2006/main">
              <a:ext uri="{FF2B5EF4-FFF2-40B4-BE49-F238E27FC236}">
                <a16:creationId xmlns:a16="http://schemas.microsoft.com/office/drawing/2014/main" id="{9A29A5E9-1D97-4416-A965-5CA54C4E1F4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8766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Nội dung &amp; dữ liệu</a:t>
            </a:r>
          </a:p>
        </p:txBody>
      </p:sp>
      <p:sp>
        <p:nvSpPr>
          <p:cNvPr id="30" name="!!rail-content-data-role">
            <a:extLst xmlns:a="http://schemas.openxmlformats.org/drawingml/2006/main">
              <a:ext uri="{FF2B5EF4-FFF2-40B4-BE49-F238E27FC236}">
                <a16:creationId xmlns:a16="http://schemas.microsoft.com/office/drawing/2014/main" id="{958198B2-5368-426D-93B6-3962A0BFC6A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2100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Video • tài liệu • kết quả</a:t>
            </a:r>
          </a:p>
        </p:txBody>
      </p:sp>
      <p:sp>
        <p:nvSpPr>
          <p:cNvPr id="31" name="!!layer-infrastructure">
            <a:extLst xmlns:a="http://schemas.openxmlformats.org/drawingml/2006/main">
              <a:ext uri="{FF2B5EF4-FFF2-40B4-BE49-F238E27FC236}">
                <a16:creationId xmlns:a16="http://schemas.microsoft.com/office/drawing/2014/main" id="{D8635DAB-46ED-4623-A79C-2301B97F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2672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C59EFF"/>
            </a:solidFill>
          </a:ln>
        </p:spPr>
      </p:sp>
      <p:sp>
        <p:nvSpPr>
          <p:cNvPr id="32" name="!!infrastructure-number">
            <a:extLst xmlns:a="http://schemas.openxmlformats.org/drawingml/2006/main">
              <a:ext uri="{FF2B5EF4-FFF2-40B4-BE49-F238E27FC236}">
                <a16:creationId xmlns:a16="http://schemas.microsoft.com/office/drawing/2014/main" id="{005B73D6-8683-414D-9D77-C97A2C41615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4362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3" name="!!infrastructure-trace">
            <a:extLst xmlns:a="http://schemas.openxmlformats.org/drawingml/2006/main">
              <a:ext uri="{FF2B5EF4-FFF2-40B4-BE49-F238E27FC236}">
                <a16:creationId xmlns:a16="http://schemas.microsoft.com/office/drawing/2014/main" id="{7D37BBC9-706A-449A-9648-5969A608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45053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4" name="!!infrastructure-node">
            <a:extLst xmlns:a="http://schemas.openxmlformats.org/drawingml/2006/main">
              <a:ext uri="{FF2B5EF4-FFF2-40B4-BE49-F238E27FC236}">
                <a16:creationId xmlns:a16="http://schemas.microsoft.com/office/drawing/2014/main" id="{C9FC98BF-CE6D-411B-94A2-1E3D7C78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5" name="!!infrastructure-end">
            <a:extLst xmlns:a="http://schemas.openxmlformats.org/drawingml/2006/main">
              <a:ext uri="{FF2B5EF4-FFF2-40B4-BE49-F238E27FC236}">
                <a16:creationId xmlns:a16="http://schemas.microsoft.com/office/drawing/2014/main" id="{C7BFEBA9-8E6D-4E61-ABBB-AA3F2979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3075" y="44005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6" name="!!rail-infrastructure-number">
            <a:extLst xmlns:a="http://schemas.openxmlformats.org/drawingml/2006/main">
              <a:ext uri="{FF2B5EF4-FFF2-40B4-BE49-F238E27FC236}">
                <a16:creationId xmlns:a16="http://schemas.microsoft.com/office/drawing/2014/main" id="{EE1E6DB4-0E93-4E2E-B779-056D5B2CD19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8006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7" name="!!rail-infrastructure-label">
            <a:extLst xmlns:a="http://schemas.openxmlformats.org/drawingml/2006/main">
              <a:ext uri="{FF2B5EF4-FFF2-40B4-BE49-F238E27FC236}">
                <a16:creationId xmlns:a16="http://schemas.microsoft.com/office/drawing/2014/main" id="{605C7AC3-D51A-4877-B2E4-B032881E148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714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Hạ tầng</a:t>
            </a:r>
          </a:p>
        </p:txBody>
      </p:sp>
      <p:sp>
        <p:nvSpPr>
          <p:cNvPr id="38" name="!!rail-infrastructure-role">
            <a:extLst xmlns:a="http://schemas.openxmlformats.org/drawingml/2006/main">
              <a:ext uri="{FF2B5EF4-FFF2-40B4-BE49-F238E27FC236}">
                <a16:creationId xmlns:a16="http://schemas.microsoft.com/office/drawing/2014/main" id="{F2EC6DAC-71CB-4C10-A250-D6AA2E2E6DF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0482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Máy chủ • lưu trữ • bảo mật</a:t>
            </a:r>
          </a:p>
        </p:txBody>
      </p:sp>
    </p:spTree>
    <p:extLst>
      <p:ext uri="{BB962C8B-B14F-4D97-AF65-F5344CB8AC3E}">
        <p14:creationId xmlns:p14="http://schemas.microsoft.com/office/powerpoint/2010/main" val="36018467"/>
      </p:ext>
    </p:extLst>
  </p:cSld>
</p:sld>
</file>

<file path=ppt/slides/slide2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!!eyebrow">
            <a:extLst xmlns:a="http://schemas.openxmlformats.org/drawingml/2006/main">
              <a:ext uri="{FF2B5EF4-FFF2-40B4-BE49-F238E27FC236}">
                <a16:creationId xmlns:a16="http://schemas.microsoft.com/office/drawing/2014/main" id="{E6B6238A-642A-4331-8013-9788FCEEAAD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6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KIẾN TRÚC / BỐN LỚP</a:t>
            </a:r>
          </a:p>
        </p:txBody>
      </p:sp>
      <p:sp>
        <p:nvSpPr>
          <p:cNvPr id="2" name="!!title">
            <a:extLst xmlns:a="http://schemas.openxmlformats.org/drawingml/2006/main">
              <a:ext uri="{FF2B5EF4-FFF2-40B4-BE49-F238E27FC236}">
                <a16:creationId xmlns:a16="http://schemas.microsoft.com/office/drawing/2014/main" id="{A94AC63E-6176-400E-A78F-1F942CB9B12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2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rPr>
              <a:t>Nền tảng học trực tuyến</a:t>
            </a:r>
          </a:p>
        </p:txBody>
      </p:sp>
      <p:sp>
        <p:nvSpPr>
          <p:cNvPr id="3" name="!!subtitle">
            <a:extLst xmlns:a="http://schemas.openxmlformats.org/drawingml/2006/main">
              <a:ext uri="{FF2B5EF4-FFF2-40B4-BE49-F238E27FC236}">
                <a16:creationId xmlns:a16="http://schemas.microsoft.com/office/drawing/2014/main" id="{521489DD-32A4-45C3-AE36-7A1A1CC7A56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285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rPr>
              <a:t>Bốn lớp phối hợp để vận hành hành trình học tập.</a:t>
            </a:r>
          </a:p>
        </p:txBody>
      </p:sp>
      <p:sp>
        <p:nvSpPr>
          <p:cNvPr id="4" name="!!divider">
            <a:extLst xmlns:a="http://schemas.openxmlformats.org/drawingml/2006/main">
              <a:ext uri="{FF2B5EF4-FFF2-40B4-BE49-F238E27FC236}">
                <a16:creationId xmlns:a16="http://schemas.microsoft.com/office/drawing/2014/main" id="{D7C837B4-08E6-4CEC-B47F-6569C2D2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1924050"/>
            <a:ext cx="190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240"/>
          </a:solidFill>
          <a:ln xmlns:a="http://schemas.openxmlformats.org/drawingml/2006/main" w="0">
            <a:noFill/>
          </a:ln>
        </p:spPr>
      </p:sp>
      <p:sp>
        <p:nvSpPr>
          <p:cNvPr id="5" name="!!scene">
            <a:extLst xmlns:a="http://schemas.openxmlformats.org/drawingml/2006/main">
              <a:ext uri="{FF2B5EF4-FFF2-40B4-BE49-F238E27FC236}">
                <a16:creationId xmlns:a16="http://schemas.microsoft.com/office/drawing/2014/main" id="{1364703F-E747-49C2-BB96-A23D4B21485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972175"/>
            <a:ext cx="5476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rPr>
              <a:t>02 / TÁCH LỚP</a:t>
            </a:r>
          </a:p>
        </p:txBody>
      </p:sp>
      <p:sp>
        <p:nvSpPr>
          <p:cNvPr id="6" name="!!footer">
            <a:extLst xmlns:a="http://schemas.openxmlformats.org/drawingml/2006/main">
              <a:ext uri="{FF2B5EF4-FFF2-40B4-BE49-F238E27FC236}">
                <a16:creationId xmlns:a16="http://schemas.microsoft.com/office/drawing/2014/main" id="{06382307-3999-4E6C-8C68-A2A0A8E7414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6019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Sơ đồ minh họa • dữ liệu giả định</a:t>
            </a:r>
          </a:p>
        </p:txBody>
      </p:sp>
      <p:sp>
        <p:nvSpPr>
          <p:cNvPr id="7" name="!!layer-interface">
            <a:extLst xmlns:a="http://schemas.openxmlformats.org/drawingml/2006/main">
              <a:ext uri="{FF2B5EF4-FFF2-40B4-BE49-F238E27FC236}">
                <a16:creationId xmlns:a16="http://schemas.microsoft.com/office/drawing/2014/main" id="{346E73C4-1A49-4A97-AE41-70F8B35C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2098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54E7FF"/>
            </a:solidFill>
          </a:ln>
        </p:spPr>
      </p:sp>
      <p:sp>
        <p:nvSpPr>
          <p:cNvPr id="8" name="!!interface-number">
            <a:extLst xmlns:a="http://schemas.openxmlformats.org/drawingml/2006/main">
              <a:ext uri="{FF2B5EF4-FFF2-40B4-BE49-F238E27FC236}">
                <a16:creationId xmlns:a16="http://schemas.microsoft.com/office/drawing/2014/main" id="{A42CB9B0-9F78-4DED-97CF-D893E3585EA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3050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!!interface-trace">
            <a:extLst xmlns:a="http://schemas.openxmlformats.org/drawingml/2006/main">
              <a:ext uri="{FF2B5EF4-FFF2-40B4-BE49-F238E27FC236}">
                <a16:creationId xmlns:a16="http://schemas.microsoft.com/office/drawing/2014/main" id="{100A2C9F-578F-4E18-B930-6BF77773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4479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0" name="!!interface-node">
            <a:extLst xmlns:a="http://schemas.openxmlformats.org/drawingml/2006/main">
              <a:ext uri="{FF2B5EF4-FFF2-40B4-BE49-F238E27FC236}">
                <a16:creationId xmlns:a16="http://schemas.microsoft.com/office/drawing/2014/main" id="{DE2855B9-2D94-4077-B90F-B29741C3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362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1" name="!!interface-end">
            <a:extLst xmlns:a="http://schemas.openxmlformats.org/drawingml/2006/main">
              <a:ext uri="{FF2B5EF4-FFF2-40B4-BE49-F238E27FC236}">
                <a16:creationId xmlns:a16="http://schemas.microsoft.com/office/drawing/2014/main" id="{5AB0D03E-028D-4B42-B42C-8B8964F9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23431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2" name="!!rail-interface-number">
            <a:extLst xmlns:a="http://schemas.openxmlformats.org/drawingml/2006/main">
              <a:ext uri="{FF2B5EF4-FFF2-40B4-BE49-F238E27FC236}">
                <a16:creationId xmlns:a16="http://schemas.microsoft.com/office/drawing/2014/main" id="{8F7B310C-ADCF-4E57-8E1D-5A5F350DFD8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2860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3" name="!!rail-interface-label">
            <a:extLst xmlns:a="http://schemas.openxmlformats.org/drawingml/2006/main">
              <a:ext uri="{FF2B5EF4-FFF2-40B4-BE49-F238E27FC236}">
                <a16:creationId xmlns:a16="http://schemas.microsoft.com/office/drawing/2014/main" id="{7ED50D58-51DC-4910-AC5D-EB203BACB26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2002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Giao diện</a:t>
            </a:r>
          </a:p>
        </p:txBody>
      </p:sp>
      <p:sp>
        <p:nvSpPr>
          <p:cNvPr id="14" name="!!rail-interface-role">
            <a:extLst xmlns:a="http://schemas.openxmlformats.org/drawingml/2006/main">
              <a:ext uri="{FF2B5EF4-FFF2-40B4-BE49-F238E27FC236}">
                <a16:creationId xmlns:a16="http://schemas.microsoft.com/office/drawing/2014/main" id="{73A42D99-895A-43DD-8D64-F23EEF39360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5336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Xem bài • làm bài • theo dõi</a:t>
            </a:r>
          </a:p>
        </p:txBody>
      </p:sp>
      <p:sp>
        <p:nvSpPr>
          <p:cNvPr id="15" name="!!layer-learning-services">
            <a:extLst xmlns:a="http://schemas.openxmlformats.org/drawingml/2006/main">
              <a:ext uri="{FF2B5EF4-FFF2-40B4-BE49-F238E27FC236}">
                <a16:creationId xmlns:a16="http://schemas.microsoft.com/office/drawing/2014/main" id="{B9804DB6-A3CA-456F-8FA5-519A8E35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30480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BAFA64"/>
            </a:solidFill>
          </a:ln>
        </p:spPr>
      </p:sp>
      <p:sp>
        <p:nvSpPr>
          <p:cNvPr id="16" name="!!learning-services-number">
            <a:extLst xmlns:a="http://schemas.openxmlformats.org/drawingml/2006/main">
              <a:ext uri="{FF2B5EF4-FFF2-40B4-BE49-F238E27FC236}">
                <a16:creationId xmlns:a16="http://schemas.microsoft.com/office/drawing/2014/main" id="{6775A48D-83A0-41E0-A1EC-B06644A0ED6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143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7" name="!!learning-services-trace">
            <a:extLst xmlns:a="http://schemas.openxmlformats.org/drawingml/2006/main">
              <a:ext uri="{FF2B5EF4-FFF2-40B4-BE49-F238E27FC236}">
                <a16:creationId xmlns:a16="http://schemas.microsoft.com/office/drawing/2014/main" id="{B6B2EDDE-11D1-4816-B0F3-892A4D1F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725" y="32861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8" name="!!learning-services-node">
            <a:extLst xmlns:a="http://schemas.openxmlformats.org/drawingml/2006/main">
              <a:ext uri="{FF2B5EF4-FFF2-40B4-BE49-F238E27FC236}">
                <a16:creationId xmlns:a16="http://schemas.microsoft.com/office/drawing/2014/main" id="{90490597-335B-4598-8BC1-4FD3A7FF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3200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9" name="!!learning-services-end">
            <a:extLst xmlns:a="http://schemas.openxmlformats.org/drawingml/2006/main">
              <a:ext uri="{FF2B5EF4-FFF2-40B4-BE49-F238E27FC236}">
                <a16:creationId xmlns:a16="http://schemas.microsoft.com/office/drawing/2014/main" id="{4D79E2E0-31A0-4D56-880A-460D044E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31813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20" name="!!rail-learning-services-number">
            <a:extLst xmlns:a="http://schemas.openxmlformats.org/drawingml/2006/main">
              <a:ext uri="{FF2B5EF4-FFF2-40B4-BE49-F238E27FC236}">
                <a16:creationId xmlns:a16="http://schemas.microsoft.com/office/drawing/2014/main" id="{2FFFEA7E-2585-47B6-B32D-D6B55BAB50E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1242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21" name="!!rail-learning-services-label">
            <a:extLst xmlns:a="http://schemas.openxmlformats.org/drawingml/2006/main">
              <a:ext uri="{FF2B5EF4-FFF2-40B4-BE49-F238E27FC236}">
                <a16:creationId xmlns:a16="http://schemas.microsoft.com/office/drawing/2014/main" id="{41DEB0B4-14DA-4D0B-BD12-E65FED3E5F1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0384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Dịch vụ học tập</a:t>
            </a:r>
          </a:p>
        </p:txBody>
      </p:sp>
      <p:sp>
        <p:nvSpPr>
          <p:cNvPr id="22" name="!!rail-learning-services-role">
            <a:extLst xmlns:a="http://schemas.openxmlformats.org/drawingml/2006/main">
              <a:ext uri="{FF2B5EF4-FFF2-40B4-BE49-F238E27FC236}">
                <a16:creationId xmlns:a16="http://schemas.microsoft.com/office/drawing/2014/main" id="{D9271DAF-2DC1-45AE-B343-CC6F88B71F6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3718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Khóa học • kiểm tra • tiến độ</a:t>
            </a:r>
          </a:p>
        </p:txBody>
      </p:sp>
      <p:sp>
        <p:nvSpPr>
          <p:cNvPr id="23" name="!!layer-content-data">
            <a:extLst xmlns:a="http://schemas.openxmlformats.org/drawingml/2006/main">
              <a:ext uri="{FF2B5EF4-FFF2-40B4-BE49-F238E27FC236}">
                <a16:creationId xmlns:a16="http://schemas.microsoft.com/office/drawing/2014/main" id="{5BBEB5B4-8F8F-42ED-8FA7-FE5757C7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8862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BC70"/>
            </a:solidFill>
          </a:ln>
        </p:spPr>
      </p:sp>
      <p:sp>
        <p:nvSpPr>
          <p:cNvPr id="24" name="!!content-data-number">
            <a:extLst xmlns:a="http://schemas.openxmlformats.org/drawingml/2006/main">
              <a:ext uri="{FF2B5EF4-FFF2-40B4-BE49-F238E27FC236}">
                <a16:creationId xmlns:a16="http://schemas.microsoft.com/office/drawing/2014/main" id="{88B26A7E-D341-40F9-82E4-F0004F71560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981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5" name="!!content-data-trace">
            <a:extLst xmlns:a="http://schemas.openxmlformats.org/drawingml/2006/main">
              <a:ext uri="{FF2B5EF4-FFF2-40B4-BE49-F238E27FC236}">
                <a16:creationId xmlns:a16="http://schemas.microsoft.com/office/drawing/2014/main" id="{69755D7B-2B0C-42E9-88CB-C653ED52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41243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6" name="!!content-data-node">
            <a:extLst xmlns:a="http://schemas.openxmlformats.org/drawingml/2006/main">
              <a:ext uri="{FF2B5EF4-FFF2-40B4-BE49-F238E27FC236}">
                <a16:creationId xmlns:a16="http://schemas.microsoft.com/office/drawing/2014/main" id="{4FFAF956-5C08-4D02-BC0F-E081AA6F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4038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7" name="!!content-data-end">
            <a:extLst xmlns:a="http://schemas.openxmlformats.org/drawingml/2006/main">
              <a:ext uri="{FF2B5EF4-FFF2-40B4-BE49-F238E27FC236}">
                <a16:creationId xmlns:a16="http://schemas.microsoft.com/office/drawing/2014/main" id="{5A8BC861-9A3D-482B-8C20-CED4363C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40195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8" name="!!rail-content-data-number">
            <a:extLst xmlns:a="http://schemas.openxmlformats.org/drawingml/2006/main">
              <a:ext uri="{FF2B5EF4-FFF2-40B4-BE49-F238E27FC236}">
                <a16:creationId xmlns:a16="http://schemas.microsoft.com/office/drawing/2014/main" id="{F3334C36-2ADA-4CA1-BBC0-997468FA825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9624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9" name="!!rail-content-data-label">
            <a:extLst xmlns:a="http://schemas.openxmlformats.org/drawingml/2006/main">
              <a:ext uri="{FF2B5EF4-FFF2-40B4-BE49-F238E27FC236}">
                <a16:creationId xmlns:a16="http://schemas.microsoft.com/office/drawing/2014/main" id="{CF89CC23-01B4-477C-BB09-72DE7D0BFD1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8766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Nội dung &amp; dữ liệu</a:t>
            </a:r>
          </a:p>
        </p:txBody>
      </p:sp>
      <p:sp>
        <p:nvSpPr>
          <p:cNvPr id="30" name="!!rail-content-data-role">
            <a:extLst xmlns:a="http://schemas.openxmlformats.org/drawingml/2006/main">
              <a:ext uri="{FF2B5EF4-FFF2-40B4-BE49-F238E27FC236}">
                <a16:creationId xmlns:a16="http://schemas.microsoft.com/office/drawing/2014/main" id="{BECE771C-CEBC-4E29-B13D-02709D8DC7F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2100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Video • tài liệu • kết quả</a:t>
            </a:r>
          </a:p>
        </p:txBody>
      </p:sp>
      <p:sp>
        <p:nvSpPr>
          <p:cNvPr id="31" name="!!layer-infrastructure">
            <a:extLst xmlns:a="http://schemas.openxmlformats.org/drawingml/2006/main">
              <a:ext uri="{FF2B5EF4-FFF2-40B4-BE49-F238E27FC236}">
                <a16:creationId xmlns:a16="http://schemas.microsoft.com/office/drawing/2014/main" id="{86F675E0-87A7-4645-B102-590C083A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7244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C59EFF"/>
            </a:solidFill>
          </a:ln>
        </p:spPr>
      </p:sp>
      <p:sp>
        <p:nvSpPr>
          <p:cNvPr id="32" name="!!infrastructure-number">
            <a:extLst xmlns:a="http://schemas.openxmlformats.org/drawingml/2006/main">
              <a:ext uri="{FF2B5EF4-FFF2-40B4-BE49-F238E27FC236}">
                <a16:creationId xmlns:a16="http://schemas.microsoft.com/office/drawing/2014/main" id="{288E248D-6A93-47D8-9B33-5F5ACE8BF37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48196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3" name="!!infrastructure-trace">
            <a:extLst xmlns:a="http://schemas.openxmlformats.org/drawingml/2006/main">
              <a:ext uri="{FF2B5EF4-FFF2-40B4-BE49-F238E27FC236}">
                <a16:creationId xmlns:a16="http://schemas.microsoft.com/office/drawing/2014/main" id="{67431657-AA24-45EF-9F2B-72519C83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49625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4" name="!!infrastructure-node">
            <a:extLst xmlns:a="http://schemas.openxmlformats.org/drawingml/2006/main">
              <a:ext uri="{FF2B5EF4-FFF2-40B4-BE49-F238E27FC236}">
                <a16:creationId xmlns:a16="http://schemas.microsoft.com/office/drawing/2014/main" id="{DCF0A68E-615F-4DED-8F28-58B6D75A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4876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5" name="!!infrastructure-end">
            <a:extLst xmlns:a="http://schemas.openxmlformats.org/drawingml/2006/main">
              <a:ext uri="{FF2B5EF4-FFF2-40B4-BE49-F238E27FC236}">
                <a16:creationId xmlns:a16="http://schemas.microsoft.com/office/drawing/2014/main" id="{8CFDC54B-E4E4-467B-946D-FAA1123B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3075" y="48577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6" name="!!rail-infrastructure-number">
            <a:extLst xmlns:a="http://schemas.openxmlformats.org/drawingml/2006/main">
              <a:ext uri="{FF2B5EF4-FFF2-40B4-BE49-F238E27FC236}">
                <a16:creationId xmlns:a16="http://schemas.microsoft.com/office/drawing/2014/main" id="{D86AA6A8-915B-4AE8-8C88-23D9DCAA1EF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8006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7" name="!!rail-infrastructure-label">
            <a:extLst xmlns:a="http://schemas.openxmlformats.org/drawingml/2006/main">
              <a:ext uri="{FF2B5EF4-FFF2-40B4-BE49-F238E27FC236}">
                <a16:creationId xmlns:a16="http://schemas.microsoft.com/office/drawing/2014/main" id="{CCD39991-85BF-4006-AFA8-A48D938C504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714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Hạ tầng</a:t>
            </a:r>
          </a:p>
        </p:txBody>
      </p:sp>
      <p:sp>
        <p:nvSpPr>
          <p:cNvPr id="38" name="!!rail-infrastructure-role">
            <a:extLst xmlns:a="http://schemas.openxmlformats.org/drawingml/2006/main">
              <a:ext uri="{FF2B5EF4-FFF2-40B4-BE49-F238E27FC236}">
                <a16:creationId xmlns:a16="http://schemas.microsoft.com/office/drawing/2014/main" id="{7888AE97-91BF-4750-BE12-7D8633E6D24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0482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Máy chủ • lưu trữ • bảo mật</a:t>
            </a:r>
          </a:p>
        </p:txBody>
      </p:sp>
    </p:spTree>
    <p:extLst>
      <p:ext uri="{BB962C8B-B14F-4D97-AF65-F5344CB8AC3E}">
        <p14:creationId val="1326191688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!!eyebrow">
            <a:extLst xmlns:a="http://schemas.openxmlformats.org/drawingml/2006/main">
              <a:ext uri="{FF2B5EF4-FFF2-40B4-BE49-F238E27FC236}">
                <a16:creationId xmlns:a16="http://schemas.microsoft.com/office/drawing/2014/main" id="{CB671224-0A58-43AF-A6B4-6F6AAB24B3D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6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KIẾN TRÚC / BỐN LỚP</a:t>
            </a:r>
          </a:p>
        </p:txBody>
      </p:sp>
      <p:sp>
        <p:nvSpPr>
          <p:cNvPr id="2" name="!!title">
            <a:extLst xmlns:a="http://schemas.openxmlformats.org/drawingml/2006/main">
              <a:ext uri="{FF2B5EF4-FFF2-40B4-BE49-F238E27FC236}">
                <a16:creationId xmlns:a16="http://schemas.microsoft.com/office/drawing/2014/main" id="{CDB96387-E70A-4420-B867-1E6240B0D57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2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rPr>
              <a:t>Nền tảng học trực tuyến</a:t>
            </a:r>
          </a:p>
        </p:txBody>
      </p:sp>
      <p:sp>
        <p:nvSpPr>
          <p:cNvPr id="3" name="!!subtitle">
            <a:extLst xmlns:a="http://schemas.openxmlformats.org/drawingml/2006/main">
              <a:ext uri="{FF2B5EF4-FFF2-40B4-BE49-F238E27FC236}">
                <a16:creationId xmlns:a16="http://schemas.microsoft.com/office/drawing/2014/main" id="{31F87730-74E7-43E5-A3A9-AC16D3C3093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285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rPr>
              <a:t>Bốn lớp phối hợp để vận hành hành trình học tập.</a:t>
            </a:r>
          </a:p>
        </p:txBody>
      </p:sp>
      <p:sp>
        <p:nvSpPr>
          <p:cNvPr id="4" name="!!divider">
            <a:extLst xmlns:a="http://schemas.openxmlformats.org/drawingml/2006/main">
              <a:ext uri="{FF2B5EF4-FFF2-40B4-BE49-F238E27FC236}">
                <a16:creationId xmlns:a16="http://schemas.microsoft.com/office/drawing/2014/main" id="{3F692E2E-D615-49DC-A722-596B8E43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1924050"/>
            <a:ext cx="190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240"/>
          </a:solidFill>
          <a:ln xmlns:a="http://schemas.openxmlformats.org/drawingml/2006/main" w="0">
            <a:noFill/>
          </a:ln>
        </p:spPr>
      </p:sp>
      <p:sp>
        <p:nvSpPr>
          <p:cNvPr id="5" name="!!scene">
            <a:extLst xmlns:a="http://schemas.openxmlformats.org/drawingml/2006/main">
              <a:ext uri="{FF2B5EF4-FFF2-40B4-BE49-F238E27FC236}">
                <a16:creationId xmlns:a16="http://schemas.microsoft.com/office/drawing/2014/main" id="{06ECDFFE-B617-4877-B910-E563252A989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972175"/>
            <a:ext cx="5476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rPr>
              <a:t>03 / GHÉP LẠI</a:t>
            </a:r>
          </a:p>
        </p:txBody>
      </p:sp>
      <p:sp>
        <p:nvSpPr>
          <p:cNvPr id="6" name="!!footer">
            <a:extLst xmlns:a="http://schemas.openxmlformats.org/drawingml/2006/main">
              <a:ext uri="{FF2B5EF4-FFF2-40B4-BE49-F238E27FC236}">
                <a16:creationId xmlns:a16="http://schemas.microsoft.com/office/drawing/2014/main" id="{C5201485-F4C8-4441-A860-A1A59F5FD83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6019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Sơ đồ minh họa • dữ liệu giả định</a:t>
            </a:r>
          </a:p>
        </p:txBody>
      </p:sp>
      <p:sp>
        <p:nvSpPr>
          <p:cNvPr id="7" name="!!layer-interface">
            <a:extLst xmlns:a="http://schemas.openxmlformats.org/drawingml/2006/main">
              <a:ext uri="{FF2B5EF4-FFF2-40B4-BE49-F238E27FC236}">
                <a16:creationId xmlns:a16="http://schemas.microsoft.com/office/drawing/2014/main" id="{AD54FF2F-6867-4A16-B065-CCCE8044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6670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54E7FF"/>
            </a:solidFill>
          </a:ln>
        </p:spPr>
      </p:sp>
      <p:sp>
        <p:nvSpPr>
          <p:cNvPr id="8" name="!!interface-number">
            <a:extLst xmlns:a="http://schemas.openxmlformats.org/drawingml/2006/main">
              <a:ext uri="{FF2B5EF4-FFF2-40B4-BE49-F238E27FC236}">
                <a16:creationId xmlns:a16="http://schemas.microsoft.com/office/drawing/2014/main" id="{85043791-30ED-4C88-8E89-E1BBE3C4E65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762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!!interface-trace">
            <a:extLst xmlns:a="http://schemas.openxmlformats.org/drawingml/2006/main">
              <a:ext uri="{FF2B5EF4-FFF2-40B4-BE49-F238E27FC236}">
                <a16:creationId xmlns:a16="http://schemas.microsoft.com/office/drawing/2014/main" id="{A8C9EEC0-EFFE-4215-9BB0-26E38C4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9051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0" name="!!interface-node">
            <a:extLst xmlns:a="http://schemas.openxmlformats.org/drawingml/2006/main">
              <a:ext uri="{FF2B5EF4-FFF2-40B4-BE49-F238E27FC236}">
                <a16:creationId xmlns:a16="http://schemas.microsoft.com/office/drawing/2014/main" id="{99E55360-195A-457A-83ED-6065DC87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819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1" name="!!interface-end">
            <a:extLst xmlns:a="http://schemas.openxmlformats.org/drawingml/2006/main">
              <a:ext uri="{FF2B5EF4-FFF2-40B4-BE49-F238E27FC236}">
                <a16:creationId xmlns:a16="http://schemas.microsoft.com/office/drawing/2014/main" id="{50BA6014-AB8D-4A8E-9E22-50171C1A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28003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2" name="!!rail-interface-number">
            <a:extLst xmlns:a="http://schemas.openxmlformats.org/drawingml/2006/main">
              <a:ext uri="{FF2B5EF4-FFF2-40B4-BE49-F238E27FC236}">
                <a16:creationId xmlns:a16="http://schemas.microsoft.com/office/drawing/2014/main" id="{81AD5240-6FE6-40E0-B38A-616FAF94B0D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2860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3" name="!!rail-interface-label">
            <a:extLst xmlns:a="http://schemas.openxmlformats.org/drawingml/2006/main">
              <a:ext uri="{FF2B5EF4-FFF2-40B4-BE49-F238E27FC236}">
                <a16:creationId xmlns:a16="http://schemas.microsoft.com/office/drawing/2014/main" id="{15F27BD6-D2E1-469F-87CC-CB30C34A611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2002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Giao diện</a:t>
            </a:r>
          </a:p>
        </p:txBody>
      </p:sp>
      <p:sp>
        <p:nvSpPr>
          <p:cNvPr id="14" name="!!rail-interface-role">
            <a:extLst xmlns:a="http://schemas.openxmlformats.org/drawingml/2006/main">
              <a:ext uri="{FF2B5EF4-FFF2-40B4-BE49-F238E27FC236}">
                <a16:creationId xmlns:a16="http://schemas.microsoft.com/office/drawing/2014/main" id="{42436AF0-43AC-460A-ABA1-EE3FE623A14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5336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Xem bài • làm bài • theo dõi</a:t>
            </a:r>
          </a:p>
        </p:txBody>
      </p:sp>
      <p:sp>
        <p:nvSpPr>
          <p:cNvPr id="15" name="!!layer-learning-services">
            <a:extLst xmlns:a="http://schemas.openxmlformats.org/drawingml/2006/main">
              <a:ext uri="{FF2B5EF4-FFF2-40B4-BE49-F238E27FC236}">
                <a16:creationId xmlns:a16="http://schemas.microsoft.com/office/drawing/2014/main" id="{68C940D8-C3E8-461E-9E0B-CF49ED18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32004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BAFA64"/>
            </a:solidFill>
          </a:ln>
        </p:spPr>
      </p:sp>
      <p:sp>
        <p:nvSpPr>
          <p:cNvPr id="16" name="!!learning-services-number">
            <a:extLst xmlns:a="http://schemas.openxmlformats.org/drawingml/2006/main">
              <a:ext uri="{FF2B5EF4-FFF2-40B4-BE49-F238E27FC236}">
                <a16:creationId xmlns:a16="http://schemas.microsoft.com/office/drawing/2014/main" id="{E3DDA930-EC49-4A92-99A7-7346981A2BB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2956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7" name="!!learning-services-trace">
            <a:extLst xmlns:a="http://schemas.openxmlformats.org/drawingml/2006/main">
              <a:ext uri="{FF2B5EF4-FFF2-40B4-BE49-F238E27FC236}">
                <a16:creationId xmlns:a16="http://schemas.microsoft.com/office/drawing/2014/main" id="{E35B5D0E-90C7-4D67-81B2-D2F511B9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725" y="34385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8" name="!!learning-services-node">
            <a:extLst xmlns:a="http://schemas.openxmlformats.org/drawingml/2006/main">
              <a:ext uri="{FF2B5EF4-FFF2-40B4-BE49-F238E27FC236}">
                <a16:creationId xmlns:a16="http://schemas.microsoft.com/office/drawing/2014/main" id="{410F31A1-F0C1-49C6-99F4-B4158FA5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3352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9" name="!!learning-services-end">
            <a:extLst xmlns:a="http://schemas.openxmlformats.org/drawingml/2006/main">
              <a:ext uri="{FF2B5EF4-FFF2-40B4-BE49-F238E27FC236}">
                <a16:creationId xmlns:a16="http://schemas.microsoft.com/office/drawing/2014/main" id="{1A8A87AB-DEBA-4477-B1B8-748BEF8E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33337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20" name="!!rail-learning-services-number">
            <a:extLst xmlns:a="http://schemas.openxmlformats.org/drawingml/2006/main">
              <a:ext uri="{FF2B5EF4-FFF2-40B4-BE49-F238E27FC236}">
                <a16:creationId xmlns:a16="http://schemas.microsoft.com/office/drawing/2014/main" id="{21487E6D-833A-47DA-85CD-2626A97A5FF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1242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21" name="!!rail-learning-services-label">
            <a:extLst xmlns:a="http://schemas.openxmlformats.org/drawingml/2006/main">
              <a:ext uri="{FF2B5EF4-FFF2-40B4-BE49-F238E27FC236}">
                <a16:creationId xmlns:a16="http://schemas.microsoft.com/office/drawing/2014/main" id="{B9B40499-9AF3-43D1-B082-2077524E752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0384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Dịch vụ học tập</a:t>
            </a:r>
          </a:p>
        </p:txBody>
      </p:sp>
      <p:sp>
        <p:nvSpPr>
          <p:cNvPr id="22" name="!!rail-learning-services-role">
            <a:extLst xmlns:a="http://schemas.openxmlformats.org/drawingml/2006/main">
              <a:ext uri="{FF2B5EF4-FFF2-40B4-BE49-F238E27FC236}">
                <a16:creationId xmlns:a16="http://schemas.microsoft.com/office/drawing/2014/main" id="{A1C1A2FE-F2EA-4911-A0BF-E08B3E766F5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3718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Khóa học • kiểm tra • tiến độ</a:t>
            </a:r>
          </a:p>
        </p:txBody>
      </p:sp>
      <p:sp>
        <p:nvSpPr>
          <p:cNvPr id="23" name="!!layer-content-data">
            <a:extLst xmlns:a="http://schemas.openxmlformats.org/drawingml/2006/main">
              <a:ext uri="{FF2B5EF4-FFF2-40B4-BE49-F238E27FC236}">
                <a16:creationId xmlns:a16="http://schemas.microsoft.com/office/drawing/2014/main" id="{A1F3DD53-443B-487C-B82D-03A4FDF8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7338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BC70"/>
            </a:solidFill>
          </a:ln>
        </p:spPr>
      </p:sp>
      <p:sp>
        <p:nvSpPr>
          <p:cNvPr id="24" name="!!content-data-number">
            <a:extLst xmlns:a="http://schemas.openxmlformats.org/drawingml/2006/main">
              <a:ext uri="{FF2B5EF4-FFF2-40B4-BE49-F238E27FC236}">
                <a16:creationId xmlns:a16="http://schemas.microsoft.com/office/drawing/2014/main" id="{5F7BA378-A17D-4A03-8580-441C17D0FAC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8290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5" name="!!content-data-trace">
            <a:extLst xmlns:a="http://schemas.openxmlformats.org/drawingml/2006/main">
              <a:ext uri="{FF2B5EF4-FFF2-40B4-BE49-F238E27FC236}">
                <a16:creationId xmlns:a16="http://schemas.microsoft.com/office/drawing/2014/main" id="{80C1B992-2D72-4F41-8C39-1C01105C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9719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6" name="!!content-data-node">
            <a:extLst xmlns:a="http://schemas.openxmlformats.org/drawingml/2006/main">
              <a:ext uri="{FF2B5EF4-FFF2-40B4-BE49-F238E27FC236}">
                <a16:creationId xmlns:a16="http://schemas.microsoft.com/office/drawing/2014/main" id="{9456C896-6268-49EA-B2F9-0C6B1A58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886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7" name="!!content-data-end">
            <a:extLst xmlns:a="http://schemas.openxmlformats.org/drawingml/2006/main">
              <a:ext uri="{FF2B5EF4-FFF2-40B4-BE49-F238E27FC236}">
                <a16:creationId xmlns:a16="http://schemas.microsoft.com/office/drawing/2014/main" id="{260380A9-F3A5-4FA3-9E50-27008381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38671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8" name="!!rail-content-data-number">
            <a:extLst xmlns:a="http://schemas.openxmlformats.org/drawingml/2006/main">
              <a:ext uri="{FF2B5EF4-FFF2-40B4-BE49-F238E27FC236}">
                <a16:creationId xmlns:a16="http://schemas.microsoft.com/office/drawing/2014/main" id="{251239A4-26AD-410E-A389-E0214574417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9624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9" name="!!rail-content-data-label">
            <a:extLst xmlns:a="http://schemas.openxmlformats.org/drawingml/2006/main">
              <a:ext uri="{FF2B5EF4-FFF2-40B4-BE49-F238E27FC236}">
                <a16:creationId xmlns:a16="http://schemas.microsoft.com/office/drawing/2014/main" id="{E219E6CC-7C1F-4FD4-A221-20A75BDAEB0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8766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Nội dung &amp; dữ liệu</a:t>
            </a:r>
          </a:p>
        </p:txBody>
      </p:sp>
      <p:sp>
        <p:nvSpPr>
          <p:cNvPr id="30" name="!!rail-content-data-role">
            <a:extLst xmlns:a="http://schemas.openxmlformats.org/drawingml/2006/main">
              <a:ext uri="{FF2B5EF4-FFF2-40B4-BE49-F238E27FC236}">
                <a16:creationId xmlns:a16="http://schemas.microsoft.com/office/drawing/2014/main" id="{0F783495-848B-4EA0-B1CF-4543BF9D114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2100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Video • tài liệu • kết quả</a:t>
            </a:r>
          </a:p>
        </p:txBody>
      </p:sp>
      <p:sp>
        <p:nvSpPr>
          <p:cNvPr id="31" name="!!layer-infrastructure">
            <a:extLst xmlns:a="http://schemas.openxmlformats.org/drawingml/2006/main">
              <a:ext uri="{FF2B5EF4-FFF2-40B4-BE49-F238E27FC236}">
                <a16:creationId xmlns:a16="http://schemas.microsoft.com/office/drawing/2014/main" id="{F0A9F22B-3D31-45D4-A879-DBAA10A3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2672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C59EFF"/>
            </a:solidFill>
          </a:ln>
        </p:spPr>
      </p:sp>
      <p:sp>
        <p:nvSpPr>
          <p:cNvPr id="32" name="!!infrastructure-number">
            <a:extLst xmlns:a="http://schemas.openxmlformats.org/drawingml/2006/main">
              <a:ext uri="{FF2B5EF4-FFF2-40B4-BE49-F238E27FC236}">
                <a16:creationId xmlns:a16="http://schemas.microsoft.com/office/drawing/2014/main" id="{83ECA6D4-D17D-4841-9EA8-F962629860F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4362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3" name="!!infrastructure-trace">
            <a:extLst xmlns:a="http://schemas.openxmlformats.org/drawingml/2006/main">
              <a:ext uri="{FF2B5EF4-FFF2-40B4-BE49-F238E27FC236}">
                <a16:creationId xmlns:a16="http://schemas.microsoft.com/office/drawing/2014/main" id="{1758C210-F370-4CCE-95AC-4F1E0BBD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45053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4" name="!!infrastructure-node">
            <a:extLst xmlns:a="http://schemas.openxmlformats.org/drawingml/2006/main">
              <a:ext uri="{FF2B5EF4-FFF2-40B4-BE49-F238E27FC236}">
                <a16:creationId xmlns:a16="http://schemas.microsoft.com/office/drawing/2014/main" id="{E4C68280-439A-4534-B4B3-FF52DABF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5" name="!!infrastructure-end">
            <a:extLst xmlns:a="http://schemas.openxmlformats.org/drawingml/2006/main">
              <a:ext uri="{FF2B5EF4-FFF2-40B4-BE49-F238E27FC236}">
                <a16:creationId xmlns:a16="http://schemas.microsoft.com/office/drawing/2014/main" id="{DE88C71F-0433-4472-A51E-52448F50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3075" y="44005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6" name="!!rail-infrastructure-number">
            <a:extLst xmlns:a="http://schemas.openxmlformats.org/drawingml/2006/main">
              <a:ext uri="{FF2B5EF4-FFF2-40B4-BE49-F238E27FC236}">
                <a16:creationId xmlns:a16="http://schemas.microsoft.com/office/drawing/2014/main" id="{EF56387D-EB75-445B-AB06-CF9FCF59502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8006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7" name="!!rail-infrastructure-label">
            <a:extLst xmlns:a="http://schemas.openxmlformats.org/drawingml/2006/main">
              <a:ext uri="{FF2B5EF4-FFF2-40B4-BE49-F238E27FC236}">
                <a16:creationId xmlns:a16="http://schemas.microsoft.com/office/drawing/2014/main" id="{A7D7CBDD-BF44-4167-BC5C-62022BB011D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714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Hạ tầng</a:t>
            </a:r>
          </a:p>
        </p:txBody>
      </p:sp>
      <p:sp>
        <p:nvSpPr>
          <p:cNvPr id="38" name="!!rail-infrastructure-role">
            <a:extLst xmlns:a="http://schemas.openxmlformats.org/drawingml/2006/main">
              <a:ext uri="{FF2B5EF4-FFF2-40B4-BE49-F238E27FC236}">
                <a16:creationId xmlns:a16="http://schemas.microsoft.com/office/drawing/2014/main" id="{D40B5B63-5829-457E-B5F4-D17F028AB88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0482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Máy chủ • lưu trữ • bảo mật</a:t>
            </a:r>
          </a:p>
        </p:txBody>
      </p:sp>
    </p:spTree>
    <p:extLst>
      <p:ext uri="{BB962C8B-B14F-4D97-AF65-F5344CB8AC3E}">
        <p14:creationId val="1273163276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2026-10-04T09:16:14.8730000Z</dcterms:created>
  <dcterms:modified xsi:type="dcterms:W3CDTF">2026-10-04T09:16:14.8730000Z</dcterms:modified>
</coreProperties>
</file>