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af1cb538834c7e" /><Relationship Type="http://schemas.openxmlformats.org/officeDocument/2006/relationships/extended-properties" Target="/docProps/app.xml" Id="R14262ef9361d4b36" /><Relationship Type="http://schemas.openxmlformats.org/officeDocument/2006/relationships/officeDocument" Target="/ppt/presentation.xml" Id="R5f68196b33b347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d678417f87431e"/>
  </p:sldMasterIdLst>
  <p:notesMasterIdLst>
    <p:notesMasterId xmlns:r="http://schemas.openxmlformats.org/officeDocument/2006/relationships" r:id="Raf3bcd8954084130"/>
  </p:notesMasterIdLst>
  <p:sldIdLst>
    <p:sldId xmlns:r="http://schemas.openxmlformats.org/officeDocument/2006/relationships" id="256" r:id="R665af472f5994d9d"/>
    <p:sldId xmlns:r="http://schemas.openxmlformats.org/officeDocument/2006/relationships" id="257" r:id="R5b440a15bf624b40"/>
    <p:sldId xmlns:r="http://schemas.openxmlformats.org/officeDocument/2006/relationships" id="258" r:id="R05ce7360a54643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75d204cbbe4954" /><Relationship Type="http://schemas.openxmlformats.org/officeDocument/2006/relationships/slideMaster" Target="/ppt/slideMasters/slideMaster1.xml" Id="R6bd678417f87431e" /><Relationship Type="http://schemas.openxmlformats.org/officeDocument/2006/relationships/notesMaster" Target="/ppt/notesMasters/notesMaster1.xml" Id="Raf3bcd8954084130" /><Relationship Type="http://schemas.openxmlformats.org/officeDocument/2006/relationships/presProps" Target="/ppt/presProps.xml" Id="R733929825b524662" /><Relationship Type="http://schemas.openxmlformats.org/officeDocument/2006/relationships/tableStyles" Target="/ppt/tableStyles.xml" Id="Raba6ff4dbcec4dae" /><Relationship Type="http://schemas.openxmlformats.org/officeDocument/2006/relationships/slide" Target="/ppt/slides/slide1.xml" Id="R665af472f5994d9d" /><Relationship Type="http://schemas.openxmlformats.org/officeDocument/2006/relationships/slide" Target="/ppt/slides/slide2.xml" Id="R5b440a15bf624b40" /><Relationship Type="http://schemas.openxmlformats.org/officeDocument/2006/relationships/slide" Target="/ppt/slides/slide3.xml" Id="R05ce7360a54643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47d265e5614d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629f8744a44e34" /><Relationship Type="http://schemas.openxmlformats.org/officeDocument/2006/relationships/notesMaster" Target="/ppt/notesMasters/notesMaster1.xml" Id="R9b1cb3f146854a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2bbdaad95745bf" /><Relationship Type="http://schemas.openxmlformats.org/officeDocument/2006/relationships/notesMaster" Target="/ppt/notesMasters/notesMaster1.xml" Id="R2a40ac318bb542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2b959d4204465b" /><Relationship Type="http://schemas.openxmlformats.org/officeDocument/2006/relationships/notesMaster" Target="/ppt/notesMasters/notesMaster1.xml" Id="R585c5b8ae21a44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Bốn hình tròn tụ quanh cùng một tâm; màu sắc và từ khóa xác lập danh tính xuyên cảnh.</a:t>
            </a:r>
          </a:p>
          <a:p xmlns:a="http://schemas.openxmlformats.org/drawingml/2006/main">
            <a:r>
              <a:t>Reference mechanism: https://powerpointschool.com/free-animated-powerpoint-presentation-template/</a:t>
            </a:r>
          </a:p>
          <a:p xmlns:a="http://schemas.openxmlformats.org/drawingml/2006/main">
            <a:r>
              <a:t>Original synthetic motion study. Native PowerPoint playback has not been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Cụm mở thành bốn mô-đun riêng trên hai cao độ. Thứ tự trái sang phải Imagine, Make, Share, Evolve được giữ để giảm nguy cơ giao cắt.</a:t>
            </a:r>
          </a:p>
          <a:p xmlns:a="http://schemas.openxmlformats.org/drawingml/2006/main">
            <a:r>
              <a:t>Reference mechanism: https://powerpointschool.com/free-animated-powerpoint-presentation-template/</a:t>
            </a:r>
          </a:p>
          <a:p xmlns:a="http://schemas.openxmlformats.org/drawingml/2006/main">
            <a:r>
              <a:t>Original synthetic motion study. Native PowerPoint playback has not been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Bốn mô-đun cùng về một hàng, nối thành hành trình Imagine → Make → Share → Evolve; tâm chung trở thành điểm giữa đường nối.</a:t>
            </a:r>
          </a:p>
          <a:p xmlns:a="http://schemas.openxmlformats.org/drawingml/2006/main">
            <a:r>
              <a:t>Reference mechanism: https://powerpointschool.com/free-animated-powerpoint-presentation-template/</a:t>
            </a:r>
          </a:p>
          <a:p xmlns:a="http://schemas.openxmlformats.org/drawingml/2006/main">
            <a:r>
              <a:t>Original synthetic motion study. Native PowerPoint playback has not been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11aa3cef864a5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62a291d68a4e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ad2063d5bc483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f3b5954ede49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929b8a9d2144e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a30a07f6e648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CEEB982-5484-442F-95ED-222115D5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662DBD7-E910-4F6E-81F5-AB6E987B85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08F2C18-C145-4949-BCB3-77DF04D7073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715179A-BA21-447B-BBAB-C0199618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10CC7BC-649E-4CA4-A677-DC1AA4EC29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A8CE40F-1C11-4F46-8F22-98C83760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F9FE665-FF14-47C6-A389-83B7C689CF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5EF8FEC-B759-40FB-A765-1194392E88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18E6F9F-FDC5-44B3-B5C4-FC8E9543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402D145-6F77-4BD3-B2BE-9B5B3FFF3C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01404B-CB03-47BC-9922-F491DB854F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3E9BE4F-C0F5-4919-B074-8384BE9ED9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0DDED59-48FC-43A8-BD6E-46878D9F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342BA0A-87B1-4448-AB40-80140BE389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141F82-EC3D-4C40-92A6-B68E8DCFB6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f4db71ca034a94" /><Relationship Type="http://schemas.openxmlformats.org/officeDocument/2006/relationships/slideLayout" Target="/ppt/slideLayouts/slideLayout1.xml" Id="R4f365da6d18e4617" /><Relationship Type="http://schemas.openxmlformats.org/officeDocument/2006/relationships/slideLayout" Target="/ppt/slideLayouts/slideLayout2.xml" Id="R6ce244fa689b4000" /><Relationship Type="http://schemas.openxmlformats.org/officeDocument/2006/relationships/slideLayout" Target="/ppt/slideLayouts/slideLayout3.xml" Id="Rc36386e6a420498f" /><Relationship Type="http://schemas.openxmlformats.org/officeDocument/2006/relationships/slideLayout" Target="/ppt/slideLayouts/slideLayout4.xml" Id="Re26ef4f3cd6e4b4f" /><Relationship Type="http://schemas.openxmlformats.org/officeDocument/2006/relationships/slideLayout" Target="/ppt/slideLayouts/slideLayout5.xml" Id="R4be1561f86c74a74" /><Relationship Type="http://schemas.openxmlformats.org/officeDocument/2006/relationships/slideLayout" Target="/ppt/slideLayouts/slideLayout6.xml" Id="Rb71347af266a47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365da6d18e4617"/>
    <p:sldLayoutId xmlns:r="http://schemas.openxmlformats.org/officeDocument/2006/relationships" id="2147483650" r:id="R6ce244fa689b4000"/>
    <p:sldLayoutId xmlns:r="http://schemas.openxmlformats.org/officeDocument/2006/relationships" id="2147483651" r:id="Rc36386e6a420498f"/>
    <p:sldLayoutId xmlns:r="http://schemas.openxmlformats.org/officeDocument/2006/relationships" id="2147483652" r:id="Re26ef4f3cd6e4b4f"/>
    <p:sldLayoutId xmlns:r="http://schemas.openxmlformats.org/officeDocument/2006/relationships" id="2147483653" r:id="R4be1561f86c74a74"/>
    <p:sldLayoutId xmlns:r="http://schemas.openxmlformats.org/officeDocument/2006/relationships" id="2147483654" r:id="Rb71347af266a47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f41fa005a54b0a" /><Relationship Type="http://schemas.openxmlformats.org/officeDocument/2006/relationships/notesSlide" Target="/ppt/notesSlides/notesSlide1.xml" Id="Rd6389fcb3d4a4a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be5544274d4d52" /><Relationship Type="http://schemas.openxmlformats.org/officeDocument/2006/relationships/notesSlide" Target="/ppt/notesSlides/notesSlide2.xml" Id="R5f8f33ac81854f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cba279e6c14b94" /><Relationship Type="http://schemas.openxmlformats.org/officeDocument/2006/relationships/notesSlide" Target="/ppt/notesSlides/notesSlide3.xml" Id="Rb3bceadd789744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!!canvas-background">
            <a:extLst xmlns:a="http://schemas.openxmlformats.org/drawingml/2006/main">
              <a:ext uri="{FF2B5EF4-FFF2-40B4-BE49-F238E27FC236}">
                <a16:creationId xmlns:a16="http://schemas.microsoft.com/office/drawing/2014/main" id="{325E51C0-DEE6-4412-9073-28264FE7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419"/>
          </a:solidFill>
          <a:ln xmlns:a="http://schemas.openxmlformats.org/drawingml/2006/main" w="0">
            <a:noFill/>
          </a:ln>
        </p:spPr>
      </p:sp>
      <p:sp>
        <p:nvSpPr>
          <p:cNvPr id="2" name="!!journey-rail">
            <a:extLst xmlns:a="http://schemas.openxmlformats.org/drawingml/2006/main">
              <a:ext uri="{FF2B5EF4-FFF2-40B4-BE49-F238E27FC236}">
                <a16:creationId xmlns:a16="http://schemas.microsoft.com/office/drawing/2014/main" id="{5B1016F1-A021-4313-8E18-AC7E0B18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1052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7"/>
          </a:solidFill>
          <a:ln xmlns:a="http://schemas.openxmlformats.org/drawingml/2006/main" w="0">
            <a:noFill/>
          </a:ln>
        </p:spPr>
      </p:sp>
      <p:sp>
        <p:nvSpPr>
          <p:cNvPr id="3" name="!!imagine-circle">
            <a:extLst xmlns:a="http://schemas.openxmlformats.org/drawingml/2006/main">
              <a:ext uri="{FF2B5EF4-FFF2-40B4-BE49-F238E27FC236}">
                <a16:creationId xmlns:a16="http://schemas.microsoft.com/office/drawing/2014/main" id="{29CDCCA5-5B66-4746-BA75-6A55F3AF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8075" y="2333625"/>
            <a:ext cx="2133600" cy="213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91FF"/>
          </a:solidFill>
          <a:ln xmlns:a="http://schemas.openxmlformats.org/drawingml/2006/main" w="0">
            <a:noFill/>
          </a:ln>
        </p:spPr>
      </p:sp>
      <p:sp>
        <p:nvSpPr>
          <p:cNvPr id="4" name="!!make-circle">
            <a:extLst xmlns:a="http://schemas.openxmlformats.org/drawingml/2006/main">
              <a:ext uri="{FF2B5EF4-FFF2-40B4-BE49-F238E27FC236}">
                <a16:creationId xmlns:a16="http://schemas.microsoft.com/office/drawing/2014/main" id="{59178FC2-0911-45B3-89CC-08FBC301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4825" y="3762375"/>
            <a:ext cx="2133600" cy="213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65"/>
          </a:solidFill>
          <a:ln xmlns:a="http://schemas.openxmlformats.org/drawingml/2006/main" w="0">
            <a:noFill/>
          </a:ln>
        </p:spPr>
      </p:sp>
      <p:sp>
        <p:nvSpPr>
          <p:cNvPr id="5" name="!!share-circle">
            <a:extLst xmlns:a="http://schemas.openxmlformats.org/drawingml/2006/main">
              <a:ext uri="{FF2B5EF4-FFF2-40B4-BE49-F238E27FC236}">
                <a16:creationId xmlns:a16="http://schemas.microsoft.com/office/drawing/2014/main" id="{5491DB02-6FF0-46C5-B91C-F3A8AC2A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3575" y="2333625"/>
            <a:ext cx="2133600" cy="213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DCD2"/>
          </a:solidFill>
          <a:ln xmlns:a="http://schemas.openxmlformats.org/drawingml/2006/main" w="0">
            <a:noFill/>
          </a:ln>
        </p:spPr>
      </p:sp>
      <p:sp>
        <p:nvSpPr>
          <p:cNvPr id="6" name="!!evolve-circle">
            <a:extLst xmlns:a="http://schemas.openxmlformats.org/drawingml/2006/main">
              <a:ext uri="{FF2B5EF4-FFF2-40B4-BE49-F238E27FC236}">
                <a16:creationId xmlns:a16="http://schemas.microsoft.com/office/drawing/2014/main" id="{38068804-C8D8-4F16-8225-ABF9F694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0325" y="3762375"/>
            <a:ext cx="2133600" cy="213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77D"/>
          </a:solidFill>
          <a:ln xmlns:a="http://schemas.openxmlformats.org/drawingml/2006/main" w="0">
            <a:noFill/>
          </a:ln>
        </p:spPr>
      </p:sp>
      <p:sp>
        <p:nvSpPr>
          <p:cNvPr id="7" name="!!shared-center">
            <a:extLst xmlns:a="http://schemas.openxmlformats.org/drawingml/2006/main">
              <a:ext uri="{FF2B5EF4-FFF2-40B4-BE49-F238E27FC236}">
                <a16:creationId xmlns:a16="http://schemas.microsoft.com/office/drawing/2014/main" id="{226B598D-1841-4968-8369-1449F25A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4076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7"/>
          </a:solidFill>
          <a:ln xmlns:a="http://schemas.openxmlformats.org/drawingml/2006/main" w="0">
            <a:noFill/>
          </a:ln>
        </p:spPr>
      </p:sp>
      <p:sp>
        <p:nvSpPr>
          <p:cNvPr id="8" name="!!imagine-label">
            <a:extLst xmlns:a="http://schemas.openxmlformats.org/drawingml/2006/main">
              <a:ext uri="{FF2B5EF4-FFF2-40B4-BE49-F238E27FC236}">
                <a16:creationId xmlns:a16="http://schemas.microsoft.com/office/drawing/2014/main" id="{F42D9049-4F2A-43E8-940E-93E1D7F7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3325" y="3133725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rPr>
              <a:t>Imagine</a:t>
            </a:r>
          </a:p>
        </p:txBody>
      </p:sp>
      <p:sp>
        <p:nvSpPr>
          <p:cNvPr id="9" name="!!make-label">
            <a:extLst xmlns:a="http://schemas.openxmlformats.org/drawingml/2006/main">
              <a:ext uri="{FF2B5EF4-FFF2-40B4-BE49-F238E27FC236}">
                <a16:creationId xmlns:a16="http://schemas.microsoft.com/office/drawing/2014/main" id="{9AF1E9C8-E7BD-40C7-8574-A544F9CB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0075" y="4562475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rPr>
              <a:t>Make</a:t>
            </a:r>
          </a:p>
        </p:txBody>
      </p:sp>
      <p:sp>
        <p:nvSpPr>
          <p:cNvPr id="10" name="!!share-label">
            <a:extLst xmlns:a="http://schemas.openxmlformats.org/drawingml/2006/main">
              <a:ext uri="{FF2B5EF4-FFF2-40B4-BE49-F238E27FC236}">
                <a16:creationId xmlns:a16="http://schemas.microsoft.com/office/drawing/2014/main" id="{316785CB-1991-4FDF-A46E-0E196477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825" y="3133725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rPr>
              <a:t>Share</a:t>
            </a:r>
          </a:p>
        </p:txBody>
      </p:sp>
      <p:sp>
        <p:nvSpPr>
          <p:cNvPr id="11" name="!!evolve-label">
            <a:extLst xmlns:a="http://schemas.openxmlformats.org/drawingml/2006/main">
              <a:ext uri="{FF2B5EF4-FFF2-40B4-BE49-F238E27FC236}">
                <a16:creationId xmlns:a16="http://schemas.microsoft.com/office/drawing/2014/main" id="{FAF94232-24C5-4446-81A0-578794C4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5575" y="4562475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rPr>
              <a:t>Evolve</a:t>
            </a:r>
          </a:p>
        </p:txBody>
      </p:sp>
      <p:sp>
        <p:nvSpPr>
          <p:cNvPr id="12" name="!!exhibition-kicker">
            <a:extLst xmlns:a="http://schemas.openxmlformats.org/drawingml/2006/main">
              <a:ext uri="{FF2B5EF4-FFF2-40B4-BE49-F238E27FC236}">
                <a16:creationId xmlns:a16="http://schemas.microsoft.com/office/drawing/2014/main" id="{C54D7273-8D4F-495B-ACAC-44B59DDE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EF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3EFE7"/>
                </a:solidFill>
                <a:latin typeface="Bitstream Charter"/>
                <a:ea typeface="Bitstream Charter"/>
                <a:cs typeface="Bitstream Charter"/>
              </a:rPr>
              <a:t>CREATIVE EXHIBITION</a:t>
            </a:r>
          </a:p>
        </p:txBody>
      </p:sp>
      <p:sp>
        <p:nvSpPr>
          <p:cNvPr id="13" name="!!exhibition-title">
            <a:extLst xmlns:a="http://schemas.openxmlformats.org/drawingml/2006/main">
              <a:ext uri="{FF2B5EF4-FFF2-40B4-BE49-F238E27FC236}">
                <a16:creationId xmlns:a16="http://schemas.microsoft.com/office/drawing/2014/main" id="{FAA3F01F-83A0-43B2-B95B-3741E2EC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8953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3EF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800" b="1">
                <a:solidFill>
                  <a:srgbClr val="F3EFE7"/>
                </a:solidFill>
                <a:latin typeface="Bitstream Charter"/>
                <a:ea typeface="Bitstream Charter"/>
                <a:cs typeface="Bitstream Charter"/>
              </a:rPr>
              <a:t>Create, together.</a:t>
            </a:r>
          </a:p>
        </p:txBody>
      </p:sp>
    </p:spTree>
    <p:extLst>
      <p:ext uri="{BB962C8B-B14F-4D97-AF65-F5344CB8AC3E}">
        <p14:creationId xmlns:p14="http://schemas.microsoft.com/office/powerpoint/2010/main" val="248992610"/>
      </p:ext>
    </p:extLst>
  </p:cSld>
</p:sld>
</file>

<file path=ppt/slides/slide2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!!canvas-background">
            <a:extLst xmlns:a="http://schemas.openxmlformats.org/drawingml/2006/main">
              <a:ext uri="{FF2B5EF4-FFF2-40B4-BE49-F238E27FC236}">
                <a16:creationId xmlns:a16="http://schemas.microsoft.com/office/drawing/2014/main" id="{9472109A-8934-4576-B79D-E72FC857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419"/>
          </a:solidFill>
          <a:ln xmlns:a="http://schemas.openxmlformats.org/drawingml/2006/main" w="0">
            <a:noFill/>
          </a:ln>
        </p:spPr>
      </p:sp>
      <p:sp>
        <p:nvSpPr>
          <p:cNvPr id="2" name="!!journey-rail">
            <a:extLst xmlns:a="http://schemas.openxmlformats.org/drawingml/2006/main">
              <a:ext uri="{FF2B5EF4-FFF2-40B4-BE49-F238E27FC236}">
                <a16:creationId xmlns:a16="http://schemas.microsoft.com/office/drawing/2014/main" id="{85C06194-4A50-4202-8584-4793CE07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1052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7"/>
          </a:solidFill>
          <a:ln xmlns:a="http://schemas.openxmlformats.org/drawingml/2006/main" w="0">
            <a:noFill/>
          </a:ln>
        </p:spPr>
      </p:sp>
      <p:sp>
        <p:nvSpPr>
          <p:cNvPr id="3" name="!!imagine-circle">
            <a:extLst xmlns:a="http://schemas.openxmlformats.org/drawingml/2006/main">
              <a:ext uri="{FF2B5EF4-FFF2-40B4-BE49-F238E27FC236}">
                <a16:creationId xmlns:a16="http://schemas.microsoft.com/office/drawing/2014/main" id="{F30F4231-67A1-4256-ADA0-4C6D5105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209800"/>
            <a:ext cx="2209800" cy="2209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91FF"/>
          </a:solidFill>
          <a:ln xmlns:a="http://schemas.openxmlformats.org/drawingml/2006/main" w="0">
            <a:noFill/>
          </a:ln>
        </p:spPr>
      </p:sp>
      <p:sp>
        <p:nvSpPr>
          <p:cNvPr id="4" name="!!make-circle">
            <a:extLst xmlns:a="http://schemas.openxmlformats.org/drawingml/2006/main">
              <a:ext uri="{FF2B5EF4-FFF2-40B4-BE49-F238E27FC236}">
                <a16:creationId xmlns:a16="http://schemas.microsoft.com/office/drawing/2014/main" id="{9E20335A-0E4F-4E72-8E6F-862D1EE7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600" y="3810000"/>
            <a:ext cx="2209800" cy="2209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65"/>
          </a:solidFill>
          <a:ln xmlns:a="http://schemas.openxmlformats.org/drawingml/2006/main" w="0">
            <a:noFill/>
          </a:ln>
        </p:spPr>
      </p:sp>
      <p:sp>
        <p:nvSpPr>
          <p:cNvPr id="5" name="!!share-circle">
            <a:extLst xmlns:a="http://schemas.openxmlformats.org/drawingml/2006/main">
              <a:ext uri="{FF2B5EF4-FFF2-40B4-BE49-F238E27FC236}">
                <a16:creationId xmlns:a16="http://schemas.microsoft.com/office/drawing/2014/main" id="{8D87BD30-6258-4A73-9C22-D762CB6A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2209800"/>
            <a:ext cx="2209800" cy="2209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DCD2"/>
          </a:solidFill>
          <a:ln xmlns:a="http://schemas.openxmlformats.org/drawingml/2006/main" w="0">
            <a:noFill/>
          </a:ln>
        </p:spPr>
      </p:sp>
      <p:sp>
        <p:nvSpPr>
          <p:cNvPr id="6" name="!!evolve-circle">
            <a:extLst xmlns:a="http://schemas.openxmlformats.org/drawingml/2006/main">
              <a:ext uri="{FF2B5EF4-FFF2-40B4-BE49-F238E27FC236}">
                <a16:creationId xmlns:a16="http://schemas.microsoft.com/office/drawing/2014/main" id="{D0040A83-7B4F-4864-98BA-BCE1DFDD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600" y="3810000"/>
            <a:ext cx="2209800" cy="2209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77D"/>
          </a:solidFill>
          <a:ln xmlns:a="http://schemas.openxmlformats.org/drawingml/2006/main" w="0">
            <a:noFill/>
          </a:ln>
        </p:spPr>
      </p:sp>
      <p:sp>
        <p:nvSpPr>
          <p:cNvPr id="7" name="!!shared-center">
            <a:extLst xmlns:a="http://schemas.openxmlformats.org/drawingml/2006/main">
              <a:ext uri="{FF2B5EF4-FFF2-40B4-BE49-F238E27FC236}">
                <a16:creationId xmlns:a16="http://schemas.microsoft.com/office/drawing/2014/main" id="{887365DC-8836-44AD-A481-D02BCBA8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4076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7"/>
          </a:solidFill>
          <a:ln xmlns:a="http://schemas.openxmlformats.org/drawingml/2006/main" w="0">
            <a:noFill/>
          </a:ln>
        </p:spPr>
      </p:sp>
      <p:sp>
        <p:nvSpPr>
          <p:cNvPr id="8" name="!!imagine-label">
            <a:extLst xmlns:a="http://schemas.openxmlformats.org/drawingml/2006/main">
              <a:ext uri="{FF2B5EF4-FFF2-40B4-BE49-F238E27FC236}">
                <a16:creationId xmlns:a16="http://schemas.microsoft.com/office/drawing/2014/main" id="{BDDC0560-5326-4CF1-9B6F-1D78835F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3048000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rPr>
              <a:t>Imagine</a:t>
            </a:r>
          </a:p>
        </p:txBody>
      </p:sp>
      <p:sp>
        <p:nvSpPr>
          <p:cNvPr id="9" name="!!make-label">
            <a:extLst xmlns:a="http://schemas.openxmlformats.org/drawingml/2006/main">
              <a:ext uri="{FF2B5EF4-FFF2-40B4-BE49-F238E27FC236}">
                <a16:creationId xmlns:a16="http://schemas.microsoft.com/office/drawing/2014/main" id="{C351A6EE-54C8-43C2-BE0F-3D8EDDB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950" y="4648200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rPr>
              <a:t>Make</a:t>
            </a:r>
          </a:p>
        </p:txBody>
      </p:sp>
      <p:sp>
        <p:nvSpPr>
          <p:cNvPr id="10" name="!!share-label">
            <a:extLst xmlns:a="http://schemas.openxmlformats.org/drawingml/2006/main">
              <a:ext uri="{FF2B5EF4-FFF2-40B4-BE49-F238E27FC236}">
                <a16:creationId xmlns:a16="http://schemas.microsoft.com/office/drawing/2014/main" id="{4D32C9F5-BAB7-4241-A946-7C50A904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3048000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rPr>
              <a:t>Share</a:t>
            </a:r>
          </a:p>
        </p:txBody>
      </p:sp>
      <p:sp>
        <p:nvSpPr>
          <p:cNvPr id="11" name="!!evolve-label">
            <a:extLst xmlns:a="http://schemas.openxmlformats.org/drawingml/2006/main">
              <a:ext uri="{FF2B5EF4-FFF2-40B4-BE49-F238E27FC236}">
                <a16:creationId xmlns:a16="http://schemas.microsoft.com/office/drawing/2014/main" id="{A421EB78-9B10-4985-8026-FCD25F3E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4648200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rPr>
              <a:t>Evolve</a:t>
            </a:r>
          </a:p>
        </p:txBody>
      </p:sp>
      <p:sp>
        <p:nvSpPr>
          <p:cNvPr id="12" name="!!exhibition-kicker">
            <a:extLst xmlns:a="http://schemas.openxmlformats.org/drawingml/2006/main">
              <a:ext uri="{FF2B5EF4-FFF2-40B4-BE49-F238E27FC236}">
                <a16:creationId xmlns:a16="http://schemas.microsoft.com/office/drawing/2014/main" id="{0267F588-DAAB-449E-9B90-0AEB8B18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EF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3EFE7"/>
                </a:solidFill>
                <a:latin typeface="Bitstream Charter"/>
                <a:ea typeface="Bitstream Charter"/>
                <a:cs typeface="Bitstream Charter"/>
              </a:rPr>
              <a:t>CREATIVE EXHIBITION</a:t>
            </a:r>
          </a:p>
        </p:txBody>
      </p:sp>
      <p:sp>
        <p:nvSpPr>
          <p:cNvPr id="13" name="!!exhibition-title">
            <a:extLst xmlns:a="http://schemas.openxmlformats.org/drawingml/2006/main">
              <a:ext uri="{FF2B5EF4-FFF2-40B4-BE49-F238E27FC236}">
                <a16:creationId xmlns:a16="http://schemas.microsoft.com/office/drawing/2014/main" id="{5B7E9F2D-4055-4A64-8611-2A52777A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8953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3EF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800" b="1">
                <a:solidFill>
                  <a:srgbClr val="F3EFE7"/>
                </a:solidFill>
                <a:latin typeface="Bitstream Charter"/>
                <a:ea typeface="Bitstream Charter"/>
                <a:cs typeface="Bitstream Charter"/>
              </a:rPr>
              <a:t>Create, together.</a:t>
            </a:r>
          </a:p>
        </p:txBody>
      </p:sp>
    </p:spTree>
    <p:extLst>
      <p:ext uri="{BB962C8B-B14F-4D97-AF65-F5344CB8AC3E}">
        <p14:creationId val="1010408112"/>
      </p:ext>
    </p:extLst>
  </p:cSld>
  <mc:AlternateContent>
    <mc:Choice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!!canvas-background">
            <a:extLst xmlns:a="http://schemas.openxmlformats.org/drawingml/2006/main">
              <a:ext uri="{FF2B5EF4-FFF2-40B4-BE49-F238E27FC236}">
                <a16:creationId xmlns:a16="http://schemas.microsoft.com/office/drawing/2014/main" id="{6E49C3E4-0406-4461-A2FB-06AAF22D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419"/>
          </a:solidFill>
          <a:ln xmlns:a="http://schemas.openxmlformats.org/drawingml/2006/main" w="0">
            <a:noFill/>
          </a:ln>
        </p:spPr>
      </p:sp>
      <p:sp>
        <p:nvSpPr>
          <p:cNvPr id="2" name="!!journey-rail">
            <a:extLst xmlns:a="http://schemas.openxmlformats.org/drawingml/2006/main">
              <a:ext uri="{FF2B5EF4-FFF2-40B4-BE49-F238E27FC236}">
                <a16:creationId xmlns:a16="http://schemas.microsoft.com/office/drawing/2014/main" id="{4B3A351E-AE66-4044-A86B-74341E92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4105275"/>
            <a:ext cx="975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7"/>
          </a:solidFill>
          <a:ln xmlns:a="http://schemas.openxmlformats.org/drawingml/2006/main" w="0">
            <a:noFill/>
          </a:ln>
        </p:spPr>
      </p:sp>
      <p:sp>
        <p:nvSpPr>
          <p:cNvPr id="3" name="!!imagine-circle">
            <a:extLst xmlns:a="http://schemas.openxmlformats.org/drawingml/2006/main">
              <a:ext uri="{FF2B5EF4-FFF2-40B4-BE49-F238E27FC236}">
                <a16:creationId xmlns:a16="http://schemas.microsoft.com/office/drawing/2014/main" id="{1C666813-3056-4442-841A-CF28DA00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086100"/>
            <a:ext cx="2057400" cy="2057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91FF"/>
          </a:solidFill>
          <a:ln xmlns:a="http://schemas.openxmlformats.org/drawingml/2006/main" w="0">
            <a:noFill/>
          </a:ln>
        </p:spPr>
      </p:sp>
      <p:sp>
        <p:nvSpPr>
          <p:cNvPr id="4" name="!!make-circle">
            <a:extLst xmlns:a="http://schemas.openxmlformats.org/drawingml/2006/main">
              <a:ext uri="{FF2B5EF4-FFF2-40B4-BE49-F238E27FC236}">
                <a16:creationId xmlns:a16="http://schemas.microsoft.com/office/drawing/2014/main" id="{AEDA1FCE-1A91-413E-842F-113FCCF0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3086100"/>
            <a:ext cx="2057400" cy="2057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65"/>
          </a:solidFill>
          <a:ln xmlns:a="http://schemas.openxmlformats.org/drawingml/2006/main" w="0">
            <a:noFill/>
          </a:ln>
        </p:spPr>
      </p:sp>
      <p:sp>
        <p:nvSpPr>
          <p:cNvPr id="5" name="!!share-circle">
            <a:extLst xmlns:a="http://schemas.openxmlformats.org/drawingml/2006/main">
              <a:ext uri="{FF2B5EF4-FFF2-40B4-BE49-F238E27FC236}">
                <a16:creationId xmlns:a16="http://schemas.microsoft.com/office/drawing/2014/main" id="{82B7E252-E976-4F9C-A964-1E921A38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3086100"/>
            <a:ext cx="2057400" cy="2057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DCD2"/>
          </a:solidFill>
          <a:ln xmlns:a="http://schemas.openxmlformats.org/drawingml/2006/main" w="0">
            <a:noFill/>
          </a:ln>
        </p:spPr>
      </p:sp>
      <p:sp>
        <p:nvSpPr>
          <p:cNvPr id="6" name="!!evolve-circle">
            <a:extLst xmlns:a="http://schemas.openxmlformats.org/drawingml/2006/main">
              <a:ext uri="{FF2B5EF4-FFF2-40B4-BE49-F238E27FC236}">
                <a16:creationId xmlns:a16="http://schemas.microsoft.com/office/drawing/2014/main" id="{CA044EBD-1E7F-421A-8AC1-481A9398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7800" y="3086100"/>
            <a:ext cx="2057400" cy="2057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77D"/>
          </a:solidFill>
          <a:ln xmlns:a="http://schemas.openxmlformats.org/drawingml/2006/main" w="0">
            <a:noFill/>
          </a:ln>
        </p:spPr>
      </p:sp>
      <p:sp>
        <p:nvSpPr>
          <p:cNvPr id="7" name="!!shared-center">
            <a:extLst xmlns:a="http://schemas.openxmlformats.org/drawingml/2006/main">
              <a:ext uri="{FF2B5EF4-FFF2-40B4-BE49-F238E27FC236}">
                <a16:creationId xmlns:a16="http://schemas.microsoft.com/office/drawing/2014/main" id="{FC6DA97E-C7E1-4DB6-A3F5-E31E539C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4076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7"/>
          </a:solidFill>
          <a:ln xmlns:a="http://schemas.openxmlformats.org/drawingml/2006/main" w="0">
            <a:noFill/>
          </a:ln>
        </p:spPr>
      </p:sp>
      <p:sp>
        <p:nvSpPr>
          <p:cNvPr id="8" name="!!imagine-label">
            <a:extLst xmlns:a="http://schemas.openxmlformats.org/drawingml/2006/main">
              <a:ext uri="{FF2B5EF4-FFF2-40B4-BE49-F238E27FC236}">
                <a16:creationId xmlns:a16="http://schemas.microsoft.com/office/drawing/2014/main" id="{B1D22F07-A28D-418C-B548-336A16AA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3848100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rPr>
              <a:t>Imagine</a:t>
            </a:r>
          </a:p>
        </p:txBody>
      </p:sp>
      <p:sp>
        <p:nvSpPr>
          <p:cNvPr id="9" name="!!make-label">
            <a:extLst xmlns:a="http://schemas.openxmlformats.org/drawingml/2006/main">
              <a:ext uri="{FF2B5EF4-FFF2-40B4-BE49-F238E27FC236}">
                <a16:creationId xmlns:a16="http://schemas.microsoft.com/office/drawing/2014/main" id="{74ABEF86-AA06-4045-942F-ACF92C27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950" y="3848100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rPr>
              <a:t>Make</a:t>
            </a:r>
          </a:p>
        </p:txBody>
      </p:sp>
      <p:sp>
        <p:nvSpPr>
          <p:cNvPr id="10" name="!!share-label">
            <a:extLst xmlns:a="http://schemas.openxmlformats.org/drawingml/2006/main">
              <a:ext uri="{FF2B5EF4-FFF2-40B4-BE49-F238E27FC236}">
                <a16:creationId xmlns:a16="http://schemas.microsoft.com/office/drawing/2014/main" id="{A607FFEB-3A44-4B87-A7CD-EEA34AAE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3848100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rPr>
              <a:t>Share</a:t>
            </a:r>
          </a:p>
        </p:txBody>
      </p:sp>
      <p:sp>
        <p:nvSpPr>
          <p:cNvPr id="11" name="!!evolve-label">
            <a:extLst xmlns:a="http://schemas.openxmlformats.org/drawingml/2006/main">
              <a:ext uri="{FF2B5EF4-FFF2-40B4-BE49-F238E27FC236}">
                <a16:creationId xmlns:a16="http://schemas.microsoft.com/office/drawing/2014/main" id="{BE322202-1B32-45D1-A0BD-E362750D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3848100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rPr>
              <a:t>Evolve</a:t>
            </a:r>
          </a:p>
        </p:txBody>
      </p:sp>
      <p:sp>
        <p:nvSpPr>
          <p:cNvPr id="12" name="!!exhibition-kicker">
            <a:extLst xmlns:a="http://schemas.openxmlformats.org/drawingml/2006/main">
              <a:ext uri="{FF2B5EF4-FFF2-40B4-BE49-F238E27FC236}">
                <a16:creationId xmlns:a16="http://schemas.microsoft.com/office/drawing/2014/main" id="{9C52AFEB-8C99-45EE-9302-56389FC3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EF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3EFE7"/>
                </a:solidFill>
                <a:latin typeface="Bitstream Charter"/>
                <a:ea typeface="Bitstream Charter"/>
                <a:cs typeface="Bitstream Charter"/>
              </a:rPr>
              <a:t>CREATIVE EXHIBITION</a:t>
            </a:r>
          </a:p>
        </p:txBody>
      </p:sp>
      <p:sp>
        <p:nvSpPr>
          <p:cNvPr id="13" name="!!exhibition-title">
            <a:extLst xmlns:a="http://schemas.openxmlformats.org/drawingml/2006/main">
              <a:ext uri="{FF2B5EF4-FFF2-40B4-BE49-F238E27FC236}">
                <a16:creationId xmlns:a16="http://schemas.microsoft.com/office/drawing/2014/main" id="{2825CF45-A4FB-49B4-9B3D-77731A56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8953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3EF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800" b="1">
                <a:solidFill>
                  <a:srgbClr val="F3EFE7"/>
                </a:solidFill>
                <a:latin typeface="Bitstream Charter"/>
                <a:ea typeface="Bitstream Charter"/>
                <a:cs typeface="Bitstream Charter"/>
              </a:rPr>
              <a:t>Create, together.</a:t>
            </a:r>
          </a:p>
        </p:txBody>
      </p:sp>
    </p:spTree>
    <p:extLst>
      <p:ext uri="{BB962C8B-B14F-4D97-AF65-F5344CB8AC3E}">
        <p14:creationId val="528960090"/>
      </p:ext>
    </p:extLst>
  </p:cSld>
  <mc:AlternateContent>
    <mc:Choice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2026-10-03T21:04:51.1440000Z</dcterms:created>
  <dcterms:modified xsi:type="dcterms:W3CDTF">2026-10-03T21:04:51.1440000Z</dcterms:modified>
</coreProperties>
</file>