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cb59e37b74a58" /><Relationship Type="http://schemas.openxmlformats.org/officeDocument/2006/relationships/extended-properties" Target="/docProps/app.xml" Id="R98b188df48f1479c" /><Relationship Type="http://schemas.openxmlformats.org/officeDocument/2006/relationships/officeDocument" Target="/ppt/presentation.xml" Id="Rdb79d639fa99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84f89008e44ae"/>
  </p:sldMasterIdLst>
  <p:notesMasterIdLst>
    <p:notesMasterId xmlns:r="http://schemas.openxmlformats.org/officeDocument/2006/relationships" r:id="R790b3010c4894be3"/>
  </p:notesMasterIdLst>
  <p:sldIdLst>
    <p:sldId xmlns:r="http://schemas.openxmlformats.org/officeDocument/2006/relationships" id="256" r:id="R79956f354526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02820e3624980" /><Relationship Type="http://schemas.openxmlformats.org/officeDocument/2006/relationships/slideMaster" Target="/ppt/slideMasters/slideMaster1.xml" Id="Rcdc84f89008e44ae" /><Relationship Type="http://schemas.openxmlformats.org/officeDocument/2006/relationships/notesMaster" Target="/ppt/notesMasters/notesMaster1.xml" Id="R790b3010c4894be3" /><Relationship Type="http://schemas.openxmlformats.org/officeDocument/2006/relationships/presProps" Target="/ppt/presProps.xml" Id="R0dcec2943ffb4036" /><Relationship Type="http://schemas.openxmlformats.org/officeDocument/2006/relationships/tableStyles" Target="/ppt/tableStyles.xml" Id="R97393db0a7774325" /><Relationship Type="http://schemas.openxmlformats.org/officeDocument/2006/relationships/slide" Target="/ppt/slides/slide1.xml" Id="R79956f354526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400e69c45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94042a12a4220" /><Relationship Type="http://schemas.openxmlformats.org/officeDocument/2006/relationships/notesMaster" Target="/ppt/notesMasters/notesMaster1.xml" Id="R6106edd854ee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Controlled two-stage motion-path semantics fixture</a:t>
            </a:r>
          </a:p>
          <a:p xmlns:a="http://schemas.openxmlformats.org/drawingml/2006/main">
            <a:r>
              <a:t>Reference: https://learn.microsoft.com/en-us/openspecs/office_standards/ms-oi29500/498c3cfa-652c-49b3-a82c-33fd94468af8</a:t>
            </a:r>
          </a:p>
          <a:p xmlns:a="http://schemas.openxmlformats.org/drawingml/2006/main">
            <a:r>
              <a:t>Reference: https://learn.microsoft.com/en-us/dotnet/api/documentformat.openxml.presentation.animatemotion?view=openxml-3.0.1</a:t>
            </a:r>
          </a:p>
          <a:p xmlns:a="http://schemas.openxmlformats.org/drawingml/2006/main">
            <a:r>
              <a:t>Reference: https://learn.microsoft.com/en-us/dotnet/api/documentformat.openxml.presentation.commonbehavior?view=openxml-3.0.1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60b6c511244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990028aca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df12979c9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61db9d73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2636418c47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9ceddd48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13FDF9-338D-4BF2-8FCD-30DC0F0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AAC157-2D39-47FB-8479-2ACC76490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482729-BCD6-47AD-A7BD-A6F6FBBB0B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83C289-E988-4F77-9DC7-2A7AB6C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8E3BEA-C929-4FC2-833D-86404FBB1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714B31-4F27-4A6A-AEB5-511DA43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712F51-8815-4889-9549-2A7BCC10E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E8D849-9B1C-45A9-89A2-84F01A510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D126DAA-4167-4FB1-8C57-07FE9DF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CD3B02-A856-4B06-8355-435D7A2BE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54502-3019-4818-A790-9D3B53AA2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96573C-3DBE-43B4-8D85-D9808342FA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63661C-8BA1-4551-8C99-C26A756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88FA6C-6554-4557-B0CE-065628E4F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985DB-F1EF-4418-99D6-5B769EBA6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2d1b16efa476d" /><Relationship Type="http://schemas.openxmlformats.org/officeDocument/2006/relationships/slideLayout" Target="/ppt/slideLayouts/slideLayout1.xml" Id="R2a1f75265f3d4cdd" /><Relationship Type="http://schemas.openxmlformats.org/officeDocument/2006/relationships/slideLayout" Target="/ppt/slideLayouts/slideLayout2.xml" Id="Re5f5984f627c4b39" /><Relationship Type="http://schemas.openxmlformats.org/officeDocument/2006/relationships/slideLayout" Target="/ppt/slideLayouts/slideLayout3.xml" Id="R1aa0d517364941c0" /><Relationship Type="http://schemas.openxmlformats.org/officeDocument/2006/relationships/slideLayout" Target="/ppt/slideLayouts/slideLayout4.xml" Id="Rc4ca8480199e485c" /><Relationship Type="http://schemas.openxmlformats.org/officeDocument/2006/relationships/slideLayout" Target="/ppt/slideLayouts/slideLayout5.xml" Id="R94ce1ae506f94ddb" /><Relationship Type="http://schemas.openxmlformats.org/officeDocument/2006/relationships/slideLayout" Target="/ppt/slideLayouts/slideLayout6.xml" Id="R9493b982f28f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f75265f3d4cdd"/>
    <p:sldLayoutId xmlns:r="http://schemas.openxmlformats.org/officeDocument/2006/relationships" id="2147483650" r:id="Re5f5984f627c4b39"/>
    <p:sldLayoutId xmlns:r="http://schemas.openxmlformats.org/officeDocument/2006/relationships" id="2147483651" r:id="R1aa0d517364941c0"/>
    <p:sldLayoutId xmlns:r="http://schemas.openxmlformats.org/officeDocument/2006/relationships" id="2147483652" r:id="Rc4ca8480199e485c"/>
    <p:sldLayoutId xmlns:r="http://schemas.openxmlformats.org/officeDocument/2006/relationships" id="2147483653" r:id="R94ce1ae506f94ddb"/>
    <p:sldLayoutId xmlns:r="http://schemas.openxmlformats.org/officeDocument/2006/relationships" id="2147483654" r:id="R9493b982f28f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581d4770142a7" /><Relationship Type="http://schemas.openxmlformats.org/officeDocument/2006/relationships/notesSlide" Target="/ppt/notesSlides/notesSlide1.xml" Id="R107b2cc0b459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mover">
            <a:extLst xmlns:a="http://schemas.openxmlformats.org/drawingml/2006/main">
              <a:ext uri="{FF2B5EF4-FFF2-40B4-BE49-F238E27FC236}">
                <a16:creationId xmlns:a16="http://schemas.microsoft.com/office/drawing/2014/main" id="{EE9A23AF-FC07-4FD9-A911-F8CC2DB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640" y="3406139"/>
            <a:ext cx="731520" cy="731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49"/>
          </a:solidFill>
          <a:ln xmlns:a="http://schemas.openxmlformats.org/drawingml/2006/main" w="19050">
            <a:solidFill>
              <a:srgbClr val="FFF4E8"/>
            </a:solidFill>
          </a:ln>
        </p:spPr>
      </p:sp>
      <p:sp>
        <p:nvSpPr>
          <p:cNvPr id="2" name="!!target-b">
            <a:extLst xmlns:a="http://schemas.openxmlformats.org/drawingml/2006/main">
              <a:ext uri="{FF2B5EF4-FFF2-40B4-BE49-F238E27FC236}">
                <a16:creationId xmlns:a16="http://schemas.microsoft.com/office/drawing/2014/main" id="{391D8F2A-DFD2-47A4-B3FE-AF9173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C4DD"/>
            </a:solidFill>
          </a:ln>
        </p:spPr>
      </p:sp>
      <p:sp>
        <p:nvSpPr>
          <p:cNvPr id="3" name="!!target-c">
            <a:extLst xmlns:a="http://schemas.openxmlformats.org/drawingml/2006/main">
              <a:ext uri="{FF2B5EF4-FFF2-40B4-BE49-F238E27FC236}">
                <a16:creationId xmlns:a16="http://schemas.microsoft.com/office/drawing/2014/main" id="{F0C795D5-63DC-423D-B4A4-A00173E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D081"/>
            </a:solidFill>
          </a:ln>
        </p:spPr>
      </p:sp>
      <p:sp>
        <p:nvSpPr>
          <p:cNvPr id="4" name="!!label-a">
            <a:extLst xmlns:a="http://schemas.openxmlformats.org/drawingml/2006/main">
              <a:ext uri="{FF2B5EF4-FFF2-40B4-BE49-F238E27FC236}">
                <a16:creationId xmlns:a16="http://schemas.microsoft.com/office/drawing/2014/main" id="{187BBB1D-BCCE-4D24-A18C-989590A3760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0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5" name="!!label-b">
            <a:extLst xmlns:a="http://schemas.openxmlformats.org/drawingml/2006/main">
              <a:ext uri="{FF2B5EF4-FFF2-40B4-BE49-F238E27FC236}">
                <a16:creationId xmlns:a16="http://schemas.microsoft.com/office/drawing/2014/main" id="{25719610-E215-4CD6-92E1-0E974552167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6" name="!!label-c">
            <a:extLst xmlns:a="http://schemas.openxmlformats.org/drawingml/2006/main">
              <a:ext uri="{FF2B5EF4-FFF2-40B4-BE49-F238E27FC236}">
                <a16:creationId xmlns:a16="http://schemas.microsoft.com/office/drawing/2014/main" id="{45A07A04-5A37-4585-BDC8-4756A80A01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8BEFEF0-9DDD-4C00-BEAD-1DBEB12B8B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68580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Two-stage motion fixture</a:t>
            </a:r>
          </a:p>
        </p:txBody>
      </p:sp>
      <p:sp>
        <p:nvSpPr>
          <p:cNvPr id="8" name="!!caption">
            <a:extLst xmlns:a="http://schemas.openxmlformats.org/drawingml/2006/main">
              <a:ext uri="{FF2B5EF4-FFF2-40B4-BE49-F238E27FC236}">
                <a16:creationId xmlns:a16="http://schemas.microsoft.com/office/drawing/2014/main" id="{F12C1032-C8C7-4AB7-865E-3B44D3BF1A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1508760"/>
            <a:ext cx="1024128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rPr>
              <a:t>A to B to C, 900 ms per stage</a:t>
            </a:r>
          </a:p>
        </p:txBody>
      </p:sp>
    </p:spTree>
    <p:extLst>
      <p:ext uri="{BB962C8B-B14F-4D97-AF65-F5344CB8AC3E}">
        <p14:creationId xmlns:p14="http://schemas.microsoft.com/office/powerpoint/2010/main" val="19069345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dur="1800" fill="hold" nodeType="clickEffect" grpId="4">
                            <p:stCondLst>
                              <p:cond delay="0"/>
                            </p:stCondLst>
                            <p:childTnLst>
                              <p:animMotion origin="layout" path="M 0 0 L 0.250000 0.000000 E" pathEditMode="relative">
                                <p:cBhvr>
                                  <p:cTn id="10" dur="900" fill="hold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.250000 0 L 0.500000 0.000000 E" pathEditMode="relative">
                                <p:cBhvr>
                                  <p:cTn id="11" dur="900" fill="hold" nodeType="withEffect">
                                    <p:stCondLst>
                                      <p:cond delay="9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4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2026-10-04T20:01:13.0620000Z</dcterms:created>
  <dcterms:modified xsi:type="dcterms:W3CDTF">2026-10-04T20:01:13.0620000Z</dcterms:modified>
</coreProperties>
</file>