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c0269e0eb544fb" /><Relationship Type="http://schemas.openxmlformats.org/officeDocument/2006/relationships/extended-properties" Target="/docProps/app.xml" Id="R96061b490285492b" /><Relationship Type="http://schemas.openxmlformats.org/officeDocument/2006/relationships/officeDocument" Target="/ppt/presentation.xml" Id="R7af0217bf22744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fa6276cc464192"/>
  </p:sldMasterIdLst>
  <p:notesMasterIdLst>
    <p:notesMasterId xmlns:r="http://schemas.openxmlformats.org/officeDocument/2006/relationships" r:id="R0d0af83d691d470e"/>
  </p:notesMasterIdLst>
  <p:sldIdLst>
    <p:sldId xmlns:r="http://schemas.openxmlformats.org/officeDocument/2006/relationships" id="256" r:id="R25d2db5e6c774aab"/>
    <p:sldId xmlns:r="http://schemas.openxmlformats.org/officeDocument/2006/relationships" id="257" r:id="R07b2ec8184784302"/>
    <p:sldId xmlns:r="http://schemas.openxmlformats.org/officeDocument/2006/relationships" id="258" r:id="R50e0d7d08568469f"/>
    <p:sldId xmlns:r="http://schemas.openxmlformats.org/officeDocument/2006/relationships" id="259" r:id="R3d533d07b4fb48ab"/>
    <p:sldId xmlns:r="http://schemas.openxmlformats.org/officeDocument/2006/relationships" id="260" r:id="Rfb4d7481720f4a03"/>
    <p:sldId xmlns:r="http://schemas.openxmlformats.org/officeDocument/2006/relationships" id="261" r:id="R56dde223148b4b5a"/>
    <p:sldId xmlns:r="http://schemas.openxmlformats.org/officeDocument/2006/relationships" id="262" r:id="R64a2e80c6e0d4b4a"/>
    <p:sldId xmlns:r="http://schemas.openxmlformats.org/officeDocument/2006/relationships" id="263" r:id="Re5e70d8650764689"/>
    <p:sldId xmlns:r="http://schemas.openxmlformats.org/officeDocument/2006/relationships" id="264" r:id="Rba419305a5c74551"/>
    <p:sldId xmlns:r="http://schemas.openxmlformats.org/officeDocument/2006/relationships" id="265" r:id="Re1a09feb9f4240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19c552d9c14b85" /><Relationship Type="http://schemas.openxmlformats.org/officeDocument/2006/relationships/slideMaster" Target="/ppt/slideMasters/slideMaster1.xml" Id="R2afa6276cc464192" /><Relationship Type="http://schemas.openxmlformats.org/officeDocument/2006/relationships/notesMaster" Target="/ppt/notesMasters/notesMaster1.xml" Id="R0d0af83d691d470e" /><Relationship Type="http://schemas.openxmlformats.org/officeDocument/2006/relationships/presProps" Target="/ppt/presProps.xml" Id="Re6c6d089453742ca" /><Relationship Type="http://schemas.openxmlformats.org/officeDocument/2006/relationships/tableStyles" Target="/ppt/tableStyles.xml" Id="R34921bd42c3249aa" /><Relationship Type="http://schemas.openxmlformats.org/officeDocument/2006/relationships/slide" Target="/ppt/slides/slide1.xml" Id="R25d2db5e6c774aab" /><Relationship Type="http://schemas.openxmlformats.org/officeDocument/2006/relationships/slide" Target="/ppt/slides/slide2.xml" Id="R07b2ec8184784302" /><Relationship Type="http://schemas.openxmlformats.org/officeDocument/2006/relationships/slide" Target="/ppt/slides/slide3.xml" Id="R50e0d7d08568469f" /><Relationship Type="http://schemas.openxmlformats.org/officeDocument/2006/relationships/slide" Target="/ppt/slides/slide4.xml" Id="R3d533d07b4fb48ab" /><Relationship Type="http://schemas.openxmlformats.org/officeDocument/2006/relationships/slide" Target="/ppt/slides/slide5.xml" Id="Rfb4d7481720f4a03" /><Relationship Type="http://schemas.openxmlformats.org/officeDocument/2006/relationships/slide" Target="/ppt/slides/slide6.xml" Id="R56dde223148b4b5a" /><Relationship Type="http://schemas.openxmlformats.org/officeDocument/2006/relationships/slide" Target="/ppt/slides/slide7.xml" Id="R64a2e80c6e0d4b4a" /><Relationship Type="http://schemas.openxmlformats.org/officeDocument/2006/relationships/slide" Target="/ppt/slides/slide8.xml" Id="Re5e70d8650764689" /><Relationship Type="http://schemas.openxmlformats.org/officeDocument/2006/relationships/slide" Target="/ppt/slides/slide9.xml" Id="Rba419305a5c74551" /><Relationship Type="http://schemas.openxmlformats.org/officeDocument/2006/relationships/slide" Target="/ppt/slides/slide10.xml" Id="Re1a09feb9f4240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a2329651914f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f69ff004e0433a" /><Relationship Type="http://schemas.openxmlformats.org/officeDocument/2006/relationships/notesMaster" Target="/ppt/notesMasters/notesMaster1.xml" Id="R45d1d937055e41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4f6c6b466343c8" /><Relationship Type="http://schemas.openxmlformats.org/officeDocument/2006/relationships/notesMaster" Target="/ppt/notesMasters/notesMaster1.xml" Id="Re469023b17864e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9a0f0619fe4a83" /><Relationship Type="http://schemas.openxmlformats.org/officeDocument/2006/relationships/notesMaster" Target="/ppt/notesMasters/notesMaster1.xml" Id="R3db6ec10ca004a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887fe9e7544aad" /><Relationship Type="http://schemas.openxmlformats.org/officeDocument/2006/relationships/notesMaster" Target="/ppt/notesMasters/notesMaster1.xml" Id="R8c810b2d278846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4cd04356104f62" /><Relationship Type="http://schemas.openxmlformats.org/officeDocument/2006/relationships/notesMaster" Target="/ppt/notesMasters/notesMaster1.xml" Id="Rdd715c140b7541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f93cc581604c95" /><Relationship Type="http://schemas.openxmlformats.org/officeDocument/2006/relationships/notesMaster" Target="/ppt/notesMasters/notesMaster1.xml" Id="Rfea7aa52d88e45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786018e7514fd6" /><Relationship Type="http://schemas.openxmlformats.org/officeDocument/2006/relationships/notesMaster" Target="/ppt/notesMasters/notesMaster1.xml" Id="Rb944298f69a44d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d647508f654f42" /><Relationship Type="http://schemas.openxmlformats.org/officeDocument/2006/relationships/notesMaster" Target="/ppt/notesMasters/notesMaster1.xml" Id="R5775988512714c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0a2e55f2b147f7" /><Relationship Type="http://schemas.openxmlformats.org/officeDocument/2006/relationships/notesMaster" Target="/ppt/notesMasters/notesMaster1.xml" Id="R70278dae7c7a46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6b07e8bdc748bf" /><Relationship Type="http://schemas.openxmlformats.org/officeDocument/2006/relationships/notesMaster" Target="/ppt/notesMasters/notesMaster1.xml" Id="R03643ff00bb84f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Lõi hệ thống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 nút thành một vòng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Xoay ngược chiều kim đồng hồ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Xoay ngược chiều kim đồng hồ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Xoay ngược chiều kim đồng hồ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Xoay ngược chiều kim đồng hồ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Phóng nút 06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lớp bên trong nút 06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Ghép lại nút 06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Trở về hệ thống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366275679b44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eac04999094c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8a5f7e9bde45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3b612f187d4f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f684353cd34d9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6e03e8aa9b49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6BDAF7E-F806-4DD6-B2BC-04529623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A5DFC7F-2928-4947-B807-158F1EAB91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29DA066-4054-4B13-8B17-23A3E0083F0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7D638B7-F970-4D79-9FCB-09B2D5D6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5CF90CA-C2FD-49AE-A2B5-EEE16E363E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0445DD8-7928-4016-81D2-D6215D54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4F58E38-5841-4452-867A-9DE1847577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AAB3612-0712-4114-82D1-4F28839CAB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EED4C38-EBBC-4068-80BE-50B1C1DF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26451E-33AE-45F2-A572-59A7658606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7A8B5B-0973-4AEF-81C0-7B01021CB9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BF61BCD-2858-4D6C-90F3-82F43072D1C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191C574-4F71-4A0F-B1AD-64CCE864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869AE32-8A38-4EF2-9E70-318978B33F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205AB9-466C-4C0B-BFA2-3818895EF7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bf47baf0a74dd2" /><Relationship Type="http://schemas.openxmlformats.org/officeDocument/2006/relationships/slideLayout" Target="/ppt/slideLayouts/slideLayout1.xml" Id="R7597c874cb574d30" /><Relationship Type="http://schemas.openxmlformats.org/officeDocument/2006/relationships/slideLayout" Target="/ppt/slideLayouts/slideLayout2.xml" Id="R43e3eae76503427f" /><Relationship Type="http://schemas.openxmlformats.org/officeDocument/2006/relationships/slideLayout" Target="/ppt/slideLayouts/slideLayout3.xml" Id="R31415d9722f648c3" /><Relationship Type="http://schemas.openxmlformats.org/officeDocument/2006/relationships/slideLayout" Target="/ppt/slideLayouts/slideLayout4.xml" Id="Rea501b3f8e164bf5" /><Relationship Type="http://schemas.openxmlformats.org/officeDocument/2006/relationships/slideLayout" Target="/ppt/slideLayouts/slideLayout5.xml" Id="R75d816fd0a5c4130" /><Relationship Type="http://schemas.openxmlformats.org/officeDocument/2006/relationships/slideLayout" Target="/ppt/slideLayouts/slideLayout6.xml" Id="R5994431e71584d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97c874cb574d30"/>
    <p:sldLayoutId xmlns:r="http://schemas.openxmlformats.org/officeDocument/2006/relationships" id="2147483650" r:id="R43e3eae76503427f"/>
    <p:sldLayoutId xmlns:r="http://schemas.openxmlformats.org/officeDocument/2006/relationships" id="2147483651" r:id="R31415d9722f648c3"/>
    <p:sldLayoutId xmlns:r="http://schemas.openxmlformats.org/officeDocument/2006/relationships" id="2147483652" r:id="Rea501b3f8e164bf5"/>
    <p:sldLayoutId xmlns:r="http://schemas.openxmlformats.org/officeDocument/2006/relationships" id="2147483653" r:id="R75d816fd0a5c4130"/>
    <p:sldLayoutId xmlns:r="http://schemas.openxmlformats.org/officeDocument/2006/relationships" id="2147483654" r:id="R5994431e71584d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bf984050eb440b" /><Relationship Type="http://schemas.openxmlformats.org/officeDocument/2006/relationships/notesSlide" Target="/ppt/notesSlides/notesSlide1.xml" Id="R7ef18d56a83647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f8814e13e44a9c" /><Relationship Type="http://schemas.openxmlformats.org/officeDocument/2006/relationships/notesSlide" Target="/ppt/notesSlides/notesSlide2.xml" Id="R822c9c36a64541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59ade7eb5a4597" /><Relationship Type="http://schemas.openxmlformats.org/officeDocument/2006/relationships/notesSlide" Target="/ppt/notesSlides/notesSlide3.xml" Id="R91aeec052ddb47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1992dd5c3741d5" /><Relationship Type="http://schemas.openxmlformats.org/officeDocument/2006/relationships/notesSlide" Target="/ppt/notesSlides/notesSlide4.xml" Id="R7ef04653aacf4e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ac5fd3d5c640c5" /><Relationship Type="http://schemas.openxmlformats.org/officeDocument/2006/relationships/notesSlide" Target="/ppt/notesSlides/notesSlide5.xml" Id="Ree55a531ddcb44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0987315f7e47b9" /><Relationship Type="http://schemas.openxmlformats.org/officeDocument/2006/relationships/notesSlide" Target="/ppt/notesSlides/notesSlide6.xml" Id="Rc490197dee4047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9fd70872074b4d" /><Relationship Type="http://schemas.openxmlformats.org/officeDocument/2006/relationships/notesSlide" Target="/ppt/notesSlides/notesSlide7.xml" Id="Re6b8a24e7e8a45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4c449683584259" /><Relationship Type="http://schemas.openxmlformats.org/officeDocument/2006/relationships/notesSlide" Target="/ppt/notesSlides/notesSlide8.xml" Id="Rc4e8e4e452e942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458bcfabc74069" /><Relationship Type="http://schemas.openxmlformats.org/officeDocument/2006/relationships/notesSlide" Target="/ppt/notesSlides/notesSlide9.xml" Id="Rd63f3e79854a46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c3d3d4cf3a4db9" /><Relationship Type="http://schemas.openxmlformats.org/officeDocument/2006/relationships/notesSlide" Target="/ppt/notesSlides/notesSlide10.xml" Id="R9593749e850a4d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!!node-1">
            <a:extLst xmlns:a="http://schemas.openxmlformats.org/drawingml/2006/main">
              <a:ext uri="{FF2B5EF4-FFF2-40B4-BE49-F238E27FC236}">
                <a16:creationId xmlns:a16="http://schemas.microsoft.com/office/drawing/2014/main" id="{40ABE1F8-7955-41A0-BEDF-6D6C0919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" name="!!label-1">
            <a:extLst xmlns:a="http://schemas.openxmlformats.org/drawingml/2006/main">
              <a:ext uri="{FF2B5EF4-FFF2-40B4-BE49-F238E27FC236}">
                <a16:creationId xmlns:a16="http://schemas.microsoft.com/office/drawing/2014/main" id="{2AA5EC1F-AC7D-45A2-818F-0E1B5B34A82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!!node-2">
            <a:extLst xmlns:a="http://schemas.openxmlformats.org/drawingml/2006/main">
              <a:ext uri="{FF2B5EF4-FFF2-40B4-BE49-F238E27FC236}">
                <a16:creationId xmlns:a16="http://schemas.microsoft.com/office/drawing/2014/main" id="{C6566D7C-84B1-4EE6-963F-899D59AC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4" name="!!label-2">
            <a:extLst xmlns:a="http://schemas.openxmlformats.org/drawingml/2006/main">
              <a:ext uri="{FF2B5EF4-FFF2-40B4-BE49-F238E27FC236}">
                <a16:creationId xmlns:a16="http://schemas.microsoft.com/office/drawing/2014/main" id="{7166E74D-928C-4554-994C-0987569A3F3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!!node-3">
            <a:extLst xmlns:a="http://schemas.openxmlformats.org/drawingml/2006/main">
              <a:ext uri="{FF2B5EF4-FFF2-40B4-BE49-F238E27FC236}">
                <a16:creationId xmlns:a16="http://schemas.microsoft.com/office/drawing/2014/main" id="{63C69CEB-7058-4B0E-9651-F0F0C864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6" name="!!label-3">
            <a:extLst xmlns:a="http://schemas.openxmlformats.org/drawingml/2006/main">
              <a:ext uri="{FF2B5EF4-FFF2-40B4-BE49-F238E27FC236}">
                <a16:creationId xmlns:a16="http://schemas.microsoft.com/office/drawing/2014/main" id="{A7E66598-ED91-4E68-9A1B-C74B8CCAD59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7" name="!!node-4">
            <a:extLst xmlns:a="http://schemas.openxmlformats.org/drawingml/2006/main">
              <a:ext uri="{FF2B5EF4-FFF2-40B4-BE49-F238E27FC236}">
                <a16:creationId xmlns:a16="http://schemas.microsoft.com/office/drawing/2014/main" id="{5B4D0760-4D99-4FDA-BB67-401698F5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8" name="!!label-4">
            <a:extLst xmlns:a="http://schemas.openxmlformats.org/drawingml/2006/main">
              <a:ext uri="{FF2B5EF4-FFF2-40B4-BE49-F238E27FC236}">
                <a16:creationId xmlns:a16="http://schemas.microsoft.com/office/drawing/2014/main" id="{043B276D-D892-4279-9CA9-74DBB3075C6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9" name="!!node-5">
            <a:extLst xmlns:a="http://schemas.openxmlformats.org/drawingml/2006/main">
              <a:ext uri="{FF2B5EF4-FFF2-40B4-BE49-F238E27FC236}">
                <a16:creationId xmlns:a16="http://schemas.microsoft.com/office/drawing/2014/main" id="{0D505A8D-B88A-4AF7-A50A-384E350D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0" name="!!label-5">
            <a:extLst xmlns:a="http://schemas.openxmlformats.org/drawingml/2006/main">
              <a:ext uri="{FF2B5EF4-FFF2-40B4-BE49-F238E27FC236}">
                <a16:creationId xmlns:a16="http://schemas.microsoft.com/office/drawing/2014/main" id="{5F7C147F-7763-4136-A697-298871AA5B6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1" name="!!node-6-layer-1">
            <a:extLst xmlns:a="http://schemas.openxmlformats.org/drawingml/2006/main">
              <a:ext uri="{FF2B5EF4-FFF2-40B4-BE49-F238E27FC236}">
                <a16:creationId xmlns:a16="http://schemas.microsoft.com/office/drawing/2014/main" id="{CA83F3A8-55FE-4A74-8FBC-7FCB22C5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AE"/>
          </a:solidFill>
          <a:ln xmlns:a="http://schemas.openxmlformats.org/drawingml/2006/main" w="0">
            <a:noFill/>
          </a:ln>
        </p:spPr>
      </p:sp>
      <p:sp>
        <p:nvSpPr>
          <p:cNvPr id="12" name="!!node-6-layer-2">
            <a:extLst xmlns:a="http://schemas.openxmlformats.org/drawingml/2006/main">
              <a:ext uri="{FF2B5EF4-FFF2-40B4-BE49-F238E27FC236}">
                <a16:creationId xmlns:a16="http://schemas.microsoft.com/office/drawing/2014/main" id="{9DD84F35-BA37-4A18-8994-D6D9BF6E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80047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C9B"/>
          </a:solidFill>
          <a:ln xmlns:a="http://schemas.openxmlformats.org/drawingml/2006/main" w="0">
            <a:noFill/>
          </a:ln>
        </p:spPr>
      </p:sp>
      <p:sp>
        <p:nvSpPr>
          <p:cNvPr id="13" name="!!node-6-layer-3">
            <a:extLst xmlns:a="http://schemas.openxmlformats.org/drawingml/2006/main">
              <a:ext uri="{FF2B5EF4-FFF2-40B4-BE49-F238E27FC236}">
                <a16:creationId xmlns:a16="http://schemas.microsoft.com/office/drawing/2014/main" id="{040DDE0F-78AE-44C3-B9E5-BF6CBC2A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95287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C8D"/>
          </a:solidFill>
          <a:ln xmlns:a="http://schemas.openxmlformats.org/drawingml/2006/main" w="0">
            <a:noFill/>
          </a:ln>
        </p:spPr>
      </p:sp>
      <p:sp>
        <p:nvSpPr>
          <p:cNvPr id="14" name="!!label-6">
            <a:extLst xmlns:a="http://schemas.openxmlformats.org/drawingml/2006/main">
              <a:ext uri="{FF2B5EF4-FFF2-40B4-BE49-F238E27FC236}">
                <a16:creationId xmlns:a16="http://schemas.microsoft.com/office/drawing/2014/main" id="{A26A1EC4-3FC8-4F19-A253-AD0AFFEE149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15" name="!!node-7">
            <a:extLst xmlns:a="http://schemas.openxmlformats.org/drawingml/2006/main">
              <a:ext uri="{FF2B5EF4-FFF2-40B4-BE49-F238E27FC236}">
                <a16:creationId xmlns:a16="http://schemas.microsoft.com/office/drawing/2014/main" id="{4766FC0C-A5B1-4588-A257-88F7470E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6" name="!!label-7">
            <a:extLst xmlns:a="http://schemas.openxmlformats.org/drawingml/2006/main">
              <a:ext uri="{FF2B5EF4-FFF2-40B4-BE49-F238E27FC236}">
                <a16:creationId xmlns:a16="http://schemas.microsoft.com/office/drawing/2014/main" id="{9EC0E7CF-8A2B-4CEC-9664-3258BA5AE72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17" name="!!node-8">
            <a:extLst xmlns:a="http://schemas.openxmlformats.org/drawingml/2006/main">
              <a:ext uri="{FF2B5EF4-FFF2-40B4-BE49-F238E27FC236}">
                <a16:creationId xmlns:a16="http://schemas.microsoft.com/office/drawing/2014/main" id="{69867015-9D17-4724-97E4-6EC5FFFA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8" name="!!label-8">
            <a:extLst xmlns:a="http://schemas.openxmlformats.org/drawingml/2006/main">
              <a:ext uri="{FF2B5EF4-FFF2-40B4-BE49-F238E27FC236}">
                <a16:creationId xmlns:a16="http://schemas.microsoft.com/office/drawing/2014/main" id="{049CC7DF-847C-4D2D-AE11-8EB2CE824BB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19" name="!!core">
            <a:extLst xmlns:a="http://schemas.openxmlformats.org/drawingml/2006/main">
              <a:ext uri="{FF2B5EF4-FFF2-40B4-BE49-F238E27FC236}">
                <a16:creationId xmlns:a16="http://schemas.microsoft.com/office/drawing/2014/main" id="{413F2A9C-9100-4F03-B185-A98A00CA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3276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7745"/>
          </a:solidFill>
          <a:ln xmlns:a="http://schemas.openxmlformats.org/drawingml/2006/main" w="0">
            <a:noFill/>
          </a:ln>
        </p:spPr>
      </p:sp>
      <p:sp>
        <p:nvSpPr>
          <p:cNvPr id="20" name="!!core-label">
            <a:extLst xmlns:a="http://schemas.openxmlformats.org/drawingml/2006/main">
              <a:ext uri="{FF2B5EF4-FFF2-40B4-BE49-F238E27FC236}">
                <a16:creationId xmlns:a16="http://schemas.microsoft.com/office/drawing/2014/main" id="{29394161-DBB1-499A-850A-AF73AAE5620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6576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CORE</a:t>
            </a:r>
          </a:p>
        </p:txBody>
      </p:sp>
      <p:sp>
        <p:nvSpPr>
          <p:cNvPr id="21" name="!!title">
            <a:extLst xmlns:a="http://schemas.openxmlformats.org/drawingml/2006/main">
              <a:ext uri="{FF2B5EF4-FFF2-40B4-BE49-F238E27FC236}">
                <a16:creationId xmlns:a16="http://schemas.microsoft.com/office/drawing/2014/main" id="{8DD4A22F-9AA0-4E1F-BC9C-B594D059005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571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Sơ đồ học tập</a:t>
            </a:r>
          </a:p>
        </p:txBody>
      </p:sp>
      <p:sp>
        <p:nvSpPr>
          <p:cNvPr id="22" name="!!phase">
            <a:extLst xmlns:a="http://schemas.openxmlformats.org/drawingml/2006/main">
              <a:ext uri="{FF2B5EF4-FFF2-40B4-BE49-F238E27FC236}">
                <a16:creationId xmlns:a16="http://schemas.microsoft.com/office/drawing/2014/main" id="{732934A6-D019-4B46-8697-D7098DB0605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942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Lõi hệ thống</a:t>
            </a:r>
          </a:p>
        </p:txBody>
      </p:sp>
    </p:spTree>
    <p:extLst>
      <p:ext uri="{BB962C8B-B14F-4D97-AF65-F5344CB8AC3E}">
        <p14:creationId xmlns:p14="http://schemas.microsoft.com/office/powerpoint/2010/main" val="853047092"/>
      </p:ext>
    </p:extLst>
  </p:cSld>
</p:sld>
</file>

<file path=ppt/slides/slide2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!!node-1">
            <a:extLst xmlns:a="http://schemas.openxmlformats.org/drawingml/2006/main">
              <a:ext uri="{FF2B5EF4-FFF2-40B4-BE49-F238E27FC236}">
                <a16:creationId xmlns:a16="http://schemas.microsoft.com/office/drawing/2014/main" id="{3BD56FD5-93B0-4FBB-A1DA-CAFC79B0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15144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" name="!!label-1">
            <a:extLst xmlns:a="http://schemas.openxmlformats.org/drawingml/2006/main">
              <a:ext uri="{FF2B5EF4-FFF2-40B4-BE49-F238E27FC236}">
                <a16:creationId xmlns:a16="http://schemas.microsoft.com/office/drawing/2014/main" id="{FB83C3A3-7C56-42BE-AE3B-ABA44BCB960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1543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!!node-2">
            <a:extLst xmlns:a="http://schemas.openxmlformats.org/drawingml/2006/main">
              <a:ext uri="{FF2B5EF4-FFF2-40B4-BE49-F238E27FC236}">
                <a16:creationId xmlns:a16="http://schemas.microsoft.com/office/drawing/2014/main" id="{1EE6EF97-3FC9-43C7-9816-1C4C7FB9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3908" y="2139392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4" name="!!label-2">
            <a:extLst xmlns:a="http://schemas.openxmlformats.org/drawingml/2006/main">
              <a:ext uri="{FF2B5EF4-FFF2-40B4-BE49-F238E27FC236}">
                <a16:creationId xmlns:a16="http://schemas.microsoft.com/office/drawing/2014/main" id="{06765D9E-4270-4229-8EF6-114D6554B0D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3433" y="2167967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!!node-3">
            <a:extLst xmlns:a="http://schemas.openxmlformats.org/drawingml/2006/main">
              <a:ext uri="{FF2B5EF4-FFF2-40B4-BE49-F238E27FC236}">
                <a16:creationId xmlns:a16="http://schemas.microsoft.com/office/drawing/2014/main" id="{C738B486-F6B0-4252-8F93-D9CA8AC4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8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6" name="!!label-3">
            <a:extLst xmlns:a="http://schemas.openxmlformats.org/drawingml/2006/main">
              <a:ext uri="{FF2B5EF4-FFF2-40B4-BE49-F238E27FC236}">
                <a16:creationId xmlns:a16="http://schemas.microsoft.com/office/drawing/2014/main" id="{0EE8EF3B-AFAD-47F7-8F1C-23F5A666EBC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83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7" name="!!node-4">
            <a:extLst xmlns:a="http://schemas.openxmlformats.org/drawingml/2006/main">
              <a:ext uri="{FF2B5EF4-FFF2-40B4-BE49-F238E27FC236}">
                <a16:creationId xmlns:a16="http://schemas.microsoft.com/office/drawing/2014/main" id="{406F6649-1DCD-4DDF-AB15-0C772AE1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3908" y="5156758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8" name="!!label-4">
            <a:extLst xmlns:a="http://schemas.openxmlformats.org/drawingml/2006/main">
              <a:ext uri="{FF2B5EF4-FFF2-40B4-BE49-F238E27FC236}">
                <a16:creationId xmlns:a16="http://schemas.microsoft.com/office/drawing/2014/main" id="{EC2D1F4C-01FA-4437-B21D-C982B5F456F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3433" y="5185333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9" name="!!node-5">
            <a:extLst xmlns:a="http://schemas.openxmlformats.org/drawingml/2006/main">
              <a:ext uri="{FF2B5EF4-FFF2-40B4-BE49-F238E27FC236}">
                <a16:creationId xmlns:a16="http://schemas.microsoft.com/office/drawing/2014/main" id="{B4D11D0C-C55D-4EF7-94FB-9413C2FA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57816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0" name="!!label-5">
            <a:extLst xmlns:a="http://schemas.openxmlformats.org/drawingml/2006/main">
              <a:ext uri="{FF2B5EF4-FFF2-40B4-BE49-F238E27FC236}">
                <a16:creationId xmlns:a16="http://schemas.microsoft.com/office/drawing/2014/main" id="{30842C9C-C490-4637-A84B-3349D46CD78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58102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1" name="!!node-6-layer-1">
            <a:extLst xmlns:a="http://schemas.openxmlformats.org/drawingml/2006/main">
              <a:ext uri="{FF2B5EF4-FFF2-40B4-BE49-F238E27FC236}">
                <a16:creationId xmlns:a16="http://schemas.microsoft.com/office/drawing/2014/main" id="{2C413EA3-FACE-44C8-A584-727F6537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6542" y="5156758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AE"/>
          </a:solidFill>
          <a:ln xmlns:a="http://schemas.openxmlformats.org/drawingml/2006/main" w="0">
            <a:noFill/>
          </a:ln>
        </p:spPr>
      </p:sp>
      <p:sp>
        <p:nvSpPr>
          <p:cNvPr id="12" name="!!node-6-layer-2">
            <a:extLst xmlns:a="http://schemas.openxmlformats.org/drawingml/2006/main">
              <a:ext uri="{FF2B5EF4-FFF2-40B4-BE49-F238E27FC236}">
                <a16:creationId xmlns:a16="http://schemas.microsoft.com/office/drawing/2014/main" id="{14CB8DD1-06B7-429E-9F8A-18393DB7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6542" y="5309158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C9B"/>
          </a:solidFill>
          <a:ln xmlns:a="http://schemas.openxmlformats.org/drawingml/2006/main" w="0">
            <a:noFill/>
          </a:ln>
        </p:spPr>
      </p:sp>
      <p:sp>
        <p:nvSpPr>
          <p:cNvPr id="13" name="!!node-6-layer-3">
            <a:extLst xmlns:a="http://schemas.openxmlformats.org/drawingml/2006/main">
              <a:ext uri="{FF2B5EF4-FFF2-40B4-BE49-F238E27FC236}">
                <a16:creationId xmlns:a16="http://schemas.microsoft.com/office/drawing/2014/main" id="{7A839E53-2C7E-47FE-ADC0-45927282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6542" y="5461558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C8D"/>
          </a:solidFill>
          <a:ln xmlns:a="http://schemas.openxmlformats.org/drawingml/2006/main" w="0">
            <a:noFill/>
          </a:ln>
        </p:spPr>
      </p:sp>
      <p:sp>
        <p:nvSpPr>
          <p:cNvPr id="14" name="!!label-6">
            <a:extLst xmlns:a="http://schemas.openxmlformats.org/drawingml/2006/main">
              <a:ext uri="{FF2B5EF4-FFF2-40B4-BE49-F238E27FC236}">
                <a16:creationId xmlns:a16="http://schemas.microsoft.com/office/drawing/2014/main" id="{5D2460C7-63E7-49CA-8658-B6A58AC09A5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6067" y="5185333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15" name="!!node-7">
            <a:extLst xmlns:a="http://schemas.openxmlformats.org/drawingml/2006/main">
              <a:ext uri="{FF2B5EF4-FFF2-40B4-BE49-F238E27FC236}">
                <a16:creationId xmlns:a16="http://schemas.microsoft.com/office/drawing/2014/main" id="{83C6AAFC-C436-4125-871A-83214501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6" name="!!label-7">
            <a:extLst xmlns:a="http://schemas.openxmlformats.org/drawingml/2006/main">
              <a:ext uri="{FF2B5EF4-FFF2-40B4-BE49-F238E27FC236}">
                <a16:creationId xmlns:a16="http://schemas.microsoft.com/office/drawing/2014/main" id="{7AEBC5EE-EB00-45F0-8214-0603D384A51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17" name="!!node-8">
            <a:extLst xmlns:a="http://schemas.openxmlformats.org/drawingml/2006/main">
              <a:ext uri="{FF2B5EF4-FFF2-40B4-BE49-F238E27FC236}">
                <a16:creationId xmlns:a16="http://schemas.microsoft.com/office/drawing/2014/main" id="{300599E2-AE39-40AB-A3F3-951C431A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6542" y="2139392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8" name="!!label-8">
            <a:extLst xmlns:a="http://schemas.openxmlformats.org/drawingml/2006/main">
              <a:ext uri="{FF2B5EF4-FFF2-40B4-BE49-F238E27FC236}">
                <a16:creationId xmlns:a16="http://schemas.microsoft.com/office/drawing/2014/main" id="{340133AF-1C2F-4C38-A253-2DD04A5AD39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6067" y="2167967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19" name="!!core">
            <a:extLst xmlns:a="http://schemas.openxmlformats.org/drawingml/2006/main">
              <a:ext uri="{FF2B5EF4-FFF2-40B4-BE49-F238E27FC236}">
                <a16:creationId xmlns:a16="http://schemas.microsoft.com/office/drawing/2014/main" id="{1E0940BA-CCA2-4233-AACF-416923A5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3276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7745"/>
          </a:solidFill>
          <a:ln xmlns:a="http://schemas.openxmlformats.org/drawingml/2006/main" w="0">
            <a:noFill/>
          </a:ln>
        </p:spPr>
      </p:sp>
      <p:sp>
        <p:nvSpPr>
          <p:cNvPr id="20" name="!!core-label">
            <a:extLst xmlns:a="http://schemas.openxmlformats.org/drawingml/2006/main">
              <a:ext uri="{FF2B5EF4-FFF2-40B4-BE49-F238E27FC236}">
                <a16:creationId xmlns:a16="http://schemas.microsoft.com/office/drawing/2014/main" id="{8AB126AF-5DD6-4CA7-AF37-E9E7B1936A0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6576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CORE</a:t>
            </a:r>
          </a:p>
        </p:txBody>
      </p:sp>
      <p:sp>
        <p:nvSpPr>
          <p:cNvPr id="21" name="!!title">
            <a:extLst xmlns:a="http://schemas.openxmlformats.org/drawingml/2006/main">
              <a:ext uri="{FF2B5EF4-FFF2-40B4-BE49-F238E27FC236}">
                <a16:creationId xmlns:a16="http://schemas.microsoft.com/office/drawing/2014/main" id="{894674AB-84D5-4446-B9B5-9181A2367BF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571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Sơ đồ học tập</a:t>
            </a:r>
          </a:p>
        </p:txBody>
      </p:sp>
      <p:sp>
        <p:nvSpPr>
          <p:cNvPr id="22" name="!!phase">
            <a:extLst xmlns:a="http://schemas.openxmlformats.org/drawingml/2006/main">
              <a:ext uri="{FF2B5EF4-FFF2-40B4-BE49-F238E27FC236}">
                <a16:creationId xmlns:a16="http://schemas.microsoft.com/office/drawing/2014/main" id="{95C86222-DB78-499C-AE8E-624E678BD81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942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8 nút thành một vòng</a:t>
            </a:r>
          </a:p>
        </p:txBody>
      </p:sp>
    </p:spTree>
    <p:extLst>
      <p:ext uri="{BB962C8B-B14F-4D97-AF65-F5344CB8AC3E}">
        <p14:creationId val="723549994"/>
      </p:ext>
    </p:extLst>
  </p:cSld>
  <mc:AlternateContent>
    <mc:Choice Requires="p159 p14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!!node-1">
            <a:extLst xmlns:a="http://schemas.openxmlformats.org/drawingml/2006/main">
              <a:ext uri="{FF2B5EF4-FFF2-40B4-BE49-F238E27FC236}">
                <a16:creationId xmlns:a16="http://schemas.microsoft.com/office/drawing/2014/main" id="{ACA3CF59-5828-4EE5-BFD7-06D35567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009" y="1587176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" name="!!label-1">
            <a:extLst xmlns:a="http://schemas.openxmlformats.org/drawingml/2006/main">
              <a:ext uri="{FF2B5EF4-FFF2-40B4-BE49-F238E27FC236}">
                <a16:creationId xmlns:a16="http://schemas.microsoft.com/office/drawing/2014/main" id="{AFB484E9-0C99-4255-9A3C-B6CD1D99CCC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534" y="1615751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!!node-2">
            <a:extLst xmlns:a="http://schemas.openxmlformats.org/drawingml/2006/main">
              <a:ext uri="{FF2B5EF4-FFF2-40B4-BE49-F238E27FC236}">
                <a16:creationId xmlns:a16="http://schemas.microsoft.com/office/drawing/2014/main" id="{43F6C981-5C92-4AE0-8D6F-BB1B2133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1800323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4" name="!!label-2">
            <a:extLst xmlns:a="http://schemas.openxmlformats.org/drawingml/2006/main">
              <a:ext uri="{FF2B5EF4-FFF2-40B4-BE49-F238E27FC236}">
                <a16:creationId xmlns:a16="http://schemas.microsoft.com/office/drawing/2014/main" id="{F65B3B25-B39A-48C0-8030-06ADEF83595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1828898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!!node-3">
            <a:extLst xmlns:a="http://schemas.openxmlformats.org/drawingml/2006/main">
              <a:ext uri="{FF2B5EF4-FFF2-40B4-BE49-F238E27FC236}">
                <a16:creationId xmlns:a16="http://schemas.microsoft.com/office/drawing/2014/main" id="{FF1FF225-3386-4BF8-BAB4-B91D4283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6124" y="3095859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6" name="!!label-3">
            <a:extLst xmlns:a="http://schemas.openxmlformats.org/drawingml/2006/main">
              <a:ext uri="{FF2B5EF4-FFF2-40B4-BE49-F238E27FC236}">
                <a16:creationId xmlns:a16="http://schemas.microsoft.com/office/drawing/2014/main" id="{920915FF-F375-4396-AAAC-A5BA4B4256F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5649" y="3124434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7" name="!!node-4">
            <a:extLst xmlns:a="http://schemas.openxmlformats.org/drawingml/2006/main">
              <a:ext uri="{FF2B5EF4-FFF2-40B4-BE49-F238E27FC236}">
                <a16:creationId xmlns:a16="http://schemas.microsoft.com/office/drawing/2014/main" id="{412DF1DA-6574-40D1-8A33-96EE6D08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47148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8" name="!!label-4">
            <a:extLst xmlns:a="http://schemas.openxmlformats.org/drawingml/2006/main">
              <a:ext uri="{FF2B5EF4-FFF2-40B4-BE49-F238E27FC236}">
                <a16:creationId xmlns:a16="http://schemas.microsoft.com/office/drawing/2014/main" id="{9C068310-5B34-460D-B02D-1B1CAA58C69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502" y="4743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9" name="!!node-5">
            <a:extLst xmlns:a="http://schemas.openxmlformats.org/drawingml/2006/main">
              <a:ext uri="{FF2B5EF4-FFF2-40B4-BE49-F238E27FC236}">
                <a16:creationId xmlns:a16="http://schemas.microsoft.com/office/drawing/2014/main" id="{1A8EE44F-D9ED-4EA8-8A73-31028D4E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441" y="5708974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0" name="!!label-5">
            <a:extLst xmlns:a="http://schemas.openxmlformats.org/drawingml/2006/main">
              <a:ext uri="{FF2B5EF4-FFF2-40B4-BE49-F238E27FC236}">
                <a16:creationId xmlns:a16="http://schemas.microsoft.com/office/drawing/2014/main" id="{5F1C7954-A797-4DA9-8079-850AA571FB2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6966" y="5737549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1" name="!!node-6-layer-1">
            <a:extLst xmlns:a="http://schemas.openxmlformats.org/drawingml/2006/main">
              <a:ext uri="{FF2B5EF4-FFF2-40B4-BE49-F238E27FC236}">
                <a16:creationId xmlns:a16="http://schemas.microsoft.com/office/drawing/2014/main" id="{14EA3622-EFB7-469F-8BD4-1A2F07B3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5495827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AE"/>
          </a:solidFill>
          <a:ln xmlns:a="http://schemas.openxmlformats.org/drawingml/2006/main" w="0">
            <a:noFill/>
          </a:ln>
        </p:spPr>
      </p:sp>
      <p:sp>
        <p:nvSpPr>
          <p:cNvPr id="12" name="!!node-6-layer-2">
            <a:extLst xmlns:a="http://schemas.openxmlformats.org/drawingml/2006/main">
              <a:ext uri="{FF2B5EF4-FFF2-40B4-BE49-F238E27FC236}">
                <a16:creationId xmlns:a16="http://schemas.microsoft.com/office/drawing/2014/main" id="{27B5ABD7-A754-4688-A544-FD1473F4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5648227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C9B"/>
          </a:solidFill>
          <a:ln xmlns:a="http://schemas.openxmlformats.org/drawingml/2006/main" w="0">
            <a:noFill/>
          </a:ln>
        </p:spPr>
      </p:sp>
      <p:sp>
        <p:nvSpPr>
          <p:cNvPr id="13" name="!!node-6-layer-3">
            <a:extLst xmlns:a="http://schemas.openxmlformats.org/drawingml/2006/main">
              <a:ext uri="{FF2B5EF4-FFF2-40B4-BE49-F238E27FC236}">
                <a16:creationId xmlns:a16="http://schemas.microsoft.com/office/drawing/2014/main" id="{E50860BE-4EBF-48B6-8FB0-1732B430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5800627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C8D"/>
          </a:solidFill>
          <a:ln xmlns:a="http://schemas.openxmlformats.org/drawingml/2006/main" w="0">
            <a:noFill/>
          </a:ln>
        </p:spPr>
      </p:sp>
      <p:sp>
        <p:nvSpPr>
          <p:cNvPr id="14" name="!!label-6">
            <a:extLst xmlns:a="http://schemas.openxmlformats.org/drawingml/2006/main">
              <a:ext uri="{FF2B5EF4-FFF2-40B4-BE49-F238E27FC236}">
                <a16:creationId xmlns:a16="http://schemas.microsoft.com/office/drawing/2014/main" id="{496AE725-C0FB-439E-8335-4B972582451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5524402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15" name="!!node-7">
            <a:extLst xmlns:a="http://schemas.openxmlformats.org/drawingml/2006/main">
              <a:ext uri="{FF2B5EF4-FFF2-40B4-BE49-F238E27FC236}">
                <a16:creationId xmlns:a16="http://schemas.microsoft.com/office/drawing/2014/main" id="{4E5246E0-8FF0-4425-AA13-918EF9C1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326" y="4200291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6" name="!!label-7">
            <a:extLst xmlns:a="http://schemas.openxmlformats.org/drawingml/2006/main">
              <a:ext uri="{FF2B5EF4-FFF2-40B4-BE49-F238E27FC236}">
                <a16:creationId xmlns:a16="http://schemas.microsoft.com/office/drawing/2014/main" id="{3D95F8B1-9AFA-4A54-BF59-46F1745F6E4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3851" y="4228866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17" name="!!node-8">
            <a:extLst xmlns:a="http://schemas.openxmlformats.org/drawingml/2006/main">
              <a:ext uri="{FF2B5EF4-FFF2-40B4-BE49-F238E27FC236}">
                <a16:creationId xmlns:a16="http://schemas.microsoft.com/office/drawing/2014/main" id="{DA335AA4-4F8F-4749-A2A8-A524899A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473" y="25812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8" name="!!label-8">
            <a:extLst xmlns:a="http://schemas.openxmlformats.org/drawingml/2006/main">
              <a:ext uri="{FF2B5EF4-FFF2-40B4-BE49-F238E27FC236}">
                <a16:creationId xmlns:a16="http://schemas.microsoft.com/office/drawing/2014/main" id="{EE8F6307-0865-4F6C-9103-E059B721213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98" y="26098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19" name="!!core">
            <a:extLst xmlns:a="http://schemas.openxmlformats.org/drawingml/2006/main">
              <a:ext uri="{FF2B5EF4-FFF2-40B4-BE49-F238E27FC236}">
                <a16:creationId xmlns:a16="http://schemas.microsoft.com/office/drawing/2014/main" id="{7994B6AE-7852-4A6F-89F5-DC8C1134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3276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7745"/>
          </a:solidFill>
          <a:ln xmlns:a="http://schemas.openxmlformats.org/drawingml/2006/main" w="0">
            <a:noFill/>
          </a:ln>
        </p:spPr>
      </p:sp>
      <p:sp>
        <p:nvSpPr>
          <p:cNvPr id="20" name="!!core-label">
            <a:extLst xmlns:a="http://schemas.openxmlformats.org/drawingml/2006/main">
              <a:ext uri="{FF2B5EF4-FFF2-40B4-BE49-F238E27FC236}">
                <a16:creationId xmlns:a16="http://schemas.microsoft.com/office/drawing/2014/main" id="{29DD3B7B-9D29-496C-B0BE-440D54BD4EF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6576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CORE</a:t>
            </a:r>
          </a:p>
        </p:txBody>
      </p:sp>
      <p:sp>
        <p:nvSpPr>
          <p:cNvPr id="21" name="!!title">
            <a:extLst xmlns:a="http://schemas.openxmlformats.org/drawingml/2006/main">
              <a:ext uri="{FF2B5EF4-FFF2-40B4-BE49-F238E27FC236}">
                <a16:creationId xmlns:a16="http://schemas.microsoft.com/office/drawing/2014/main" id="{F9CC9CAE-A096-406C-8B34-8C37676C26A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571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Sơ đồ học tập</a:t>
            </a:r>
          </a:p>
        </p:txBody>
      </p:sp>
      <p:sp>
        <p:nvSpPr>
          <p:cNvPr id="22" name="!!phase">
            <a:extLst xmlns:a="http://schemas.openxmlformats.org/drawingml/2006/main">
              <a:ext uri="{FF2B5EF4-FFF2-40B4-BE49-F238E27FC236}">
                <a16:creationId xmlns:a16="http://schemas.microsoft.com/office/drawing/2014/main" id="{37D27F1F-A454-4B76-A96C-0E3ED9013BE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942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Xoay ngược chiều kim đồng hồ</a:t>
            </a:r>
          </a:p>
        </p:txBody>
      </p:sp>
    </p:spTree>
    <p:extLst>
      <p:ext uri="{BB962C8B-B14F-4D97-AF65-F5344CB8AC3E}">
        <p14:creationId val="942702403"/>
      </p:ext>
    </p:extLst>
  </p:cSld>
  <mc:AlternateContent>
    <mc:Choice Requires="p159 p14">
      <p:transition spd="slow" p14:dur="3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!!node-1">
            <a:extLst xmlns:a="http://schemas.openxmlformats.org/drawingml/2006/main">
              <a:ext uri="{FF2B5EF4-FFF2-40B4-BE49-F238E27FC236}">
                <a16:creationId xmlns:a16="http://schemas.microsoft.com/office/drawing/2014/main" id="{A9AEC475-C4E6-4D09-9EBE-61EA1348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1800323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" name="!!label-1">
            <a:extLst xmlns:a="http://schemas.openxmlformats.org/drawingml/2006/main">
              <a:ext uri="{FF2B5EF4-FFF2-40B4-BE49-F238E27FC236}">
                <a16:creationId xmlns:a16="http://schemas.microsoft.com/office/drawing/2014/main" id="{20D19DA0-AB0C-41C4-87F3-130CECC086F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1828898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!!node-2">
            <a:extLst xmlns:a="http://schemas.openxmlformats.org/drawingml/2006/main">
              <a:ext uri="{FF2B5EF4-FFF2-40B4-BE49-F238E27FC236}">
                <a16:creationId xmlns:a16="http://schemas.microsoft.com/office/drawing/2014/main" id="{FF11114C-6E57-4C5E-B6C2-5C1E0B76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441" y="1587176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4" name="!!label-2">
            <a:extLst xmlns:a="http://schemas.openxmlformats.org/drawingml/2006/main">
              <a:ext uri="{FF2B5EF4-FFF2-40B4-BE49-F238E27FC236}">
                <a16:creationId xmlns:a16="http://schemas.microsoft.com/office/drawing/2014/main" id="{970F8AA6-1D77-47EE-B38B-24E2391E5E4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6966" y="1615751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!!node-3">
            <a:extLst xmlns:a="http://schemas.openxmlformats.org/drawingml/2006/main">
              <a:ext uri="{FF2B5EF4-FFF2-40B4-BE49-F238E27FC236}">
                <a16:creationId xmlns:a16="http://schemas.microsoft.com/office/drawing/2014/main" id="{26F69639-CF56-4683-92BF-6CE28E51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25812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6" name="!!label-3">
            <a:extLst xmlns:a="http://schemas.openxmlformats.org/drawingml/2006/main">
              <a:ext uri="{FF2B5EF4-FFF2-40B4-BE49-F238E27FC236}">
                <a16:creationId xmlns:a16="http://schemas.microsoft.com/office/drawing/2014/main" id="{85D63713-C567-4CDD-8D0A-48A8257C556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502" y="26098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7" name="!!node-4">
            <a:extLst xmlns:a="http://schemas.openxmlformats.org/drawingml/2006/main">
              <a:ext uri="{FF2B5EF4-FFF2-40B4-BE49-F238E27FC236}">
                <a16:creationId xmlns:a16="http://schemas.microsoft.com/office/drawing/2014/main" id="{CD8E8456-4370-42FB-9DE4-163E1ABB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6124" y="4200291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8" name="!!label-4">
            <a:extLst xmlns:a="http://schemas.openxmlformats.org/drawingml/2006/main">
              <a:ext uri="{FF2B5EF4-FFF2-40B4-BE49-F238E27FC236}">
                <a16:creationId xmlns:a16="http://schemas.microsoft.com/office/drawing/2014/main" id="{080B18FA-36F2-4F1D-984C-D267CCD7C46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5649" y="4228866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9" name="!!node-5">
            <a:extLst xmlns:a="http://schemas.openxmlformats.org/drawingml/2006/main">
              <a:ext uri="{FF2B5EF4-FFF2-40B4-BE49-F238E27FC236}">
                <a16:creationId xmlns:a16="http://schemas.microsoft.com/office/drawing/2014/main" id="{F4CD4B0A-5594-4386-9F11-4DB06E9F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5495827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0" name="!!label-5">
            <a:extLst xmlns:a="http://schemas.openxmlformats.org/drawingml/2006/main">
              <a:ext uri="{FF2B5EF4-FFF2-40B4-BE49-F238E27FC236}">
                <a16:creationId xmlns:a16="http://schemas.microsoft.com/office/drawing/2014/main" id="{5DC5EAFE-389E-4BC9-B736-56332DB4994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5524402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1" name="!!node-6-layer-1">
            <a:extLst xmlns:a="http://schemas.openxmlformats.org/drawingml/2006/main">
              <a:ext uri="{FF2B5EF4-FFF2-40B4-BE49-F238E27FC236}">
                <a16:creationId xmlns:a16="http://schemas.microsoft.com/office/drawing/2014/main" id="{94256470-EC64-49AA-AFE0-9B26E5F1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009" y="5708974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AE"/>
          </a:solidFill>
          <a:ln xmlns:a="http://schemas.openxmlformats.org/drawingml/2006/main" w="0">
            <a:noFill/>
          </a:ln>
        </p:spPr>
      </p:sp>
      <p:sp>
        <p:nvSpPr>
          <p:cNvPr id="12" name="!!node-6-layer-2">
            <a:extLst xmlns:a="http://schemas.openxmlformats.org/drawingml/2006/main">
              <a:ext uri="{FF2B5EF4-FFF2-40B4-BE49-F238E27FC236}">
                <a16:creationId xmlns:a16="http://schemas.microsoft.com/office/drawing/2014/main" id="{9471CB6E-021E-486F-AA91-10F7A010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009" y="5861374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C9B"/>
          </a:solidFill>
          <a:ln xmlns:a="http://schemas.openxmlformats.org/drawingml/2006/main" w="0">
            <a:noFill/>
          </a:ln>
        </p:spPr>
      </p:sp>
      <p:sp>
        <p:nvSpPr>
          <p:cNvPr id="13" name="!!node-6-layer-3">
            <a:extLst xmlns:a="http://schemas.openxmlformats.org/drawingml/2006/main">
              <a:ext uri="{FF2B5EF4-FFF2-40B4-BE49-F238E27FC236}">
                <a16:creationId xmlns:a16="http://schemas.microsoft.com/office/drawing/2014/main" id="{5FCFA7F0-EA79-4D6C-830A-BC73466A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009" y="6013774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C8D"/>
          </a:solidFill>
          <a:ln xmlns:a="http://schemas.openxmlformats.org/drawingml/2006/main" w="0">
            <a:noFill/>
          </a:ln>
        </p:spPr>
      </p:sp>
      <p:sp>
        <p:nvSpPr>
          <p:cNvPr id="14" name="!!label-6">
            <a:extLst xmlns:a="http://schemas.openxmlformats.org/drawingml/2006/main">
              <a:ext uri="{FF2B5EF4-FFF2-40B4-BE49-F238E27FC236}">
                <a16:creationId xmlns:a16="http://schemas.microsoft.com/office/drawing/2014/main" id="{EF928D65-A1D7-4F63-AFC1-B4DC66E3EB4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534" y="5737549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15" name="!!node-7">
            <a:extLst xmlns:a="http://schemas.openxmlformats.org/drawingml/2006/main">
              <a:ext uri="{FF2B5EF4-FFF2-40B4-BE49-F238E27FC236}">
                <a16:creationId xmlns:a16="http://schemas.microsoft.com/office/drawing/2014/main" id="{D0EC58FF-6DBC-44E5-BE70-A79B637B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473" y="47148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6" name="!!label-7">
            <a:extLst xmlns:a="http://schemas.openxmlformats.org/drawingml/2006/main">
              <a:ext uri="{FF2B5EF4-FFF2-40B4-BE49-F238E27FC236}">
                <a16:creationId xmlns:a16="http://schemas.microsoft.com/office/drawing/2014/main" id="{57FA4E71-0F54-471E-9E2C-847A1ED9FBE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98" y="4743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17" name="!!node-8">
            <a:extLst xmlns:a="http://schemas.openxmlformats.org/drawingml/2006/main">
              <a:ext uri="{FF2B5EF4-FFF2-40B4-BE49-F238E27FC236}">
                <a16:creationId xmlns:a16="http://schemas.microsoft.com/office/drawing/2014/main" id="{E722A6EF-6FE9-4BF2-A1F2-F0C6435D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326" y="3095859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8" name="!!label-8">
            <a:extLst xmlns:a="http://schemas.openxmlformats.org/drawingml/2006/main">
              <a:ext uri="{FF2B5EF4-FFF2-40B4-BE49-F238E27FC236}">
                <a16:creationId xmlns:a16="http://schemas.microsoft.com/office/drawing/2014/main" id="{E5E1AFF9-E7C3-4CEE-90B4-5EA414DAABA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3851" y="3124434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19" name="!!core">
            <a:extLst xmlns:a="http://schemas.openxmlformats.org/drawingml/2006/main">
              <a:ext uri="{FF2B5EF4-FFF2-40B4-BE49-F238E27FC236}">
                <a16:creationId xmlns:a16="http://schemas.microsoft.com/office/drawing/2014/main" id="{CDB93610-F752-440C-9B4F-801E99C4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3276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7745"/>
          </a:solidFill>
          <a:ln xmlns:a="http://schemas.openxmlformats.org/drawingml/2006/main" w="0">
            <a:noFill/>
          </a:ln>
        </p:spPr>
      </p:sp>
      <p:sp>
        <p:nvSpPr>
          <p:cNvPr id="20" name="!!core-label">
            <a:extLst xmlns:a="http://schemas.openxmlformats.org/drawingml/2006/main">
              <a:ext uri="{FF2B5EF4-FFF2-40B4-BE49-F238E27FC236}">
                <a16:creationId xmlns:a16="http://schemas.microsoft.com/office/drawing/2014/main" id="{4B6A3148-D376-4E6F-9745-3EF52E80C3B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6576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CORE</a:t>
            </a:r>
          </a:p>
        </p:txBody>
      </p:sp>
      <p:sp>
        <p:nvSpPr>
          <p:cNvPr id="21" name="!!title">
            <a:extLst xmlns:a="http://schemas.openxmlformats.org/drawingml/2006/main">
              <a:ext uri="{FF2B5EF4-FFF2-40B4-BE49-F238E27FC236}">
                <a16:creationId xmlns:a16="http://schemas.microsoft.com/office/drawing/2014/main" id="{4DE10523-87A6-4B7F-810B-35FE004AF24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571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Sơ đồ học tập</a:t>
            </a:r>
          </a:p>
        </p:txBody>
      </p:sp>
      <p:sp>
        <p:nvSpPr>
          <p:cNvPr id="22" name="!!phase">
            <a:extLst xmlns:a="http://schemas.openxmlformats.org/drawingml/2006/main">
              <a:ext uri="{FF2B5EF4-FFF2-40B4-BE49-F238E27FC236}">
                <a16:creationId xmlns:a16="http://schemas.microsoft.com/office/drawing/2014/main" id="{C43E440B-9A4F-4F34-8107-FF35DCFEA29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942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Xoay ngược chiều kim đồng hồ</a:t>
            </a:r>
          </a:p>
        </p:txBody>
      </p:sp>
    </p:spTree>
    <p:extLst>
      <p:ext uri="{BB962C8B-B14F-4D97-AF65-F5344CB8AC3E}">
        <p14:creationId val="787666043"/>
      </p:ext>
    </p:extLst>
  </p:cSld>
  <mc:AlternateContent>
    <mc:Choice Requires="p159 p14">
      <p:transition spd="slow" p14:dur="3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!!node-1">
            <a:extLst xmlns:a="http://schemas.openxmlformats.org/drawingml/2006/main">
              <a:ext uri="{FF2B5EF4-FFF2-40B4-BE49-F238E27FC236}">
                <a16:creationId xmlns:a16="http://schemas.microsoft.com/office/drawing/2014/main" id="{F0315F35-8047-491B-80BA-85AAF99E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6542" y="2139392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" name="!!label-1">
            <a:extLst xmlns:a="http://schemas.openxmlformats.org/drawingml/2006/main">
              <a:ext uri="{FF2B5EF4-FFF2-40B4-BE49-F238E27FC236}">
                <a16:creationId xmlns:a16="http://schemas.microsoft.com/office/drawing/2014/main" id="{FAAAE5B4-BFF4-49CB-AC39-950D561DDF7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6067" y="2167967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!!node-2">
            <a:extLst xmlns:a="http://schemas.openxmlformats.org/drawingml/2006/main">
              <a:ext uri="{FF2B5EF4-FFF2-40B4-BE49-F238E27FC236}">
                <a16:creationId xmlns:a16="http://schemas.microsoft.com/office/drawing/2014/main" id="{4AAAD157-FC20-4A56-9831-E7B555EF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15144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4" name="!!label-2">
            <a:extLst xmlns:a="http://schemas.openxmlformats.org/drawingml/2006/main">
              <a:ext uri="{FF2B5EF4-FFF2-40B4-BE49-F238E27FC236}">
                <a16:creationId xmlns:a16="http://schemas.microsoft.com/office/drawing/2014/main" id="{32E0416C-36A9-4CBE-8646-AA6DDCE491D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1543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!!node-3">
            <a:extLst xmlns:a="http://schemas.openxmlformats.org/drawingml/2006/main">
              <a:ext uri="{FF2B5EF4-FFF2-40B4-BE49-F238E27FC236}">
                <a16:creationId xmlns:a16="http://schemas.microsoft.com/office/drawing/2014/main" id="{A9A06293-210F-437F-9ECA-64BD56A6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3908" y="2139392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6" name="!!label-3">
            <a:extLst xmlns:a="http://schemas.openxmlformats.org/drawingml/2006/main">
              <a:ext uri="{FF2B5EF4-FFF2-40B4-BE49-F238E27FC236}">
                <a16:creationId xmlns:a16="http://schemas.microsoft.com/office/drawing/2014/main" id="{C951E101-2BFA-458D-9353-F7D81BF2906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3433" y="2167967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7" name="!!node-4">
            <a:extLst xmlns:a="http://schemas.openxmlformats.org/drawingml/2006/main">
              <a:ext uri="{FF2B5EF4-FFF2-40B4-BE49-F238E27FC236}">
                <a16:creationId xmlns:a16="http://schemas.microsoft.com/office/drawing/2014/main" id="{2CA89700-FE12-4E39-A283-BBA02ADD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8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8" name="!!label-4">
            <a:extLst xmlns:a="http://schemas.openxmlformats.org/drawingml/2006/main">
              <a:ext uri="{FF2B5EF4-FFF2-40B4-BE49-F238E27FC236}">
                <a16:creationId xmlns:a16="http://schemas.microsoft.com/office/drawing/2014/main" id="{4EFEAC3D-7CD9-47D1-B3D1-F979F3EE1E9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83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9" name="!!node-5">
            <a:extLst xmlns:a="http://schemas.openxmlformats.org/drawingml/2006/main">
              <a:ext uri="{FF2B5EF4-FFF2-40B4-BE49-F238E27FC236}">
                <a16:creationId xmlns:a16="http://schemas.microsoft.com/office/drawing/2014/main" id="{F3C780A1-D97E-478D-9A10-F015E268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3908" y="5156758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0" name="!!label-5">
            <a:extLst xmlns:a="http://schemas.openxmlformats.org/drawingml/2006/main">
              <a:ext uri="{FF2B5EF4-FFF2-40B4-BE49-F238E27FC236}">
                <a16:creationId xmlns:a16="http://schemas.microsoft.com/office/drawing/2014/main" id="{FB6EC776-BA61-429D-945A-526522675B1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3433" y="5185333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1" name="!!node-6-layer-1">
            <a:extLst xmlns:a="http://schemas.openxmlformats.org/drawingml/2006/main">
              <a:ext uri="{FF2B5EF4-FFF2-40B4-BE49-F238E27FC236}">
                <a16:creationId xmlns:a16="http://schemas.microsoft.com/office/drawing/2014/main" id="{B9E62A95-C149-4939-8E0E-76C6FC3A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578167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AE"/>
          </a:solidFill>
          <a:ln xmlns:a="http://schemas.openxmlformats.org/drawingml/2006/main" w="0">
            <a:noFill/>
          </a:ln>
        </p:spPr>
      </p:sp>
      <p:sp>
        <p:nvSpPr>
          <p:cNvPr id="12" name="!!node-6-layer-2">
            <a:extLst xmlns:a="http://schemas.openxmlformats.org/drawingml/2006/main">
              <a:ext uri="{FF2B5EF4-FFF2-40B4-BE49-F238E27FC236}">
                <a16:creationId xmlns:a16="http://schemas.microsoft.com/office/drawing/2014/main" id="{08AA4551-12AA-454D-8E8B-CB4CEB41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593407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C9B"/>
          </a:solidFill>
          <a:ln xmlns:a="http://schemas.openxmlformats.org/drawingml/2006/main" w="0">
            <a:noFill/>
          </a:ln>
        </p:spPr>
      </p:sp>
      <p:sp>
        <p:nvSpPr>
          <p:cNvPr id="13" name="!!node-6-layer-3">
            <a:extLst xmlns:a="http://schemas.openxmlformats.org/drawingml/2006/main">
              <a:ext uri="{FF2B5EF4-FFF2-40B4-BE49-F238E27FC236}">
                <a16:creationId xmlns:a16="http://schemas.microsoft.com/office/drawing/2014/main" id="{CDFBDB82-2586-492A-9773-9C3C29B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608647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C8D"/>
          </a:solidFill>
          <a:ln xmlns:a="http://schemas.openxmlformats.org/drawingml/2006/main" w="0">
            <a:noFill/>
          </a:ln>
        </p:spPr>
      </p:sp>
      <p:sp>
        <p:nvSpPr>
          <p:cNvPr id="14" name="!!label-6">
            <a:extLst xmlns:a="http://schemas.openxmlformats.org/drawingml/2006/main">
              <a:ext uri="{FF2B5EF4-FFF2-40B4-BE49-F238E27FC236}">
                <a16:creationId xmlns:a16="http://schemas.microsoft.com/office/drawing/2014/main" id="{CFDE11F5-05B8-4B20-83DF-F636D895B37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58102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15" name="!!node-7">
            <a:extLst xmlns:a="http://schemas.openxmlformats.org/drawingml/2006/main">
              <a:ext uri="{FF2B5EF4-FFF2-40B4-BE49-F238E27FC236}">
                <a16:creationId xmlns:a16="http://schemas.microsoft.com/office/drawing/2014/main" id="{D7AAFE40-C62E-4526-BA58-74F869A5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6542" y="5156758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6" name="!!label-7">
            <a:extLst xmlns:a="http://schemas.openxmlformats.org/drawingml/2006/main">
              <a:ext uri="{FF2B5EF4-FFF2-40B4-BE49-F238E27FC236}">
                <a16:creationId xmlns:a16="http://schemas.microsoft.com/office/drawing/2014/main" id="{2AEF0F66-A406-4741-8B1B-12A3C3F4604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6067" y="5185333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17" name="!!node-8">
            <a:extLst xmlns:a="http://schemas.openxmlformats.org/drawingml/2006/main">
              <a:ext uri="{FF2B5EF4-FFF2-40B4-BE49-F238E27FC236}">
                <a16:creationId xmlns:a16="http://schemas.microsoft.com/office/drawing/2014/main" id="{6781A7D5-44C9-4337-8308-A6F1A2EA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8" name="!!label-8">
            <a:extLst xmlns:a="http://schemas.openxmlformats.org/drawingml/2006/main">
              <a:ext uri="{FF2B5EF4-FFF2-40B4-BE49-F238E27FC236}">
                <a16:creationId xmlns:a16="http://schemas.microsoft.com/office/drawing/2014/main" id="{8C3C67C8-AB0F-4EEF-9EFC-1B27DCFD5B3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19" name="!!core">
            <a:extLst xmlns:a="http://schemas.openxmlformats.org/drawingml/2006/main">
              <a:ext uri="{FF2B5EF4-FFF2-40B4-BE49-F238E27FC236}">
                <a16:creationId xmlns:a16="http://schemas.microsoft.com/office/drawing/2014/main" id="{D13F0C7B-114A-4B54-A2E8-83DBD89E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3276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7745"/>
          </a:solidFill>
          <a:ln xmlns:a="http://schemas.openxmlformats.org/drawingml/2006/main" w="0">
            <a:noFill/>
          </a:ln>
        </p:spPr>
      </p:sp>
      <p:sp>
        <p:nvSpPr>
          <p:cNvPr id="20" name="!!core-label">
            <a:extLst xmlns:a="http://schemas.openxmlformats.org/drawingml/2006/main">
              <a:ext uri="{FF2B5EF4-FFF2-40B4-BE49-F238E27FC236}">
                <a16:creationId xmlns:a16="http://schemas.microsoft.com/office/drawing/2014/main" id="{69628FAC-62AF-454C-AC7E-2405DB0BEEC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6576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CORE</a:t>
            </a:r>
          </a:p>
        </p:txBody>
      </p:sp>
      <p:sp>
        <p:nvSpPr>
          <p:cNvPr id="21" name="!!title">
            <a:extLst xmlns:a="http://schemas.openxmlformats.org/drawingml/2006/main">
              <a:ext uri="{FF2B5EF4-FFF2-40B4-BE49-F238E27FC236}">
                <a16:creationId xmlns:a16="http://schemas.microsoft.com/office/drawing/2014/main" id="{AD369801-2C0C-4838-922C-CAEAC433E0B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571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Sơ đồ học tập</a:t>
            </a:r>
          </a:p>
        </p:txBody>
      </p:sp>
      <p:sp>
        <p:nvSpPr>
          <p:cNvPr id="22" name="!!phase">
            <a:extLst xmlns:a="http://schemas.openxmlformats.org/drawingml/2006/main">
              <a:ext uri="{FF2B5EF4-FFF2-40B4-BE49-F238E27FC236}">
                <a16:creationId xmlns:a16="http://schemas.microsoft.com/office/drawing/2014/main" id="{68F0152E-C5B0-479D-B8B2-1A631C53EC1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942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Xoay ngược chiều kim đồng hồ</a:t>
            </a:r>
          </a:p>
        </p:txBody>
      </p:sp>
    </p:spTree>
    <p:extLst>
      <p:ext uri="{BB962C8B-B14F-4D97-AF65-F5344CB8AC3E}">
        <p14:creationId val="818628683"/>
      </p:ext>
    </p:extLst>
  </p:cSld>
  <mc:AlternateContent>
    <mc:Choice Requires="p159 p14">
      <p:transition spd="slow" p14:dur="35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!!node-1">
            <a:extLst xmlns:a="http://schemas.openxmlformats.org/drawingml/2006/main">
              <a:ext uri="{FF2B5EF4-FFF2-40B4-BE49-F238E27FC236}">
                <a16:creationId xmlns:a16="http://schemas.microsoft.com/office/drawing/2014/main" id="{E099AFD7-8E47-4819-A3C9-C217E70F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473" y="25812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" name="!!label-1">
            <a:extLst xmlns:a="http://schemas.openxmlformats.org/drawingml/2006/main">
              <a:ext uri="{FF2B5EF4-FFF2-40B4-BE49-F238E27FC236}">
                <a16:creationId xmlns:a16="http://schemas.microsoft.com/office/drawing/2014/main" id="{A5BB72D1-6565-420E-9FE5-10037CA5B5F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98" y="26098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!!node-2">
            <a:extLst xmlns:a="http://schemas.openxmlformats.org/drawingml/2006/main">
              <a:ext uri="{FF2B5EF4-FFF2-40B4-BE49-F238E27FC236}">
                <a16:creationId xmlns:a16="http://schemas.microsoft.com/office/drawing/2014/main" id="{BD7ABDD3-F3AD-4473-A726-B8ABEF54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009" y="1587176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4" name="!!label-2">
            <a:extLst xmlns:a="http://schemas.openxmlformats.org/drawingml/2006/main">
              <a:ext uri="{FF2B5EF4-FFF2-40B4-BE49-F238E27FC236}">
                <a16:creationId xmlns:a16="http://schemas.microsoft.com/office/drawing/2014/main" id="{D7559845-0766-4020-BEDD-6F70C79DE20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534" y="1615751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!!node-3">
            <a:extLst xmlns:a="http://schemas.openxmlformats.org/drawingml/2006/main">
              <a:ext uri="{FF2B5EF4-FFF2-40B4-BE49-F238E27FC236}">
                <a16:creationId xmlns:a16="http://schemas.microsoft.com/office/drawing/2014/main" id="{4FA43055-69E1-414C-9091-938B056A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1800323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6" name="!!label-3">
            <a:extLst xmlns:a="http://schemas.openxmlformats.org/drawingml/2006/main">
              <a:ext uri="{FF2B5EF4-FFF2-40B4-BE49-F238E27FC236}">
                <a16:creationId xmlns:a16="http://schemas.microsoft.com/office/drawing/2014/main" id="{A5EDCA0D-8FD9-4ECF-886B-77C43C8ED22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1828898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7" name="!!node-4">
            <a:extLst xmlns:a="http://schemas.openxmlformats.org/drawingml/2006/main">
              <a:ext uri="{FF2B5EF4-FFF2-40B4-BE49-F238E27FC236}">
                <a16:creationId xmlns:a16="http://schemas.microsoft.com/office/drawing/2014/main" id="{B5937A03-DB76-49B2-93C3-C5B49568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6124" y="3095859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8" name="!!label-4">
            <a:extLst xmlns:a="http://schemas.openxmlformats.org/drawingml/2006/main">
              <a:ext uri="{FF2B5EF4-FFF2-40B4-BE49-F238E27FC236}">
                <a16:creationId xmlns:a16="http://schemas.microsoft.com/office/drawing/2014/main" id="{12045397-48F7-4163-826C-7A2767AF829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5649" y="3124434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9" name="!!node-5">
            <a:extLst xmlns:a="http://schemas.openxmlformats.org/drawingml/2006/main">
              <a:ext uri="{FF2B5EF4-FFF2-40B4-BE49-F238E27FC236}">
                <a16:creationId xmlns:a16="http://schemas.microsoft.com/office/drawing/2014/main" id="{1C6651A7-C921-44A5-94C6-28853686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47148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0" name="!!label-5">
            <a:extLst xmlns:a="http://schemas.openxmlformats.org/drawingml/2006/main">
              <a:ext uri="{FF2B5EF4-FFF2-40B4-BE49-F238E27FC236}">
                <a16:creationId xmlns:a16="http://schemas.microsoft.com/office/drawing/2014/main" id="{C897DD0C-685A-4C9C-A884-DEC68CA219F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502" y="4743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1" name="!!node-6-layer-1">
            <a:extLst xmlns:a="http://schemas.openxmlformats.org/drawingml/2006/main">
              <a:ext uri="{FF2B5EF4-FFF2-40B4-BE49-F238E27FC236}">
                <a16:creationId xmlns:a16="http://schemas.microsoft.com/office/drawing/2014/main" id="{0A40B0DC-308E-41B1-A77E-A1C3A146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441" y="5708974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AE"/>
          </a:solidFill>
          <a:ln xmlns:a="http://schemas.openxmlformats.org/drawingml/2006/main" w="0">
            <a:noFill/>
          </a:ln>
        </p:spPr>
      </p:sp>
      <p:sp>
        <p:nvSpPr>
          <p:cNvPr id="12" name="!!node-6-layer-2">
            <a:extLst xmlns:a="http://schemas.openxmlformats.org/drawingml/2006/main">
              <a:ext uri="{FF2B5EF4-FFF2-40B4-BE49-F238E27FC236}">
                <a16:creationId xmlns:a16="http://schemas.microsoft.com/office/drawing/2014/main" id="{09C1C179-CE8C-4DEF-AED3-DA9031D9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441" y="5861374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C9B"/>
          </a:solidFill>
          <a:ln xmlns:a="http://schemas.openxmlformats.org/drawingml/2006/main" w="0">
            <a:noFill/>
          </a:ln>
        </p:spPr>
      </p:sp>
      <p:sp>
        <p:nvSpPr>
          <p:cNvPr id="13" name="!!node-6-layer-3">
            <a:extLst xmlns:a="http://schemas.openxmlformats.org/drawingml/2006/main">
              <a:ext uri="{FF2B5EF4-FFF2-40B4-BE49-F238E27FC236}">
                <a16:creationId xmlns:a16="http://schemas.microsoft.com/office/drawing/2014/main" id="{1901F8B5-DA19-40A2-99C9-9526ED9D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441" y="6013774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C8D"/>
          </a:solidFill>
          <a:ln xmlns:a="http://schemas.openxmlformats.org/drawingml/2006/main" w="0">
            <a:noFill/>
          </a:ln>
        </p:spPr>
      </p:sp>
      <p:sp>
        <p:nvSpPr>
          <p:cNvPr id="14" name="!!label-6">
            <a:extLst xmlns:a="http://schemas.openxmlformats.org/drawingml/2006/main">
              <a:ext uri="{FF2B5EF4-FFF2-40B4-BE49-F238E27FC236}">
                <a16:creationId xmlns:a16="http://schemas.microsoft.com/office/drawing/2014/main" id="{D5BE0844-92EF-4283-8E1B-CCAAD13A557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6966" y="5737549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15" name="!!node-7">
            <a:extLst xmlns:a="http://schemas.openxmlformats.org/drawingml/2006/main">
              <a:ext uri="{FF2B5EF4-FFF2-40B4-BE49-F238E27FC236}">
                <a16:creationId xmlns:a16="http://schemas.microsoft.com/office/drawing/2014/main" id="{540BE229-8B39-4C16-88FE-FE5BA3A1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5495827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6" name="!!label-7">
            <a:extLst xmlns:a="http://schemas.openxmlformats.org/drawingml/2006/main">
              <a:ext uri="{FF2B5EF4-FFF2-40B4-BE49-F238E27FC236}">
                <a16:creationId xmlns:a16="http://schemas.microsoft.com/office/drawing/2014/main" id="{3DA73E4A-0D72-491C-89DE-46F7EF4F00A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5524402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17" name="!!node-8">
            <a:extLst xmlns:a="http://schemas.openxmlformats.org/drawingml/2006/main">
              <a:ext uri="{FF2B5EF4-FFF2-40B4-BE49-F238E27FC236}">
                <a16:creationId xmlns:a16="http://schemas.microsoft.com/office/drawing/2014/main" id="{362A55CA-26E0-4E48-9EF6-0F55F52E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326" y="4200291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8" name="!!label-8">
            <a:extLst xmlns:a="http://schemas.openxmlformats.org/drawingml/2006/main">
              <a:ext uri="{FF2B5EF4-FFF2-40B4-BE49-F238E27FC236}">
                <a16:creationId xmlns:a16="http://schemas.microsoft.com/office/drawing/2014/main" id="{7FBE2EA9-4FDE-4646-9CDA-E2A102A1177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3851" y="4228866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19" name="!!core">
            <a:extLst xmlns:a="http://schemas.openxmlformats.org/drawingml/2006/main">
              <a:ext uri="{FF2B5EF4-FFF2-40B4-BE49-F238E27FC236}">
                <a16:creationId xmlns:a16="http://schemas.microsoft.com/office/drawing/2014/main" id="{5852973F-747D-4B96-A76C-0E75DC0D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3276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7745"/>
          </a:solidFill>
          <a:ln xmlns:a="http://schemas.openxmlformats.org/drawingml/2006/main" w="0">
            <a:noFill/>
          </a:ln>
        </p:spPr>
      </p:sp>
      <p:sp>
        <p:nvSpPr>
          <p:cNvPr id="20" name="!!core-label">
            <a:extLst xmlns:a="http://schemas.openxmlformats.org/drawingml/2006/main">
              <a:ext uri="{FF2B5EF4-FFF2-40B4-BE49-F238E27FC236}">
                <a16:creationId xmlns:a16="http://schemas.microsoft.com/office/drawing/2014/main" id="{9D52CAB0-F4A4-4980-B15D-CDAAADB6DA9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6576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CORE</a:t>
            </a:r>
          </a:p>
        </p:txBody>
      </p:sp>
      <p:sp>
        <p:nvSpPr>
          <p:cNvPr id="21" name="!!title">
            <a:extLst xmlns:a="http://schemas.openxmlformats.org/drawingml/2006/main">
              <a:ext uri="{FF2B5EF4-FFF2-40B4-BE49-F238E27FC236}">
                <a16:creationId xmlns:a16="http://schemas.microsoft.com/office/drawing/2014/main" id="{03CADE73-0CFE-40F9-BFB2-B8085E9C588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571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Sơ đồ học tập</a:t>
            </a:r>
          </a:p>
        </p:txBody>
      </p:sp>
      <p:sp>
        <p:nvSpPr>
          <p:cNvPr id="22" name="!!phase">
            <a:extLst xmlns:a="http://schemas.openxmlformats.org/drawingml/2006/main">
              <a:ext uri="{FF2B5EF4-FFF2-40B4-BE49-F238E27FC236}">
                <a16:creationId xmlns:a16="http://schemas.microsoft.com/office/drawing/2014/main" id="{143FD713-687B-4A6F-B497-26D7077C31C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942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Xoay ngược chiều kim đồng hồ</a:t>
            </a:r>
          </a:p>
        </p:txBody>
      </p:sp>
    </p:spTree>
    <p:extLst>
      <p:ext uri="{BB962C8B-B14F-4D97-AF65-F5344CB8AC3E}">
        <p14:creationId val="702891631"/>
      </p:ext>
    </p:extLst>
  </p:cSld>
  <mc:AlternateContent>
    <mc:Choice Requires="p159 p14">
      <p:transition spd="slow" p14:dur="35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!!node-1">
            <a:extLst xmlns:a="http://schemas.openxmlformats.org/drawingml/2006/main">
              <a:ext uri="{FF2B5EF4-FFF2-40B4-BE49-F238E27FC236}">
                <a16:creationId xmlns:a16="http://schemas.microsoft.com/office/drawing/2014/main" id="{3054A533-AF2F-4BA4-955C-56915A02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473" y="25812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" name="!!label-1">
            <a:extLst xmlns:a="http://schemas.openxmlformats.org/drawingml/2006/main">
              <a:ext uri="{FF2B5EF4-FFF2-40B4-BE49-F238E27FC236}">
                <a16:creationId xmlns:a16="http://schemas.microsoft.com/office/drawing/2014/main" id="{A4381AC3-5176-435A-ACA1-732CE8888EE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98" y="26098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!!node-2">
            <a:extLst xmlns:a="http://schemas.openxmlformats.org/drawingml/2006/main">
              <a:ext uri="{FF2B5EF4-FFF2-40B4-BE49-F238E27FC236}">
                <a16:creationId xmlns:a16="http://schemas.microsoft.com/office/drawing/2014/main" id="{73038971-5B91-4028-AD6B-35A94BB5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009" y="1587176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4" name="!!label-2">
            <a:extLst xmlns:a="http://schemas.openxmlformats.org/drawingml/2006/main">
              <a:ext uri="{FF2B5EF4-FFF2-40B4-BE49-F238E27FC236}">
                <a16:creationId xmlns:a16="http://schemas.microsoft.com/office/drawing/2014/main" id="{FD730E2B-47F4-45BE-AAC2-E051A393A12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534" y="1615751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!!node-3">
            <a:extLst xmlns:a="http://schemas.openxmlformats.org/drawingml/2006/main">
              <a:ext uri="{FF2B5EF4-FFF2-40B4-BE49-F238E27FC236}">
                <a16:creationId xmlns:a16="http://schemas.microsoft.com/office/drawing/2014/main" id="{08DB2B21-C27A-474D-8880-4D53D127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1800323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6" name="!!label-3">
            <a:extLst xmlns:a="http://schemas.openxmlformats.org/drawingml/2006/main">
              <a:ext uri="{FF2B5EF4-FFF2-40B4-BE49-F238E27FC236}">
                <a16:creationId xmlns:a16="http://schemas.microsoft.com/office/drawing/2014/main" id="{3CE7E8B5-B23A-4FB6-981C-A767C363A65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1828898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7" name="!!node-4">
            <a:extLst xmlns:a="http://schemas.openxmlformats.org/drawingml/2006/main">
              <a:ext uri="{FF2B5EF4-FFF2-40B4-BE49-F238E27FC236}">
                <a16:creationId xmlns:a16="http://schemas.microsoft.com/office/drawing/2014/main" id="{C9BCC076-483F-49B5-8C89-ADA42C69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6124" y="3095859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8" name="!!label-4">
            <a:extLst xmlns:a="http://schemas.openxmlformats.org/drawingml/2006/main">
              <a:ext uri="{FF2B5EF4-FFF2-40B4-BE49-F238E27FC236}">
                <a16:creationId xmlns:a16="http://schemas.microsoft.com/office/drawing/2014/main" id="{06B73DFB-CD6E-48EC-8C79-9F2CCD63452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5649" y="3124434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9" name="!!node-5">
            <a:extLst xmlns:a="http://schemas.openxmlformats.org/drawingml/2006/main">
              <a:ext uri="{FF2B5EF4-FFF2-40B4-BE49-F238E27FC236}">
                <a16:creationId xmlns:a16="http://schemas.microsoft.com/office/drawing/2014/main" id="{F017B6ED-E110-4784-9390-F9B2903A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47148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0" name="!!label-5">
            <a:extLst xmlns:a="http://schemas.openxmlformats.org/drawingml/2006/main">
              <a:ext uri="{FF2B5EF4-FFF2-40B4-BE49-F238E27FC236}">
                <a16:creationId xmlns:a16="http://schemas.microsoft.com/office/drawing/2014/main" id="{446B7E7B-C9B0-46D9-8F7D-13F6ACC87DC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502" y="4743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1" name="!!node-6-layer-1">
            <a:extLst xmlns:a="http://schemas.openxmlformats.org/drawingml/2006/main">
              <a:ext uri="{FF2B5EF4-FFF2-40B4-BE49-F238E27FC236}">
                <a16:creationId xmlns:a16="http://schemas.microsoft.com/office/drawing/2014/main" id="{2F3A188A-DC7F-451E-82B5-981F82A6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2962275"/>
            <a:ext cx="2362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AE"/>
          </a:solidFill>
          <a:ln xmlns:a="http://schemas.openxmlformats.org/drawingml/2006/main" w="0">
            <a:noFill/>
          </a:ln>
        </p:spPr>
      </p:sp>
      <p:sp>
        <p:nvSpPr>
          <p:cNvPr id="12" name="!!node-6-layer-2">
            <a:extLst xmlns:a="http://schemas.openxmlformats.org/drawingml/2006/main">
              <a:ext uri="{FF2B5EF4-FFF2-40B4-BE49-F238E27FC236}">
                <a16:creationId xmlns:a16="http://schemas.microsoft.com/office/drawing/2014/main" id="{82E6D3D5-DBC8-404E-BB9B-5F6B8711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3571875"/>
            <a:ext cx="2362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C9B"/>
          </a:solidFill>
          <a:ln xmlns:a="http://schemas.openxmlformats.org/drawingml/2006/main" w="0">
            <a:noFill/>
          </a:ln>
        </p:spPr>
      </p:sp>
      <p:sp>
        <p:nvSpPr>
          <p:cNvPr id="13" name="!!node-6-layer-3">
            <a:extLst xmlns:a="http://schemas.openxmlformats.org/drawingml/2006/main">
              <a:ext uri="{FF2B5EF4-FFF2-40B4-BE49-F238E27FC236}">
                <a16:creationId xmlns:a16="http://schemas.microsoft.com/office/drawing/2014/main" id="{4DD823A7-A413-499B-80DB-2778B2C7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4181475"/>
            <a:ext cx="2362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C8D"/>
          </a:solidFill>
          <a:ln xmlns:a="http://schemas.openxmlformats.org/drawingml/2006/main" w="0">
            <a:noFill/>
          </a:ln>
        </p:spPr>
      </p:sp>
      <p:sp>
        <p:nvSpPr>
          <p:cNvPr id="14" name="!!label-6">
            <a:extLst xmlns:a="http://schemas.openxmlformats.org/drawingml/2006/main">
              <a:ext uri="{FF2B5EF4-FFF2-40B4-BE49-F238E27FC236}">
                <a16:creationId xmlns:a16="http://schemas.microsoft.com/office/drawing/2014/main" id="{FC9E6BBE-ED8B-4939-AD2D-414D56E745A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15" name="!!node-7">
            <a:extLst xmlns:a="http://schemas.openxmlformats.org/drawingml/2006/main">
              <a:ext uri="{FF2B5EF4-FFF2-40B4-BE49-F238E27FC236}">
                <a16:creationId xmlns:a16="http://schemas.microsoft.com/office/drawing/2014/main" id="{B0717A35-3431-4CD5-826A-91DF697F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5495827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6" name="!!label-7">
            <a:extLst xmlns:a="http://schemas.openxmlformats.org/drawingml/2006/main">
              <a:ext uri="{FF2B5EF4-FFF2-40B4-BE49-F238E27FC236}">
                <a16:creationId xmlns:a16="http://schemas.microsoft.com/office/drawing/2014/main" id="{BFDEEB19-6AD2-443B-9347-7E5620FFBB2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5524402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17" name="!!node-8">
            <a:extLst xmlns:a="http://schemas.openxmlformats.org/drawingml/2006/main">
              <a:ext uri="{FF2B5EF4-FFF2-40B4-BE49-F238E27FC236}">
                <a16:creationId xmlns:a16="http://schemas.microsoft.com/office/drawing/2014/main" id="{46496A9F-9BC0-4537-97A7-30F0C8D0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326" y="4200291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8" name="!!label-8">
            <a:extLst xmlns:a="http://schemas.openxmlformats.org/drawingml/2006/main">
              <a:ext uri="{FF2B5EF4-FFF2-40B4-BE49-F238E27FC236}">
                <a16:creationId xmlns:a16="http://schemas.microsoft.com/office/drawing/2014/main" id="{8322C5BA-D704-4C08-8120-759D8F5A672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3851" y="4228866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19" name="!!core">
            <a:extLst xmlns:a="http://schemas.openxmlformats.org/drawingml/2006/main">
              <a:ext uri="{FF2B5EF4-FFF2-40B4-BE49-F238E27FC236}">
                <a16:creationId xmlns:a16="http://schemas.microsoft.com/office/drawing/2014/main" id="{C292CD7F-1D84-43AA-8DA2-3F89BFFC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3276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7745"/>
          </a:solidFill>
          <a:ln xmlns:a="http://schemas.openxmlformats.org/drawingml/2006/main" w="0">
            <a:noFill/>
          </a:ln>
        </p:spPr>
      </p:sp>
      <p:sp>
        <p:nvSpPr>
          <p:cNvPr id="20" name="!!core-label">
            <a:extLst xmlns:a="http://schemas.openxmlformats.org/drawingml/2006/main">
              <a:ext uri="{FF2B5EF4-FFF2-40B4-BE49-F238E27FC236}">
                <a16:creationId xmlns:a16="http://schemas.microsoft.com/office/drawing/2014/main" id="{D9BB1B2F-317A-46F6-AB35-4C2495BFA36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6576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CORE</a:t>
            </a:r>
          </a:p>
        </p:txBody>
      </p:sp>
      <p:sp>
        <p:nvSpPr>
          <p:cNvPr id="21" name="!!title">
            <a:extLst xmlns:a="http://schemas.openxmlformats.org/drawingml/2006/main">
              <a:ext uri="{FF2B5EF4-FFF2-40B4-BE49-F238E27FC236}">
                <a16:creationId xmlns:a16="http://schemas.microsoft.com/office/drawing/2014/main" id="{F76BC179-90EA-42EA-B04B-C56F62FA74E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571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Sơ đồ học tập</a:t>
            </a:r>
          </a:p>
        </p:txBody>
      </p:sp>
      <p:sp>
        <p:nvSpPr>
          <p:cNvPr id="22" name="!!phase">
            <a:extLst xmlns:a="http://schemas.openxmlformats.org/drawingml/2006/main">
              <a:ext uri="{FF2B5EF4-FFF2-40B4-BE49-F238E27FC236}">
                <a16:creationId xmlns:a16="http://schemas.microsoft.com/office/drawing/2014/main" id="{91486A05-02E6-4F42-85A1-16100A70395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942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Phóng nút 06</a:t>
            </a:r>
          </a:p>
        </p:txBody>
      </p:sp>
    </p:spTree>
    <p:extLst>
      <p:ext uri="{BB962C8B-B14F-4D97-AF65-F5344CB8AC3E}">
        <p14:creationId val="1374517392"/>
      </p:ext>
    </p:extLst>
  </p:cSld>
  <mc:AlternateContent>
    <mc:Choice Requires="p159 p14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!!node-1">
            <a:extLst xmlns:a="http://schemas.openxmlformats.org/drawingml/2006/main">
              <a:ext uri="{FF2B5EF4-FFF2-40B4-BE49-F238E27FC236}">
                <a16:creationId xmlns:a16="http://schemas.microsoft.com/office/drawing/2014/main" id="{C8937CC5-3A2F-4C63-907D-CF3488C5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473" y="25812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" name="!!label-1">
            <a:extLst xmlns:a="http://schemas.openxmlformats.org/drawingml/2006/main">
              <a:ext uri="{FF2B5EF4-FFF2-40B4-BE49-F238E27FC236}">
                <a16:creationId xmlns:a16="http://schemas.microsoft.com/office/drawing/2014/main" id="{F31A95D0-C228-4421-974D-EA668774E67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98" y="26098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!!node-2">
            <a:extLst xmlns:a="http://schemas.openxmlformats.org/drawingml/2006/main">
              <a:ext uri="{FF2B5EF4-FFF2-40B4-BE49-F238E27FC236}">
                <a16:creationId xmlns:a16="http://schemas.microsoft.com/office/drawing/2014/main" id="{64BDF123-681D-432C-9579-206FA057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009" y="1587176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4" name="!!label-2">
            <a:extLst xmlns:a="http://schemas.openxmlformats.org/drawingml/2006/main">
              <a:ext uri="{FF2B5EF4-FFF2-40B4-BE49-F238E27FC236}">
                <a16:creationId xmlns:a16="http://schemas.microsoft.com/office/drawing/2014/main" id="{7B553C84-0F7F-4A5D-BCE1-1378F66E361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534" y="1615751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!!node-3">
            <a:extLst xmlns:a="http://schemas.openxmlformats.org/drawingml/2006/main">
              <a:ext uri="{FF2B5EF4-FFF2-40B4-BE49-F238E27FC236}">
                <a16:creationId xmlns:a16="http://schemas.microsoft.com/office/drawing/2014/main" id="{61EBC4A6-326F-4037-8136-1E62EAD4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1800323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6" name="!!label-3">
            <a:extLst xmlns:a="http://schemas.openxmlformats.org/drawingml/2006/main">
              <a:ext uri="{FF2B5EF4-FFF2-40B4-BE49-F238E27FC236}">
                <a16:creationId xmlns:a16="http://schemas.microsoft.com/office/drawing/2014/main" id="{0B159E1C-5F82-4D7C-A173-63CF8CE6F8E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1828898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7" name="!!node-4">
            <a:extLst xmlns:a="http://schemas.openxmlformats.org/drawingml/2006/main">
              <a:ext uri="{FF2B5EF4-FFF2-40B4-BE49-F238E27FC236}">
                <a16:creationId xmlns:a16="http://schemas.microsoft.com/office/drawing/2014/main" id="{5BA7ADDA-E132-4A3C-9A3B-D6A1B5DD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6124" y="3095859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8" name="!!label-4">
            <a:extLst xmlns:a="http://schemas.openxmlformats.org/drawingml/2006/main">
              <a:ext uri="{FF2B5EF4-FFF2-40B4-BE49-F238E27FC236}">
                <a16:creationId xmlns:a16="http://schemas.microsoft.com/office/drawing/2014/main" id="{4BB40751-AFB7-4E3C-BE5D-493CE979770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5649" y="3124434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9" name="!!node-5">
            <a:extLst xmlns:a="http://schemas.openxmlformats.org/drawingml/2006/main">
              <a:ext uri="{FF2B5EF4-FFF2-40B4-BE49-F238E27FC236}">
                <a16:creationId xmlns:a16="http://schemas.microsoft.com/office/drawing/2014/main" id="{51B0F147-596F-4EC1-ACBE-4AC841B2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47148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0" name="!!label-5">
            <a:extLst xmlns:a="http://schemas.openxmlformats.org/drawingml/2006/main">
              <a:ext uri="{FF2B5EF4-FFF2-40B4-BE49-F238E27FC236}">
                <a16:creationId xmlns:a16="http://schemas.microsoft.com/office/drawing/2014/main" id="{8338111E-03B1-40E2-B9A3-0E0E8CB61F3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502" y="4743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1" name="!!node-6-layer-1">
            <a:extLst xmlns:a="http://schemas.openxmlformats.org/drawingml/2006/main">
              <a:ext uri="{FF2B5EF4-FFF2-40B4-BE49-F238E27FC236}">
                <a16:creationId xmlns:a16="http://schemas.microsoft.com/office/drawing/2014/main" id="{EA509DC1-C50B-4D1B-95A9-F54AEB70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2752725"/>
            <a:ext cx="2362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AE"/>
          </a:solidFill>
          <a:ln xmlns:a="http://schemas.openxmlformats.org/drawingml/2006/main" w="0">
            <a:noFill/>
          </a:ln>
        </p:spPr>
      </p:sp>
      <p:sp>
        <p:nvSpPr>
          <p:cNvPr id="12" name="!!node-6-layer-2">
            <a:extLst xmlns:a="http://schemas.openxmlformats.org/drawingml/2006/main">
              <a:ext uri="{FF2B5EF4-FFF2-40B4-BE49-F238E27FC236}">
                <a16:creationId xmlns:a16="http://schemas.microsoft.com/office/drawing/2014/main" id="{1504DA72-94A6-4E3C-A228-B0743EF2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3571875"/>
            <a:ext cx="2362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C9B"/>
          </a:solidFill>
          <a:ln xmlns:a="http://schemas.openxmlformats.org/drawingml/2006/main" w="0">
            <a:noFill/>
          </a:ln>
        </p:spPr>
      </p:sp>
      <p:sp>
        <p:nvSpPr>
          <p:cNvPr id="13" name="!!node-6-layer-3">
            <a:extLst xmlns:a="http://schemas.openxmlformats.org/drawingml/2006/main">
              <a:ext uri="{FF2B5EF4-FFF2-40B4-BE49-F238E27FC236}">
                <a16:creationId xmlns:a16="http://schemas.microsoft.com/office/drawing/2014/main" id="{B47FF761-67B8-420A-91AA-072CBB3F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4391025"/>
            <a:ext cx="2362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C8D"/>
          </a:solidFill>
          <a:ln xmlns:a="http://schemas.openxmlformats.org/drawingml/2006/main" w="0">
            <a:noFill/>
          </a:ln>
        </p:spPr>
      </p:sp>
      <p:sp>
        <p:nvSpPr>
          <p:cNvPr id="14" name="!!label-6">
            <a:extLst xmlns:a="http://schemas.openxmlformats.org/drawingml/2006/main">
              <a:ext uri="{FF2B5EF4-FFF2-40B4-BE49-F238E27FC236}">
                <a16:creationId xmlns:a16="http://schemas.microsoft.com/office/drawing/2014/main" id="{8569C924-7223-4993-A7F7-94B38733359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22669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15" name="!!node-7">
            <a:extLst xmlns:a="http://schemas.openxmlformats.org/drawingml/2006/main">
              <a:ext uri="{FF2B5EF4-FFF2-40B4-BE49-F238E27FC236}">
                <a16:creationId xmlns:a16="http://schemas.microsoft.com/office/drawing/2014/main" id="{7ED164E7-5151-4705-98DC-4AF86AA7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5495827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6" name="!!label-7">
            <a:extLst xmlns:a="http://schemas.openxmlformats.org/drawingml/2006/main">
              <a:ext uri="{FF2B5EF4-FFF2-40B4-BE49-F238E27FC236}">
                <a16:creationId xmlns:a16="http://schemas.microsoft.com/office/drawing/2014/main" id="{563D9A14-F326-414B-8249-8CAB1A840E1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5524402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17" name="!!node-8">
            <a:extLst xmlns:a="http://schemas.openxmlformats.org/drawingml/2006/main">
              <a:ext uri="{FF2B5EF4-FFF2-40B4-BE49-F238E27FC236}">
                <a16:creationId xmlns:a16="http://schemas.microsoft.com/office/drawing/2014/main" id="{67EF96DF-9209-4E87-BF37-801980F1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326" y="4200291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8" name="!!label-8">
            <a:extLst xmlns:a="http://schemas.openxmlformats.org/drawingml/2006/main">
              <a:ext uri="{FF2B5EF4-FFF2-40B4-BE49-F238E27FC236}">
                <a16:creationId xmlns:a16="http://schemas.microsoft.com/office/drawing/2014/main" id="{A6ED254B-5741-4385-8FE3-47E844A09E8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3851" y="4228866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19" name="!!core">
            <a:extLst xmlns:a="http://schemas.openxmlformats.org/drawingml/2006/main">
              <a:ext uri="{FF2B5EF4-FFF2-40B4-BE49-F238E27FC236}">
                <a16:creationId xmlns:a16="http://schemas.microsoft.com/office/drawing/2014/main" id="{C88F2D21-F517-4EC0-BE0B-272A0E1F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3276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7745"/>
          </a:solidFill>
          <a:ln xmlns:a="http://schemas.openxmlformats.org/drawingml/2006/main" w="0">
            <a:noFill/>
          </a:ln>
        </p:spPr>
      </p:sp>
      <p:sp>
        <p:nvSpPr>
          <p:cNvPr id="20" name="!!core-label">
            <a:extLst xmlns:a="http://schemas.openxmlformats.org/drawingml/2006/main">
              <a:ext uri="{FF2B5EF4-FFF2-40B4-BE49-F238E27FC236}">
                <a16:creationId xmlns:a16="http://schemas.microsoft.com/office/drawing/2014/main" id="{E57BA5C0-5DC3-48AA-885E-62AEB31E84D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6576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CORE</a:t>
            </a:r>
          </a:p>
        </p:txBody>
      </p:sp>
      <p:sp>
        <p:nvSpPr>
          <p:cNvPr id="21" name="!!title">
            <a:extLst xmlns:a="http://schemas.openxmlformats.org/drawingml/2006/main">
              <a:ext uri="{FF2B5EF4-FFF2-40B4-BE49-F238E27FC236}">
                <a16:creationId xmlns:a16="http://schemas.microsoft.com/office/drawing/2014/main" id="{706B8756-05A9-4E2F-AAA1-2CD8ACB3279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571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Sơ đồ học tập</a:t>
            </a:r>
          </a:p>
        </p:txBody>
      </p:sp>
      <p:sp>
        <p:nvSpPr>
          <p:cNvPr id="22" name="!!phase">
            <a:extLst xmlns:a="http://schemas.openxmlformats.org/drawingml/2006/main">
              <a:ext uri="{FF2B5EF4-FFF2-40B4-BE49-F238E27FC236}">
                <a16:creationId xmlns:a16="http://schemas.microsoft.com/office/drawing/2014/main" id="{ADF285D7-BF52-4D1C-9907-0515E15461B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942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3 lớp bên trong nút 06</a:t>
            </a:r>
          </a:p>
        </p:txBody>
      </p:sp>
    </p:spTree>
    <p:extLst>
      <p:ext uri="{BB962C8B-B14F-4D97-AF65-F5344CB8AC3E}">
        <p14:creationId val="2105293065"/>
      </p:ext>
    </p:extLst>
  </p:cSld>
  <mc:AlternateContent>
    <mc:Choice Requires="p159 p14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!!node-1">
            <a:extLst xmlns:a="http://schemas.openxmlformats.org/drawingml/2006/main">
              <a:ext uri="{FF2B5EF4-FFF2-40B4-BE49-F238E27FC236}">
                <a16:creationId xmlns:a16="http://schemas.microsoft.com/office/drawing/2014/main" id="{AA6C9F97-9BB9-4CE2-B3E3-DCED2484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473" y="25812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" name="!!label-1">
            <a:extLst xmlns:a="http://schemas.openxmlformats.org/drawingml/2006/main">
              <a:ext uri="{FF2B5EF4-FFF2-40B4-BE49-F238E27FC236}">
                <a16:creationId xmlns:a16="http://schemas.microsoft.com/office/drawing/2014/main" id="{E4052083-4204-485C-8FB1-D8700594586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98" y="26098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!!node-2">
            <a:extLst xmlns:a="http://schemas.openxmlformats.org/drawingml/2006/main">
              <a:ext uri="{FF2B5EF4-FFF2-40B4-BE49-F238E27FC236}">
                <a16:creationId xmlns:a16="http://schemas.microsoft.com/office/drawing/2014/main" id="{0757C836-CC4D-4936-A3D3-D146622C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009" y="1587176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4" name="!!label-2">
            <a:extLst xmlns:a="http://schemas.openxmlformats.org/drawingml/2006/main">
              <a:ext uri="{FF2B5EF4-FFF2-40B4-BE49-F238E27FC236}">
                <a16:creationId xmlns:a16="http://schemas.microsoft.com/office/drawing/2014/main" id="{C1E66530-8342-4AA8-BFA3-115DE0C6AF8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534" y="1615751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!!node-3">
            <a:extLst xmlns:a="http://schemas.openxmlformats.org/drawingml/2006/main">
              <a:ext uri="{FF2B5EF4-FFF2-40B4-BE49-F238E27FC236}">
                <a16:creationId xmlns:a16="http://schemas.microsoft.com/office/drawing/2014/main" id="{C192AA61-DBD6-4635-A20A-7C80C648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1800323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6" name="!!label-3">
            <a:extLst xmlns:a="http://schemas.openxmlformats.org/drawingml/2006/main">
              <a:ext uri="{FF2B5EF4-FFF2-40B4-BE49-F238E27FC236}">
                <a16:creationId xmlns:a16="http://schemas.microsoft.com/office/drawing/2014/main" id="{323910E6-3C4E-462D-93BE-6A50617B502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1828898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7" name="!!node-4">
            <a:extLst xmlns:a="http://schemas.openxmlformats.org/drawingml/2006/main">
              <a:ext uri="{FF2B5EF4-FFF2-40B4-BE49-F238E27FC236}">
                <a16:creationId xmlns:a16="http://schemas.microsoft.com/office/drawing/2014/main" id="{CF9B78D7-25D2-4195-AB68-DADCF6FB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6124" y="3095859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8" name="!!label-4">
            <a:extLst xmlns:a="http://schemas.openxmlformats.org/drawingml/2006/main">
              <a:ext uri="{FF2B5EF4-FFF2-40B4-BE49-F238E27FC236}">
                <a16:creationId xmlns:a16="http://schemas.microsoft.com/office/drawing/2014/main" id="{D87044B7-CC60-41F4-A57C-048FD4FA1D2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5649" y="3124434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9" name="!!node-5">
            <a:extLst xmlns:a="http://schemas.openxmlformats.org/drawingml/2006/main">
              <a:ext uri="{FF2B5EF4-FFF2-40B4-BE49-F238E27FC236}">
                <a16:creationId xmlns:a16="http://schemas.microsoft.com/office/drawing/2014/main" id="{447B5CCC-9255-4FAD-A20B-8190FFC4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47148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0" name="!!label-5">
            <a:extLst xmlns:a="http://schemas.openxmlformats.org/drawingml/2006/main">
              <a:ext uri="{FF2B5EF4-FFF2-40B4-BE49-F238E27FC236}">
                <a16:creationId xmlns:a16="http://schemas.microsoft.com/office/drawing/2014/main" id="{2AC40628-1012-4BC3-AC28-1FD6BB98681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502" y="4743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1" name="!!node-6-layer-1">
            <a:extLst xmlns:a="http://schemas.openxmlformats.org/drawingml/2006/main">
              <a:ext uri="{FF2B5EF4-FFF2-40B4-BE49-F238E27FC236}">
                <a16:creationId xmlns:a16="http://schemas.microsoft.com/office/drawing/2014/main" id="{42A2C980-C28D-4E0F-A749-22DF05B8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2962275"/>
            <a:ext cx="2362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AE"/>
          </a:solidFill>
          <a:ln xmlns:a="http://schemas.openxmlformats.org/drawingml/2006/main" w="0">
            <a:noFill/>
          </a:ln>
        </p:spPr>
      </p:sp>
      <p:sp>
        <p:nvSpPr>
          <p:cNvPr id="12" name="!!node-6-layer-2">
            <a:extLst xmlns:a="http://schemas.openxmlformats.org/drawingml/2006/main">
              <a:ext uri="{FF2B5EF4-FFF2-40B4-BE49-F238E27FC236}">
                <a16:creationId xmlns:a16="http://schemas.microsoft.com/office/drawing/2014/main" id="{AB3B9182-6529-4B9B-A1DE-0526E8E6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3571875"/>
            <a:ext cx="2362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C9B"/>
          </a:solidFill>
          <a:ln xmlns:a="http://schemas.openxmlformats.org/drawingml/2006/main" w="0">
            <a:noFill/>
          </a:ln>
        </p:spPr>
      </p:sp>
      <p:sp>
        <p:nvSpPr>
          <p:cNvPr id="13" name="!!node-6-layer-3">
            <a:extLst xmlns:a="http://schemas.openxmlformats.org/drawingml/2006/main">
              <a:ext uri="{FF2B5EF4-FFF2-40B4-BE49-F238E27FC236}">
                <a16:creationId xmlns:a16="http://schemas.microsoft.com/office/drawing/2014/main" id="{4BBA1940-F955-4E84-85C4-27C434E7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4181475"/>
            <a:ext cx="2362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C8D"/>
          </a:solidFill>
          <a:ln xmlns:a="http://schemas.openxmlformats.org/drawingml/2006/main" w="0">
            <a:noFill/>
          </a:ln>
        </p:spPr>
      </p:sp>
      <p:sp>
        <p:nvSpPr>
          <p:cNvPr id="14" name="!!label-6">
            <a:extLst xmlns:a="http://schemas.openxmlformats.org/drawingml/2006/main">
              <a:ext uri="{FF2B5EF4-FFF2-40B4-BE49-F238E27FC236}">
                <a16:creationId xmlns:a16="http://schemas.microsoft.com/office/drawing/2014/main" id="{66DA7879-CE3A-4BE8-A2E5-8E81FA4A674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15" name="!!node-7">
            <a:extLst xmlns:a="http://schemas.openxmlformats.org/drawingml/2006/main">
              <a:ext uri="{FF2B5EF4-FFF2-40B4-BE49-F238E27FC236}">
                <a16:creationId xmlns:a16="http://schemas.microsoft.com/office/drawing/2014/main" id="{AFC43235-5D39-47CD-A4EB-EB127380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5495827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6" name="!!label-7">
            <a:extLst xmlns:a="http://schemas.openxmlformats.org/drawingml/2006/main">
              <a:ext uri="{FF2B5EF4-FFF2-40B4-BE49-F238E27FC236}">
                <a16:creationId xmlns:a16="http://schemas.microsoft.com/office/drawing/2014/main" id="{5340A43F-0633-46DB-89FC-0F30D8E63CE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5524402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17" name="!!node-8">
            <a:extLst xmlns:a="http://schemas.openxmlformats.org/drawingml/2006/main">
              <a:ext uri="{FF2B5EF4-FFF2-40B4-BE49-F238E27FC236}">
                <a16:creationId xmlns:a16="http://schemas.microsoft.com/office/drawing/2014/main" id="{880C3FC9-B678-4113-A470-D9287D8A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326" y="4200291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8" name="!!label-8">
            <a:extLst xmlns:a="http://schemas.openxmlformats.org/drawingml/2006/main">
              <a:ext uri="{FF2B5EF4-FFF2-40B4-BE49-F238E27FC236}">
                <a16:creationId xmlns:a16="http://schemas.microsoft.com/office/drawing/2014/main" id="{05D87848-3ACF-4C7B-A7DD-6ED5E21EECE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3851" y="4228866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19" name="!!core">
            <a:extLst xmlns:a="http://schemas.openxmlformats.org/drawingml/2006/main">
              <a:ext uri="{FF2B5EF4-FFF2-40B4-BE49-F238E27FC236}">
                <a16:creationId xmlns:a16="http://schemas.microsoft.com/office/drawing/2014/main" id="{EC911CA4-0A8D-4A51-A532-59CFAFD9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3276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7745"/>
          </a:solidFill>
          <a:ln xmlns:a="http://schemas.openxmlformats.org/drawingml/2006/main" w="0">
            <a:noFill/>
          </a:ln>
        </p:spPr>
      </p:sp>
      <p:sp>
        <p:nvSpPr>
          <p:cNvPr id="20" name="!!core-label">
            <a:extLst xmlns:a="http://schemas.openxmlformats.org/drawingml/2006/main">
              <a:ext uri="{FF2B5EF4-FFF2-40B4-BE49-F238E27FC236}">
                <a16:creationId xmlns:a16="http://schemas.microsoft.com/office/drawing/2014/main" id="{E03C4140-FC36-4036-A5A2-E138C55B57D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6576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CORE</a:t>
            </a:r>
          </a:p>
        </p:txBody>
      </p:sp>
      <p:sp>
        <p:nvSpPr>
          <p:cNvPr id="21" name="!!title">
            <a:extLst xmlns:a="http://schemas.openxmlformats.org/drawingml/2006/main">
              <a:ext uri="{FF2B5EF4-FFF2-40B4-BE49-F238E27FC236}">
                <a16:creationId xmlns:a16="http://schemas.microsoft.com/office/drawing/2014/main" id="{3EC5361E-88B9-47EF-9FF5-826D3D54422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571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Sơ đồ học tập</a:t>
            </a:r>
          </a:p>
        </p:txBody>
      </p:sp>
      <p:sp>
        <p:nvSpPr>
          <p:cNvPr id="22" name="!!phase">
            <a:extLst xmlns:a="http://schemas.openxmlformats.org/drawingml/2006/main">
              <a:ext uri="{FF2B5EF4-FFF2-40B4-BE49-F238E27FC236}">
                <a16:creationId xmlns:a16="http://schemas.microsoft.com/office/drawing/2014/main" id="{1E5FB9C2-1813-4897-918F-A6D99494172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942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Ghép lại nút 06</a:t>
            </a:r>
          </a:p>
        </p:txBody>
      </p:sp>
    </p:spTree>
    <p:extLst>
      <p:ext uri="{BB962C8B-B14F-4D97-AF65-F5344CB8AC3E}">
        <p14:creationId val="750993920"/>
      </p:ext>
    </p:extLst>
  </p:cSld>
  <mc:AlternateContent>
    <mc:Choice Requires="p159 p14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!!node-1">
            <a:extLst xmlns:a="http://schemas.openxmlformats.org/drawingml/2006/main">
              <a:ext uri="{FF2B5EF4-FFF2-40B4-BE49-F238E27FC236}">
                <a16:creationId xmlns:a16="http://schemas.microsoft.com/office/drawing/2014/main" id="{C91EE985-69CA-4E09-BB39-8377DBD0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473" y="25812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" name="!!label-1">
            <a:extLst xmlns:a="http://schemas.openxmlformats.org/drawingml/2006/main">
              <a:ext uri="{FF2B5EF4-FFF2-40B4-BE49-F238E27FC236}">
                <a16:creationId xmlns:a16="http://schemas.microsoft.com/office/drawing/2014/main" id="{0AF0C0E9-8A3B-4334-8D7C-CC067570E97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98" y="26098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!!node-2">
            <a:extLst xmlns:a="http://schemas.openxmlformats.org/drawingml/2006/main">
              <a:ext uri="{FF2B5EF4-FFF2-40B4-BE49-F238E27FC236}">
                <a16:creationId xmlns:a16="http://schemas.microsoft.com/office/drawing/2014/main" id="{68BC7473-9FD8-48DE-BC44-81724567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009" y="1587176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4" name="!!label-2">
            <a:extLst xmlns:a="http://schemas.openxmlformats.org/drawingml/2006/main">
              <a:ext uri="{FF2B5EF4-FFF2-40B4-BE49-F238E27FC236}">
                <a16:creationId xmlns:a16="http://schemas.microsoft.com/office/drawing/2014/main" id="{592A3363-6BFF-47A6-9CAE-364DD9E420D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534" y="1615751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!!node-3">
            <a:extLst xmlns:a="http://schemas.openxmlformats.org/drawingml/2006/main">
              <a:ext uri="{FF2B5EF4-FFF2-40B4-BE49-F238E27FC236}">
                <a16:creationId xmlns:a16="http://schemas.microsoft.com/office/drawing/2014/main" id="{92FD9EAB-0CC3-47E7-8F8B-1DA9A963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1800323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6" name="!!label-3">
            <a:extLst xmlns:a="http://schemas.openxmlformats.org/drawingml/2006/main">
              <a:ext uri="{FF2B5EF4-FFF2-40B4-BE49-F238E27FC236}">
                <a16:creationId xmlns:a16="http://schemas.microsoft.com/office/drawing/2014/main" id="{00B2B456-DEF3-44DE-B344-E67D34308B8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1828898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7" name="!!node-4">
            <a:extLst xmlns:a="http://schemas.openxmlformats.org/drawingml/2006/main">
              <a:ext uri="{FF2B5EF4-FFF2-40B4-BE49-F238E27FC236}">
                <a16:creationId xmlns:a16="http://schemas.microsoft.com/office/drawing/2014/main" id="{CCB7FF14-D132-4311-B5ED-F0040D1D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6124" y="3095859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8" name="!!label-4">
            <a:extLst xmlns:a="http://schemas.openxmlformats.org/drawingml/2006/main">
              <a:ext uri="{FF2B5EF4-FFF2-40B4-BE49-F238E27FC236}">
                <a16:creationId xmlns:a16="http://schemas.microsoft.com/office/drawing/2014/main" id="{2D399388-2790-4211-9BDA-9F3FED590D2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5649" y="3124434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9" name="!!node-5">
            <a:extLst xmlns:a="http://schemas.openxmlformats.org/drawingml/2006/main">
              <a:ext uri="{FF2B5EF4-FFF2-40B4-BE49-F238E27FC236}">
                <a16:creationId xmlns:a16="http://schemas.microsoft.com/office/drawing/2014/main" id="{2E945AA6-D222-4EA4-BA26-1572158C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47148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0" name="!!label-5">
            <a:extLst xmlns:a="http://schemas.openxmlformats.org/drawingml/2006/main">
              <a:ext uri="{FF2B5EF4-FFF2-40B4-BE49-F238E27FC236}">
                <a16:creationId xmlns:a16="http://schemas.microsoft.com/office/drawing/2014/main" id="{AA58E3CC-955E-45B8-B8BA-02FC2079A08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502" y="4743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1" name="!!node-6-layer-1">
            <a:extLst xmlns:a="http://schemas.openxmlformats.org/drawingml/2006/main">
              <a:ext uri="{FF2B5EF4-FFF2-40B4-BE49-F238E27FC236}">
                <a16:creationId xmlns:a16="http://schemas.microsoft.com/office/drawing/2014/main" id="{2BF8E2E4-28A5-4212-A2C0-CC923333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441" y="5708974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AE"/>
          </a:solidFill>
          <a:ln xmlns:a="http://schemas.openxmlformats.org/drawingml/2006/main" w="0">
            <a:noFill/>
          </a:ln>
        </p:spPr>
      </p:sp>
      <p:sp>
        <p:nvSpPr>
          <p:cNvPr id="12" name="!!node-6-layer-2">
            <a:extLst xmlns:a="http://schemas.openxmlformats.org/drawingml/2006/main">
              <a:ext uri="{FF2B5EF4-FFF2-40B4-BE49-F238E27FC236}">
                <a16:creationId xmlns:a16="http://schemas.microsoft.com/office/drawing/2014/main" id="{2A123B06-7A1A-456C-A1C1-DEAC2218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441" y="5861374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C9B"/>
          </a:solidFill>
          <a:ln xmlns:a="http://schemas.openxmlformats.org/drawingml/2006/main" w="0">
            <a:noFill/>
          </a:ln>
        </p:spPr>
      </p:sp>
      <p:sp>
        <p:nvSpPr>
          <p:cNvPr id="13" name="!!node-6-layer-3">
            <a:extLst xmlns:a="http://schemas.openxmlformats.org/drawingml/2006/main">
              <a:ext uri="{FF2B5EF4-FFF2-40B4-BE49-F238E27FC236}">
                <a16:creationId xmlns:a16="http://schemas.microsoft.com/office/drawing/2014/main" id="{2E25AA95-CDEC-4ECC-8B1F-40A9F5EE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441" y="6013774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C8D"/>
          </a:solidFill>
          <a:ln xmlns:a="http://schemas.openxmlformats.org/drawingml/2006/main" w="0">
            <a:noFill/>
          </a:ln>
        </p:spPr>
      </p:sp>
      <p:sp>
        <p:nvSpPr>
          <p:cNvPr id="14" name="!!label-6">
            <a:extLst xmlns:a="http://schemas.openxmlformats.org/drawingml/2006/main">
              <a:ext uri="{FF2B5EF4-FFF2-40B4-BE49-F238E27FC236}">
                <a16:creationId xmlns:a16="http://schemas.microsoft.com/office/drawing/2014/main" id="{064D71B3-D93D-4674-AE5B-D8A9E4E97D6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6966" y="5737549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15" name="!!node-7">
            <a:extLst xmlns:a="http://schemas.openxmlformats.org/drawingml/2006/main">
              <a:ext uri="{FF2B5EF4-FFF2-40B4-BE49-F238E27FC236}">
                <a16:creationId xmlns:a16="http://schemas.microsoft.com/office/drawing/2014/main" id="{427EC076-2957-4498-A447-2FFB67CB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5495827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6" name="!!label-7">
            <a:extLst xmlns:a="http://schemas.openxmlformats.org/drawingml/2006/main">
              <a:ext uri="{FF2B5EF4-FFF2-40B4-BE49-F238E27FC236}">
                <a16:creationId xmlns:a16="http://schemas.microsoft.com/office/drawing/2014/main" id="{2256EF9B-96C5-4C52-9FE2-0B3024E2553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5524402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17" name="!!node-8">
            <a:extLst xmlns:a="http://schemas.openxmlformats.org/drawingml/2006/main">
              <a:ext uri="{FF2B5EF4-FFF2-40B4-BE49-F238E27FC236}">
                <a16:creationId xmlns:a16="http://schemas.microsoft.com/office/drawing/2014/main" id="{AD6FCB61-7ABC-469B-9ADF-F8B49317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326" y="4200291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8" name="!!label-8">
            <a:extLst xmlns:a="http://schemas.openxmlformats.org/drawingml/2006/main">
              <a:ext uri="{FF2B5EF4-FFF2-40B4-BE49-F238E27FC236}">
                <a16:creationId xmlns:a16="http://schemas.microsoft.com/office/drawing/2014/main" id="{391A9FD2-0D2D-4F63-967F-DDF521049A9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3851" y="4228866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19" name="!!core">
            <a:extLst xmlns:a="http://schemas.openxmlformats.org/drawingml/2006/main">
              <a:ext uri="{FF2B5EF4-FFF2-40B4-BE49-F238E27FC236}">
                <a16:creationId xmlns:a16="http://schemas.microsoft.com/office/drawing/2014/main" id="{8551AD09-80B1-406D-9426-ED023C36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3276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7745"/>
          </a:solidFill>
          <a:ln xmlns:a="http://schemas.openxmlformats.org/drawingml/2006/main" w="0">
            <a:noFill/>
          </a:ln>
        </p:spPr>
      </p:sp>
      <p:sp>
        <p:nvSpPr>
          <p:cNvPr id="20" name="!!core-label">
            <a:extLst xmlns:a="http://schemas.openxmlformats.org/drawingml/2006/main">
              <a:ext uri="{FF2B5EF4-FFF2-40B4-BE49-F238E27FC236}">
                <a16:creationId xmlns:a16="http://schemas.microsoft.com/office/drawing/2014/main" id="{796181F5-E9EC-423D-B597-19AA3244BDB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6576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CORE</a:t>
            </a:r>
          </a:p>
        </p:txBody>
      </p:sp>
      <p:sp>
        <p:nvSpPr>
          <p:cNvPr id="21" name="!!title">
            <a:extLst xmlns:a="http://schemas.openxmlformats.org/drawingml/2006/main">
              <a:ext uri="{FF2B5EF4-FFF2-40B4-BE49-F238E27FC236}">
                <a16:creationId xmlns:a16="http://schemas.microsoft.com/office/drawing/2014/main" id="{4B041ACF-60A4-4E17-9D90-5E16AA1CF75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571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Sơ đồ học tập</a:t>
            </a:r>
          </a:p>
        </p:txBody>
      </p:sp>
      <p:sp>
        <p:nvSpPr>
          <p:cNvPr id="22" name="!!phase">
            <a:extLst xmlns:a="http://schemas.openxmlformats.org/drawingml/2006/main">
              <a:ext uri="{FF2B5EF4-FFF2-40B4-BE49-F238E27FC236}">
                <a16:creationId xmlns:a16="http://schemas.microsoft.com/office/drawing/2014/main" id="{81115D73-AC5D-4433-9B07-5D4F1CDB905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942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Trở về hệ thống</a:t>
            </a:r>
          </a:p>
        </p:txBody>
      </p:sp>
    </p:spTree>
    <p:extLst>
      <p:ext uri="{BB962C8B-B14F-4D97-AF65-F5344CB8AC3E}">
        <p14:creationId val="1346003458"/>
      </p:ext>
    </p:extLst>
  </p:cSld>
  <mc:AlternateContent>
    <mc:Choice Requires="p159 p14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2026-10-04T14:26:28.0400000Z</dcterms:created>
  <dcterms:modified xsi:type="dcterms:W3CDTF">2026-10-04T14:26:28.0400000Z</dcterms:modified>
</coreProperties>
</file>